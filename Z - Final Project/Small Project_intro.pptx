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
  </p:notesMasterIdLst>
  <p:sldIdLst>
    <p:sldId id="256" r:id="rId2"/>
    <p:sldId id="257" r:id="rId3"/>
    <p:sldId id="258" r:id="rId4"/>
  </p:sldIdLst>
  <p:sldSz cx="9144000" cy="5143500" type="screen16x9"/>
  <p:notesSz cx="6858000" cy="9144000"/>
  <p:embeddedFontLst>
    <p:embeddedFont>
      <p:font typeface="Proxima Nova"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37ac3543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37ac3543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37ac35431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37ac35431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Cohort 7 Small Project</a:t>
            </a:r>
            <a:endParaRPr dirty="0"/>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URGENT — Incoming Message</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None/>
            </a:pPr>
            <a:r>
              <a:rPr lang="en" sz="4600" dirty="0"/>
              <a:t>🧭 Mission Briefing: Mars Colonist Systems — Mission Control Online</a:t>
            </a:r>
            <a:endParaRPr sz="4600" dirty="0"/>
          </a:p>
          <a:p>
            <a:pPr marL="0" lvl="0" indent="0" algn="l" rtl="0">
              <a:spcBef>
                <a:spcPts val="1200"/>
              </a:spcBef>
              <a:spcAft>
                <a:spcPts val="0"/>
              </a:spcAft>
              <a:buNone/>
            </a:pPr>
            <a:r>
              <a:rPr lang="en" sz="4600" dirty="0"/>
              <a:t>Transmission Received: 07:41 MST / Sol 147</a:t>
            </a:r>
            <a:endParaRPr sz="4600" dirty="0"/>
          </a:p>
          <a:p>
            <a:pPr marL="0" lvl="0" indent="0" algn="l" rtl="0">
              <a:spcBef>
                <a:spcPts val="1200"/>
              </a:spcBef>
              <a:spcAft>
                <a:spcPts val="0"/>
              </a:spcAft>
              <a:buNone/>
            </a:pPr>
            <a:r>
              <a:rPr lang="en" sz="4600" dirty="0"/>
              <a:t>Source: Central Mars Orbital Relay</a:t>
            </a:r>
            <a:endParaRPr sz="4600" dirty="0"/>
          </a:p>
          <a:p>
            <a:pPr marL="0" lvl="0" indent="0" algn="l" rtl="0">
              <a:spcBef>
                <a:spcPts val="1200"/>
              </a:spcBef>
              <a:spcAft>
                <a:spcPts val="0"/>
              </a:spcAft>
              <a:buNone/>
            </a:pPr>
            <a:r>
              <a:rPr lang="en" sz="4600" dirty="0"/>
              <a:t>To: Chief Engineer [TEAM: Nova Six]</a:t>
            </a:r>
            <a:endParaRPr sz="4600" dirty="0"/>
          </a:p>
          <a:p>
            <a:pPr marL="0" lvl="0" indent="0" algn="l" rtl="0">
              <a:spcBef>
                <a:spcPts val="1200"/>
              </a:spcBef>
              <a:spcAft>
                <a:spcPts val="0"/>
              </a:spcAft>
              <a:buNone/>
            </a:pPr>
            <a:r>
              <a:rPr lang="en" sz="4600" dirty="0"/>
              <a:t>Priority: ALPHA — System Restore Protocol</a:t>
            </a:r>
            <a:endParaRPr sz="4600" dirty="0"/>
          </a:p>
          <a:p>
            <a:pPr marL="0" lvl="0" indent="0" algn="l" rtl="0">
              <a:spcBef>
                <a:spcPts val="1200"/>
              </a:spcBef>
              <a:spcAft>
                <a:spcPts val="0"/>
              </a:spcAft>
              <a:buNone/>
            </a:pPr>
            <a:r>
              <a:rPr lang="en" sz="4600" dirty="0"/>
              <a:t>Commander Weiss – Mars Base One Operations Chief</a:t>
            </a:r>
            <a:endParaRPr sz="4600"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body" idx="1"/>
          </p:nvPr>
        </p:nvSpPr>
        <p:spPr>
          <a:xfrm>
            <a:off x="44275" y="-95925"/>
            <a:ext cx="8966100" cy="49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358"/>
              <a:buNone/>
            </a:pPr>
            <a:endParaRPr lang="en" sz="1147" b="1" dirty="0"/>
          </a:p>
          <a:p>
            <a:pPr marL="0" lvl="0" indent="0" algn="l" rtl="0">
              <a:spcBef>
                <a:spcPts val="0"/>
              </a:spcBef>
              <a:spcAft>
                <a:spcPts val="0"/>
              </a:spcAft>
              <a:buSzPts val="358"/>
              <a:buNone/>
            </a:pPr>
            <a:r>
              <a:rPr lang="en" sz="1147" b="1" dirty="0"/>
              <a:t>“</a:t>
            </a:r>
            <a:r>
              <a:rPr lang="en" sz="1277" b="1" dirty="0"/>
              <a:t>Chief Engineer — you're receiving this message because you ranked top in systems diagnostics during pre-deployment training. We need that expertise now. Three sols ago, an unexpected solar flare—classified X9.3—hit the upper atmosphere, causing a cascading failure in Base One’s remote operations stack. Our telemetry systems, environmental monitors, and autonomous rover schedulers all went dark.</a:t>
            </a:r>
            <a:endParaRPr sz="1277" b="1" dirty="0"/>
          </a:p>
          <a:p>
            <a:pPr marL="0" lvl="0" indent="0">
              <a:spcBef>
                <a:spcPts val="1200"/>
              </a:spcBef>
              <a:buSzPts val="358"/>
              <a:buNone/>
            </a:pPr>
            <a:r>
              <a:rPr lang="en" sz="1277" b="1" dirty="0"/>
              <a:t>We’ve managed to bring emergency power online, but mission control remains offline. We have less than 72 hours before the incoming resupply and colonist wave lands. If core systems aren’t restored, we can expect to lose all 1000 people on board. Your assignment is clear: </a:t>
            </a:r>
          </a:p>
          <a:p>
            <a:pPr marL="0" lvl="0" indent="0">
              <a:spcBef>
                <a:spcPts val="1200"/>
              </a:spcBef>
              <a:buSzPts val="358"/>
              <a:buNone/>
            </a:pPr>
            <a:endParaRPr lang="en" sz="1277" b="1" dirty="0"/>
          </a:p>
          <a:p>
            <a:pPr marL="342900" lvl="0">
              <a:buSzPct val="100000"/>
              <a:buAutoNum type="arabicParenR"/>
            </a:pPr>
            <a:r>
              <a:rPr lang="en" sz="1277" b="1" dirty="0"/>
              <a:t>Gain remote access of Mission Control (log in to the VM), </a:t>
            </a:r>
          </a:p>
          <a:p>
            <a:pPr marL="342900" lvl="0">
              <a:buSzPct val="100000"/>
              <a:buAutoNum type="arabicParenR"/>
            </a:pPr>
            <a:r>
              <a:rPr lang="en" sz="1277" b="1" dirty="0"/>
              <a:t>solve telemetry systems issues (Python Problem 1) </a:t>
            </a:r>
          </a:p>
          <a:p>
            <a:pPr marL="342900" lvl="0">
              <a:buSzPct val="100000"/>
              <a:buAutoNum type="arabicParenR"/>
            </a:pPr>
            <a:r>
              <a:rPr lang="en" sz="1277" b="1" dirty="0"/>
              <a:t>Recalculate food resources (Python Problem 2), </a:t>
            </a:r>
          </a:p>
          <a:p>
            <a:pPr marL="342900" lvl="0">
              <a:buSzPct val="100000"/>
              <a:buAutoNum type="arabicParenR"/>
            </a:pPr>
            <a:r>
              <a:rPr lang="en" sz="1277" b="1" dirty="0"/>
              <a:t>Launch the emergency comms rocket (Python Problem 3)</a:t>
            </a:r>
          </a:p>
          <a:p>
            <a:pPr marL="0" lvl="0" indent="0">
              <a:spcBef>
                <a:spcPts val="1200"/>
              </a:spcBef>
              <a:buSzPts val="358"/>
              <a:buNone/>
            </a:pPr>
            <a:r>
              <a:rPr lang="en" sz="1277" b="1" dirty="0"/>
              <a:t>To begin, you need to gain access to mission control. The SSD that contained the username and password to login to Mission Control was fried by the Solar Flare, but you have confirmed that Mission Control will send an HTTP Response to a request at 20.127.202.175 on Port 8000. Test this connection with a simple HTTP Request without authentication headers..  Once you have those, send a simple HTTP request with</a:t>
            </a:r>
            <a:r>
              <a:rPr lang="en-US" sz="1277" b="1" dirty="0"/>
              <a:t> t</a:t>
            </a:r>
            <a:r>
              <a:rPr lang="en" sz="1277" b="1" dirty="0"/>
              <a:t>hese authentication headers to get the login information for Mission Control’s system internals.</a:t>
            </a:r>
          </a:p>
          <a:p>
            <a:pPr marL="0" lvl="0" indent="0">
              <a:spcBef>
                <a:spcPts val="1200"/>
              </a:spcBef>
              <a:buSzPts val="358"/>
              <a:buNone/>
            </a:pPr>
            <a:r>
              <a:rPr lang="en" sz="1277" b="1" dirty="0"/>
              <a:t>Good luck.  There are lives at stake!“    -Commander </a:t>
            </a:r>
            <a:r>
              <a:rPr lang="en-US" sz="1277" b="1" dirty="0"/>
              <a:t>Weiss</a:t>
            </a:r>
            <a:endParaRPr sz="1277" b="1" dirty="0"/>
          </a:p>
          <a:p>
            <a:pPr marL="0" lvl="0" indent="0" algn="l" rtl="0">
              <a:spcBef>
                <a:spcPts val="1200"/>
              </a:spcBef>
              <a:spcAft>
                <a:spcPts val="1200"/>
              </a:spcAft>
              <a:buSzPts val="358"/>
              <a:buNone/>
            </a:pPr>
            <a:endParaRPr sz="685" dirty="0"/>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Words>
  <Application>Microsoft Office PowerPoint</Application>
  <PresentationFormat>On-screen Show (16:9)</PresentationFormat>
  <Paragraphs>18</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Proxima Nova</vt:lpstr>
      <vt:lpstr>Arial</vt:lpstr>
      <vt:lpstr>Spearmint</vt:lpstr>
      <vt:lpstr>Cohort 7 Small Project</vt:lpstr>
      <vt:lpstr>URGENT — Incoming Message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1</cp:revision>
  <dcterms:modified xsi:type="dcterms:W3CDTF">2026-08-10T13:39:45Z</dcterms:modified>
</cp:coreProperties>
</file>