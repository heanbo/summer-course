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94" r:id="rId2"/>
  </p:sldMasterIdLst>
  <p:notesMasterIdLst>
    <p:notesMasterId r:id="rId31"/>
  </p:notesMasterIdLst>
  <p:sldIdLst>
    <p:sldId id="284" r:id="rId3"/>
    <p:sldId id="488" r:id="rId4"/>
    <p:sldId id="486" r:id="rId5"/>
    <p:sldId id="491" r:id="rId6"/>
    <p:sldId id="492" r:id="rId7"/>
    <p:sldId id="493" r:id="rId8"/>
    <p:sldId id="257" r:id="rId9"/>
    <p:sldId id="258" r:id="rId10"/>
    <p:sldId id="500" r:id="rId11"/>
    <p:sldId id="260" r:id="rId12"/>
    <p:sldId id="494" r:id="rId13"/>
    <p:sldId id="276" r:id="rId14"/>
    <p:sldId id="277" r:id="rId15"/>
    <p:sldId id="281" r:id="rId16"/>
    <p:sldId id="282" r:id="rId17"/>
    <p:sldId id="283" r:id="rId18"/>
    <p:sldId id="273" r:id="rId19"/>
    <p:sldId id="278" r:id="rId20"/>
    <p:sldId id="495" r:id="rId21"/>
    <p:sldId id="498" r:id="rId22"/>
    <p:sldId id="497" r:id="rId23"/>
    <p:sldId id="496" r:id="rId24"/>
    <p:sldId id="279" r:id="rId25"/>
    <p:sldId id="261" r:id="rId26"/>
    <p:sldId id="280" r:id="rId27"/>
    <p:sldId id="499" r:id="rId28"/>
    <p:sldId id="501" r:id="rId29"/>
    <p:sldId id="259"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00" autoAdjust="0"/>
    <p:restoredTop sz="89375" autoAdjust="0"/>
  </p:normalViewPr>
  <p:slideViewPr>
    <p:cSldViewPr snapToGrid="0">
      <p:cViewPr varScale="1">
        <p:scale>
          <a:sx n="99" d="100"/>
          <a:sy n="99" d="100"/>
        </p:scale>
        <p:origin x="74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ableStyles" Target="tableStyles.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1F8BC1-DC94-491B-AA44-0232F744EE98}" type="datetimeFigureOut">
              <a:rPr lang="en-US" smtClean="0"/>
              <a:t>7/21/2026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8B709C-82E0-4ADF-BDA3-CCA1C8B22229}" type="slidenum">
              <a:rPr lang="en-US" smtClean="0"/>
              <a:t>‹#›</a:t>
            </a:fld>
            <a:endParaRPr lang="en-US"/>
          </a:p>
        </p:txBody>
      </p:sp>
    </p:spTree>
    <p:extLst>
      <p:ext uri="{BB962C8B-B14F-4D97-AF65-F5344CB8AC3E}">
        <p14:creationId xmlns:p14="http://schemas.microsoft.com/office/powerpoint/2010/main" val="30199909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5" name="Google Shape;37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70A4C-6580-9B96-AD9C-7B89F40C20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BC750F-D722-5702-D396-607F3EB383EF}"/>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E743D21-3E28-75DD-6B79-50F7034E19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804FB5-1C20-6F5F-93AF-A0AA5723923A}"/>
              </a:ext>
            </a:extLst>
          </p:cNvPr>
          <p:cNvSpPr>
            <a:spLocks noGrp="1"/>
          </p:cNvSpPr>
          <p:nvPr>
            <p:ph type="sldNum" sz="quarter" idx="5"/>
          </p:nvPr>
        </p:nvSpPr>
        <p:spPr/>
        <p:txBody>
          <a:bodyPr/>
          <a:lstStyle/>
          <a:p>
            <a:fld id="{292570D5-C374-43AE-876B-55C2A221664E}" type="slidenum">
              <a:rPr lang="en-US" smtClean="0"/>
              <a:t>2</a:t>
            </a:fld>
            <a:endParaRPr lang="en-US"/>
          </a:p>
        </p:txBody>
      </p:sp>
    </p:spTree>
    <p:extLst>
      <p:ext uri="{BB962C8B-B14F-4D97-AF65-F5344CB8AC3E}">
        <p14:creationId xmlns:p14="http://schemas.microsoft.com/office/powerpoint/2010/main" val="20222259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64719-007A-9D20-6D43-3A4FCAADA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32F23C-3B6C-06AD-FDEF-F55DEF812C1E}"/>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784E9A6-CB51-3C7D-DF18-0DDEC1AC420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45C7A3-AEE3-A283-A203-B801AB559F92}"/>
              </a:ext>
            </a:extLst>
          </p:cNvPr>
          <p:cNvSpPr>
            <a:spLocks noGrp="1"/>
          </p:cNvSpPr>
          <p:nvPr>
            <p:ph type="sldNum" sz="quarter" idx="5"/>
          </p:nvPr>
        </p:nvSpPr>
        <p:spPr/>
        <p:txBody>
          <a:bodyPr/>
          <a:lstStyle/>
          <a:p>
            <a:fld id="{292570D5-C374-43AE-876B-55C2A221664E}" type="slidenum">
              <a:rPr lang="en-US" smtClean="0"/>
              <a:t>3</a:t>
            </a:fld>
            <a:endParaRPr lang="en-US"/>
          </a:p>
        </p:txBody>
      </p:sp>
    </p:spTree>
    <p:extLst>
      <p:ext uri="{BB962C8B-B14F-4D97-AF65-F5344CB8AC3E}">
        <p14:creationId xmlns:p14="http://schemas.microsoft.com/office/powerpoint/2010/main" val="27312140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7FD7E6-9378-263A-EC10-412A02CBC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3A103B-85B0-E208-6061-CF80516F0A45}"/>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448FB0F2-B5C0-3ABE-C3C6-2B1D8239830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D06EB43-F4ED-79BD-FD95-5B1538063BFA}"/>
              </a:ext>
            </a:extLst>
          </p:cNvPr>
          <p:cNvSpPr>
            <a:spLocks noGrp="1"/>
          </p:cNvSpPr>
          <p:nvPr>
            <p:ph type="sldNum" sz="quarter" idx="5"/>
          </p:nvPr>
        </p:nvSpPr>
        <p:spPr/>
        <p:txBody>
          <a:bodyPr/>
          <a:lstStyle/>
          <a:p>
            <a:fld id="{292570D5-C374-43AE-876B-55C2A221664E}" type="slidenum">
              <a:rPr lang="en-US" smtClean="0"/>
              <a:t>4</a:t>
            </a:fld>
            <a:endParaRPr lang="en-US"/>
          </a:p>
        </p:txBody>
      </p:sp>
    </p:spTree>
    <p:extLst>
      <p:ext uri="{BB962C8B-B14F-4D97-AF65-F5344CB8AC3E}">
        <p14:creationId xmlns:p14="http://schemas.microsoft.com/office/powerpoint/2010/main" val="40527649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DFB6B-EE01-3DF8-B9A3-A31F191B45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CDC87D-3D85-CC05-4FE4-53FF5D106D9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5E08C36D-D4B9-4FE5-DC38-B23AF49F08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F69198-CDDB-EB2A-AE29-45385A9F1FF3}"/>
              </a:ext>
            </a:extLst>
          </p:cNvPr>
          <p:cNvSpPr>
            <a:spLocks noGrp="1"/>
          </p:cNvSpPr>
          <p:nvPr>
            <p:ph type="sldNum" sz="quarter" idx="5"/>
          </p:nvPr>
        </p:nvSpPr>
        <p:spPr/>
        <p:txBody>
          <a:bodyPr/>
          <a:lstStyle/>
          <a:p>
            <a:fld id="{292570D5-C374-43AE-876B-55C2A221664E}" type="slidenum">
              <a:rPr lang="en-US" smtClean="0"/>
              <a:t>5</a:t>
            </a:fld>
            <a:endParaRPr lang="en-US"/>
          </a:p>
        </p:txBody>
      </p:sp>
    </p:spTree>
    <p:extLst>
      <p:ext uri="{BB962C8B-B14F-4D97-AF65-F5344CB8AC3E}">
        <p14:creationId xmlns:p14="http://schemas.microsoft.com/office/powerpoint/2010/main" val="34981412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C077D8-23A0-69AD-C9B1-F0DA5168DB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AD0539-47CA-484E-1C37-380F6DF5A4BA}"/>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6ACBD807-4EEE-A554-CBD4-973B5C7FEF5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8DA5CF-D680-92FD-8250-5906F78C84FE}"/>
              </a:ext>
            </a:extLst>
          </p:cNvPr>
          <p:cNvSpPr>
            <a:spLocks noGrp="1"/>
          </p:cNvSpPr>
          <p:nvPr>
            <p:ph type="sldNum" sz="quarter" idx="5"/>
          </p:nvPr>
        </p:nvSpPr>
        <p:spPr/>
        <p:txBody>
          <a:bodyPr/>
          <a:lstStyle/>
          <a:p>
            <a:fld id="{292570D5-C374-43AE-876B-55C2A221664E}" type="slidenum">
              <a:rPr lang="en-US" smtClean="0"/>
              <a:t>6</a:t>
            </a:fld>
            <a:endParaRPr lang="en-US"/>
          </a:p>
        </p:txBody>
      </p:sp>
    </p:spTree>
    <p:extLst>
      <p:ext uri="{BB962C8B-B14F-4D97-AF65-F5344CB8AC3E}">
        <p14:creationId xmlns:p14="http://schemas.microsoft.com/office/powerpoint/2010/main" val="41945874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37105969b9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7105969b9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g3715ed335d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715ed335d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37105969b9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g37105969b9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715ed335dd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715ed335dd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9E1876-9A88-AC9A-EEA0-09A5D443F7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48ED5F-1EBB-D3DA-21D1-17A4AC27EB0B}"/>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DD7F1C4-8BD1-42DE-2251-2E35849A0D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78741C-CD8D-4A35-2F6E-59CC0DFE77A8}"/>
              </a:ext>
            </a:extLst>
          </p:cNvPr>
          <p:cNvSpPr>
            <a:spLocks noGrp="1"/>
          </p:cNvSpPr>
          <p:nvPr>
            <p:ph type="sldNum" sz="quarter" idx="5"/>
          </p:nvPr>
        </p:nvSpPr>
        <p:spPr/>
        <p:txBody>
          <a:bodyPr/>
          <a:lstStyle/>
          <a:p>
            <a:fld id="{292570D5-C374-43AE-876B-55C2A221664E}" type="slidenum">
              <a:rPr lang="en-US" smtClean="0"/>
              <a:t>11</a:t>
            </a:fld>
            <a:endParaRPr lang="en-US"/>
          </a:p>
        </p:txBody>
      </p:sp>
    </p:spTree>
    <p:extLst>
      <p:ext uri="{BB962C8B-B14F-4D97-AF65-F5344CB8AC3E}">
        <p14:creationId xmlns:p14="http://schemas.microsoft.com/office/powerpoint/2010/main" val="13135435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D8B709C-82E0-4ADF-BDA3-CCA1C8B22229}" type="slidenum">
              <a:rPr lang="en-US" smtClean="0"/>
              <a:t>15</a:t>
            </a:fld>
            <a:endParaRPr lang="en-US"/>
          </a:p>
        </p:txBody>
      </p:sp>
    </p:spTree>
    <p:extLst>
      <p:ext uri="{BB962C8B-B14F-4D97-AF65-F5344CB8AC3E}">
        <p14:creationId xmlns:p14="http://schemas.microsoft.com/office/powerpoint/2010/main" val="325250193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4.jpeg"/><Relationship Id="rId1" Type="http://schemas.openxmlformats.org/officeDocument/2006/relationships/slideMaster" Target="../slideMasters/slideMaster2.xml"/><Relationship Id="rId4"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g"/><Relationship Id="rId1" Type="http://schemas.openxmlformats.org/officeDocument/2006/relationships/slideMaster" Target="../slideMasters/slideMaster2.xml"/><Relationship Id="rId4"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p:bg>
      <p:bgPr>
        <a:solidFill>
          <a:srgbClr val="221F20"/>
        </a:solidFill>
        <a:effectLst/>
      </p:bgPr>
    </p:bg>
    <p:spTree>
      <p:nvGrpSpPr>
        <p:cNvPr id="1" name=""/>
        <p:cNvGrpSpPr/>
        <p:nvPr/>
      </p:nvGrpSpPr>
      <p:grpSpPr>
        <a:xfrm>
          <a:off x="0" y="0"/>
          <a:ext cx="0" cy="0"/>
          <a:chOff x="0" y="0"/>
          <a:chExt cx="0" cy="0"/>
        </a:xfrm>
      </p:grpSpPr>
      <p:sp>
        <p:nvSpPr>
          <p:cNvPr id="20" name="Date Placeholder 19">
            <a:extLst>
              <a:ext uri="{FF2B5EF4-FFF2-40B4-BE49-F238E27FC236}">
                <a16:creationId xmlns:a16="http://schemas.microsoft.com/office/drawing/2014/main" id="{39F9F092-1A2E-3BC5-0D99-EE4B132543F8}"/>
              </a:ext>
            </a:extLst>
          </p:cNvPr>
          <p:cNvSpPr>
            <a:spLocks noGrp="1"/>
          </p:cNvSpPr>
          <p:nvPr>
            <p:ph type="dt" sz="half" idx="49"/>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21" name="Slide Number Placeholder 20">
            <a:extLst>
              <a:ext uri="{FF2B5EF4-FFF2-40B4-BE49-F238E27FC236}">
                <a16:creationId xmlns:a16="http://schemas.microsoft.com/office/drawing/2014/main" id="{4D3DAC6A-DFDF-B313-4DB4-FA56B489F422}"/>
              </a:ext>
            </a:extLst>
          </p:cNvPr>
          <p:cNvSpPr>
            <a:spLocks noGrp="1"/>
          </p:cNvSpPr>
          <p:nvPr>
            <p:ph type="sldNum" sz="quarter" idx="50"/>
          </p:nvPr>
        </p:nvSpPr>
        <p:spPr>
          <a:xfrm>
            <a:off x="11210716" y="6629400"/>
            <a:ext cx="442001" cy="228600"/>
          </a:xfrm>
          <a:prstGeom prst="rect">
            <a:avLst/>
          </a:prstGeom>
        </p:spPr>
        <p:txBody>
          <a:bodyPr/>
          <a:lstStyle/>
          <a:p>
            <a:fld id="{79D051F2-C7C4-43BD-B552-C78CE0DE4128}" type="slidenum">
              <a:rPr lang="en-US" smtClean="0"/>
              <a:t>‹#›</a:t>
            </a:fld>
            <a:endParaRPr lang="en-US"/>
          </a:p>
        </p:txBody>
      </p:sp>
      <p:sp>
        <p:nvSpPr>
          <p:cNvPr id="13" name="Text Placeholder 30">
            <a:extLst>
              <a:ext uri="{FF2B5EF4-FFF2-40B4-BE49-F238E27FC236}">
                <a16:creationId xmlns:a16="http://schemas.microsoft.com/office/drawing/2014/main" id="{FC933DC4-3663-15AC-8A64-D7573EE2EC9F}"/>
              </a:ext>
            </a:extLst>
          </p:cNvPr>
          <p:cNvSpPr>
            <a:spLocks noGrp="1"/>
          </p:cNvSpPr>
          <p:nvPr>
            <p:ph type="body" sz="quarter" idx="39" hasCustomPrompt="1"/>
          </p:nvPr>
        </p:nvSpPr>
        <p:spPr>
          <a:xfrm>
            <a:off x="547688" y="5133530"/>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Controlled by: </a:t>
            </a:r>
          </a:p>
        </p:txBody>
      </p:sp>
      <p:sp>
        <p:nvSpPr>
          <p:cNvPr id="22" name="Text Placeholder 30">
            <a:extLst>
              <a:ext uri="{FF2B5EF4-FFF2-40B4-BE49-F238E27FC236}">
                <a16:creationId xmlns:a16="http://schemas.microsoft.com/office/drawing/2014/main" id="{1FE393D1-D968-8D71-45F7-5B4A7CEF5CF9}"/>
              </a:ext>
            </a:extLst>
          </p:cNvPr>
          <p:cNvSpPr>
            <a:spLocks noGrp="1"/>
          </p:cNvSpPr>
          <p:nvPr>
            <p:ph type="body" sz="quarter" idx="40" hasCustomPrompt="1"/>
          </p:nvPr>
        </p:nvSpPr>
        <p:spPr>
          <a:xfrm>
            <a:off x="547688" y="4952738"/>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Controlled by: </a:t>
            </a:r>
          </a:p>
        </p:txBody>
      </p:sp>
      <p:sp>
        <p:nvSpPr>
          <p:cNvPr id="23" name="Text Placeholder 30">
            <a:extLst>
              <a:ext uri="{FF2B5EF4-FFF2-40B4-BE49-F238E27FC236}">
                <a16:creationId xmlns:a16="http://schemas.microsoft.com/office/drawing/2014/main" id="{DF69BC8A-AD59-63A3-64A2-27F7496859F1}"/>
              </a:ext>
            </a:extLst>
          </p:cNvPr>
          <p:cNvSpPr>
            <a:spLocks noGrp="1"/>
          </p:cNvSpPr>
          <p:nvPr>
            <p:ph type="body" sz="quarter" idx="41" hasCustomPrompt="1"/>
          </p:nvPr>
        </p:nvSpPr>
        <p:spPr>
          <a:xfrm>
            <a:off x="547688" y="5314322"/>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CUI Category: </a:t>
            </a:r>
          </a:p>
        </p:txBody>
      </p:sp>
      <p:sp>
        <p:nvSpPr>
          <p:cNvPr id="24" name="Text Placeholder 30">
            <a:extLst>
              <a:ext uri="{FF2B5EF4-FFF2-40B4-BE49-F238E27FC236}">
                <a16:creationId xmlns:a16="http://schemas.microsoft.com/office/drawing/2014/main" id="{EDE4793B-EE3D-A719-6990-5D9F67CBAF13}"/>
              </a:ext>
            </a:extLst>
          </p:cNvPr>
          <p:cNvSpPr>
            <a:spLocks noGrp="1"/>
          </p:cNvSpPr>
          <p:nvPr>
            <p:ph type="body" sz="quarter" idx="42" hasCustomPrompt="1"/>
          </p:nvPr>
        </p:nvSpPr>
        <p:spPr>
          <a:xfrm>
            <a:off x="547688" y="5495114"/>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Distribution Statement: </a:t>
            </a:r>
          </a:p>
        </p:txBody>
      </p:sp>
      <p:sp>
        <p:nvSpPr>
          <p:cNvPr id="25" name="Text Placeholder 30">
            <a:extLst>
              <a:ext uri="{FF2B5EF4-FFF2-40B4-BE49-F238E27FC236}">
                <a16:creationId xmlns:a16="http://schemas.microsoft.com/office/drawing/2014/main" id="{A24EE18E-6DA7-CB84-1F21-8DF1C7482384}"/>
              </a:ext>
            </a:extLst>
          </p:cNvPr>
          <p:cNvSpPr>
            <a:spLocks noGrp="1"/>
          </p:cNvSpPr>
          <p:nvPr>
            <p:ph type="body" sz="quarter" idx="43" hasCustomPrompt="1"/>
          </p:nvPr>
        </p:nvSpPr>
        <p:spPr>
          <a:xfrm>
            <a:off x="547688" y="5675906"/>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POC: </a:t>
            </a:r>
          </a:p>
        </p:txBody>
      </p:sp>
      <p:sp>
        <p:nvSpPr>
          <p:cNvPr id="26" name="Text Placeholder 30">
            <a:extLst>
              <a:ext uri="{FF2B5EF4-FFF2-40B4-BE49-F238E27FC236}">
                <a16:creationId xmlns:a16="http://schemas.microsoft.com/office/drawing/2014/main" id="{AAEE65B4-7FC0-51E0-61A9-DA039122F268}"/>
              </a:ext>
            </a:extLst>
          </p:cNvPr>
          <p:cNvSpPr>
            <a:spLocks noGrp="1"/>
          </p:cNvSpPr>
          <p:nvPr>
            <p:ph type="body" sz="quarter" idx="44"/>
          </p:nvPr>
        </p:nvSpPr>
        <p:spPr>
          <a:xfrm>
            <a:off x="1981200" y="5133530"/>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27" name="Text Placeholder 30">
            <a:extLst>
              <a:ext uri="{FF2B5EF4-FFF2-40B4-BE49-F238E27FC236}">
                <a16:creationId xmlns:a16="http://schemas.microsoft.com/office/drawing/2014/main" id="{6483CD3B-2F61-38F8-2851-B10539781BDC}"/>
              </a:ext>
            </a:extLst>
          </p:cNvPr>
          <p:cNvSpPr>
            <a:spLocks noGrp="1"/>
          </p:cNvSpPr>
          <p:nvPr>
            <p:ph type="body" sz="quarter" idx="45"/>
          </p:nvPr>
        </p:nvSpPr>
        <p:spPr>
          <a:xfrm>
            <a:off x="1981200" y="4952738"/>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28" name="Text Placeholder 30">
            <a:extLst>
              <a:ext uri="{FF2B5EF4-FFF2-40B4-BE49-F238E27FC236}">
                <a16:creationId xmlns:a16="http://schemas.microsoft.com/office/drawing/2014/main" id="{F72C11EB-F1A8-B896-9775-C7ADA2F83259}"/>
              </a:ext>
            </a:extLst>
          </p:cNvPr>
          <p:cNvSpPr>
            <a:spLocks noGrp="1"/>
          </p:cNvSpPr>
          <p:nvPr>
            <p:ph type="body" sz="quarter" idx="46"/>
          </p:nvPr>
        </p:nvSpPr>
        <p:spPr>
          <a:xfrm>
            <a:off x="1981200" y="5314322"/>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29" name="Text Placeholder 30">
            <a:extLst>
              <a:ext uri="{FF2B5EF4-FFF2-40B4-BE49-F238E27FC236}">
                <a16:creationId xmlns:a16="http://schemas.microsoft.com/office/drawing/2014/main" id="{4BF91907-2C5A-9E08-110C-64B850CA6482}"/>
              </a:ext>
            </a:extLst>
          </p:cNvPr>
          <p:cNvSpPr>
            <a:spLocks noGrp="1"/>
          </p:cNvSpPr>
          <p:nvPr>
            <p:ph type="body" sz="quarter" idx="47"/>
          </p:nvPr>
        </p:nvSpPr>
        <p:spPr>
          <a:xfrm>
            <a:off x="1981200" y="5495114"/>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30" name="Text Placeholder 30">
            <a:extLst>
              <a:ext uri="{FF2B5EF4-FFF2-40B4-BE49-F238E27FC236}">
                <a16:creationId xmlns:a16="http://schemas.microsoft.com/office/drawing/2014/main" id="{0F5C0BB3-E700-E0BE-1E5D-F32BFF0DB730}"/>
              </a:ext>
            </a:extLst>
          </p:cNvPr>
          <p:cNvSpPr>
            <a:spLocks noGrp="1"/>
          </p:cNvSpPr>
          <p:nvPr>
            <p:ph type="body" sz="quarter" idx="48"/>
          </p:nvPr>
        </p:nvSpPr>
        <p:spPr>
          <a:xfrm>
            <a:off x="1981200" y="5675906"/>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pic>
        <p:nvPicPr>
          <p:cNvPr id="5" name="U.S. Army" descr="U.S. Army">
            <a:extLst>
              <a:ext uri="{FF2B5EF4-FFF2-40B4-BE49-F238E27FC236}">
                <a16:creationId xmlns:a16="http://schemas.microsoft.com/office/drawing/2014/main" id="{8765D769-2E19-A1D0-70F0-660B5118F32F}"/>
              </a:ext>
            </a:extLst>
          </p:cNvPr>
          <p:cNvPicPr>
            <a:picLocks noChangeAspect="1"/>
          </p:cNvPicPr>
          <p:nvPr/>
        </p:nvPicPr>
        <p:blipFill>
          <a:blip r:embed="rId2"/>
          <a:stretch>
            <a:fillRect/>
          </a:stretch>
        </p:blipFill>
        <p:spPr bwMode="black">
          <a:xfrm>
            <a:off x="244899" y="112631"/>
            <a:ext cx="3246120" cy="1225808"/>
          </a:xfrm>
          <a:prstGeom prst="rect">
            <a:avLst/>
          </a:prstGeom>
        </p:spPr>
      </p:pic>
      <p:pic>
        <p:nvPicPr>
          <p:cNvPr id="7" name="Picture 6">
            <a:extLst>
              <a:ext uri="{FF2B5EF4-FFF2-40B4-BE49-F238E27FC236}">
                <a16:creationId xmlns:a16="http://schemas.microsoft.com/office/drawing/2014/main" id="{4367708F-A6ED-2C67-AAB2-F57AAA10F9A2}"/>
              </a:ext>
            </a:extLst>
          </p:cNvPr>
          <p:cNvPicPr>
            <a:picLocks noChangeAspect="1"/>
          </p:cNvPicPr>
          <p:nvPr/>
        </p:nvPicPr>
        <p:blipFill>
          <a:blip r:embed="rId3"/>
          <a:srcRect/>
          <a:stretch/>
        </p:blipFill>
        <p:spPr>
          <a:xfrm>
            <a:off x="10004616" y="411162"/>
            <a:ext cx="1629707" cy="478023"/>
          </a:xfrm>
          <a:prstGeom prst="rect">
            <a:avLst/>
          </a:prstGeom>
        </p:spPr>
      </p:pic>
      <p:grpSp>
        <p:nvGrpSpPr>
          <p:cNvPr id="4" name="Group">
            <a:extLst>
              <a:ext uri="{FF2B5EF4-FFF2-40B4-BE49-F238E27FC236}">
                <a16:creationId xmlns:a16="http://schemas.microsoft.com/office/drawing/2014/main" id="{0D2A18CE-EA59-FCDB-5CF9-72169831C632}"/>
              </a:ext>
              <a:ext uri="{C183D7F6-B498-43B3-948B-1728B52AA6E4}">
                <adec:decorative xmlns:adec="http://schemas.microsoft.com/office/drawing/2017/decorative" val="1"/>
              </a:ext>
            </a:extLst>
          </p:cNvPr>
          <p:cNvGrpSpPr/>
          <p:nvPr/>
        </p:nvGrpSpPr>
        <p:grpSpPr>
          <a:xfrm>
            <a:off x="548218" y="1974220"/>
            <a:ext cx="7173381" cy="2377440"/>
            <a:chOff x="411163" y="2240280"/>
            <a:chExt cx="6446837" cy="2377440"/>
          </a:xfrm>
        </p:grpSpPr>
        <p:sp>
          <p:nvSpPr>
            <p:cNvPr id="15" name="Rectangle">
              <a:extLst>
                <a:ext uri="{FF2B5EF4-FFF2-40B4-BE49-F238E27FC236}">
                  <a16:creationId xmlns:a16="http://schemas.microsoft.com/office/drawing/2014/main" id="{453FC9A3-D341-95FE-49D0-507EC65462D2}"/>
                </a:ext>
                <a:ext uri="{C183D7F6-B498-43B3-948B-1728B52AA6E4}">
                  <adec:decorative xmlns:adec="http://schemas.microsoft.com/office/drawing/2017/decorative" val="1"/>
                </a:ext>
              </a:extLst>
            </p:cNvPr>
            <p:cNvSpPr/>
            <p:nvPr userDrawn="1"/>
          </p:nvSpPr>
          <p:spPr>
            <a:xfrm>
              <a:off x="411163" y="2240280"/>
              <a:ext cx="6446837" cy="2377440"/>
            </a:xfrm>
            <a:prstGeom prst="rect">
              <a:avLst/>
            </a:prstGeom>
            <a:noFill/>
            <a:ln w="19050" cap="flat">
              <a:solidFill>
                <a:srgbClr val="FFCC01"/>
              </a:solidFill>
              <a:miter lim="800000"/>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1600"/>
            </a:p>
          </p:txBody>
        </p:sp>
        <p:cxnSp>
          <p:nvCxnSpPr>
            <p:cNvPr id="18" name="Line">
              <a:extLst>
                <a:ext uri="{FF2B5EF4-FFF2-40B4-BE49-F238E27FC236}">
                  <a16:creationId xmlns:a16="http://schemas.microsoft.com/office/drawing/2014/main" id="{2A030869-4AC4-CE94-F004-03103C4DBCA4}"/>
                </a:ext>
                <a:ext uri="{C183D7F6-B498-43B3-948B-1728B52AA6E4}">
                  <adec:decorative xmlns:adec="http://schemas.microsoft.com/office/drawing/2017/decorative" val="1"/>
                </a:ext>
              </a:extLst>
            </p:cNvPr>
            <p:cNvCxnSpPr>
              <a:cxnSpLocks/>
            </p:cNvCxnSpPr>
            <p:nvPr userDrawn="1"/>
          </p:nvCxnSpPr>
          <p:spPr>
            <a:xfrm>
              <a:off x="411163" y="3931920"/>
              <a:ext cx="6446837" cy="0"/>
            </a:xfrm>
            <a:prstGeom prst="line">
              <a:avLst/>
            </a:prstGeom>
            <a:ln w="19050" cap="flat">
              <a:solidFill>
                <a:srgbClr val="FFCC01"/>
              </a:solidFill>
              <a:miter lim="800000"/>
            </a:ln>
          </p:spPr>
          <p:style>
            <a:lnRef idx="1">
              <a:schemeClr val="accent1"/>
            </a:lnRef>
            <a:fillRef idx="0">
              <a:schemeClr val="accent1"/>
            </a:fillRef>
            <a:effectRef idx="0">
              <a:srgbClr val="000000"/>
            </a:effectRef>
            <a:fontRef idx="minor">
              <a:schemeClr val="lt1"/>
            </a:fontRef>
          </p:style>
        </p:cxnSp>
        <p:cxnSp>
          <p:nvCxnSpPr>
            <p:cNvPr id="19" name="Line">
              <a:extLst>
                <a:ext uri="{FF2B5EF4-FFF2-40B4-BE49-F238E27FC236}">
                  <a16:creationId xmlns:a16="http://schemas.microsoft.com/office/drawing/2014/main" id="{5AB8E5F3-02DC-C870-FF70-6B7F087F40F4}"/>
                </a:ext>
                <a:ext uri="{C183D7F6-B498-43B3-948B-1728B52AA6E4}">
                  <adec:decorative xmlns:adec="http://schemas.microsoft.com/office/drawing/2017/decorative" val="1"/>
                </a:ext>
              </a:extLst>
            </p:cNvPr>
            <p:cNvCxnSpPr>
              <a:cxnSpLocks/>
            </p:cNvCxnSpPr>
            <p:nvPr userDrawn="1"/>
          </p:nvCxnSpPr>
          <p:spPr>
            <a:xfrm>
              <a:off x="4274795" y="3931920"/>
              <a:ext cx="0" cy="685800"/>
            </a:xfrm>
            <a:prstGeom prst="line">
              <a:avLst/>
            </a:prstGeom>
            <a:ln w="19050" cap="flat">
              <a:solidFill>
                <a:srgbClr val="FFCC01"/>
              </a:solidFill>
              <a:miter lim="800000"/>
            </a:ln>
          </p:spPr>
          <p:style>
            <a:lnRef idx="1">
              <a:schemeClr val="accent1"/>
            </a:lnRef>
            <a:fillRef idx="0">
              <a:schemeClr val="accent1"/>
            </a:fillRef>
            <a:effectRef idx="0">
              <a:srgbClr val="000000"/>
            </a:effectRef>
            <a:fontRef idx="minor">
              <a:schemeClr val="lt1"/>
            </a:fontRef>
          </p:style>
        </p:cxnSp>
      </p:grpSp>
      <p:sp>
        <p:nvSpPr>
          <p:cNvPr id="31" name="Title 1">
            <a:extLst>
              <a:ext uri="{FF2B5EF4-FFF2-40B4-BE49-F238E27FC236}">
                <a16:creationId xmlns:a16="http://schemas.microsoft.com/office/drawing/2014/main" id="{0A3716E9-1A78-32FC-3DC4-30F600373863}"/>
              </a:ext>
            </a:extLst>
          </p:cNvPr>
          <p:cNvSpPr>
            <a:spLocks noGrp="1"/>
          </p:cNvSpPr>
          <p:nvPr>
            <p:ph type="ctrTitle" hasCustomPrompt="1"/>
          </p:nvPr>
        </p:nvSpPr>
        <p:spPr>
          <a:xfrm>
            <a:off x="914400" y="2202820"/>
            <a:ext cx="6429375" cy="1325880"/>
          </a:xfrm>
          <a:prstGeom prst="rect">
            <a:avLst/>
          </a:prstGeom>
        </p:spPr>
        <p:txBody>
          <a:bodyPr anchor="t" anchorCtr="0"/>
          <a:lstStyle>
            <a:lvl1pPr algn="l">
              <a:lnSpc>
                <a:spcPct val="80000"/>
              </a:lnSpc>
              <a:defRPr sz="3600"/>
            </a:lvl1pPr>
          </a:lstStyle>
          <a:p>
            <a:r>
              <a:rPr kumimoji="0" lang="en-US" sz="3600" b="0" i="0" u="none" strike="noStrike" kern="1200" cap="all" spc="0" normalizeH="0" baseline="0" noProof="0">
                <a:ln>
                  <a:noFill/>
                </a:ln>
                <a:solidFill>
                  <a:srgbClr val="FFFFFF"/>
                </a:solidFill>
                <a:effectLst/>
                <a:uLnTx/>
                <a:uFillTx/>
                <a:latin typeface="Arial"/>
                <a:ea typeface="+mj-ea"/>
                <a:cs typeface="+mj-cs"/>
              </a:rPr>
              <a:t>PRESENTATION TITLE</a:t>
            </a:r>
            <a:br>
              <a:rPr kumimoji="0" lang="en-US" sz="3600" b="0" i="0" u="none" strike="noStrike" kern="1200" cap="all" spc="0" normalizeH="0" baseline="0" noProof="0">
                <a:ln>
                  <a:noFill/>
                </a:ln>
                <a:solidFill>
                  <a:srgbClr val="FFFFFF"/>
                </a:solidFill>
                <a:effectLst/>
                <a:uLnTx/>
                <a:uFillTx/>
                <a:latin typeface="Arial"/>
                <a:ea typeface="+mj-ea"/>
                <a:cs typeface="+mj-cs"/>
              </a:rPr>
            </a:br>
            <a:r>
              <a:rPr kumimoji="0" lang="en-US" sz="3600" b="0" i="0" u="none" strike="noStrike" kern="1200" cap="all" spc="0" normalizeH="0" baseline="0" noProof="0">
                <a:ln>
                  <a:noFill/>
                </a:ln>
                <a:solidFill>
                  <a:srgbClr val="FFFFFF"/>
                </a:solidFill>
                <a:effectLst/>
                <a:uLnTx/>
                <a:uFillTx/>
                <a:latin typeface="Arial"/>
                <a:ea typeface="+mj-ea"/>
                <a:cs typeface="+mj-cs"/>
              </a:rPr>
              <a:t>PRESENTATION TITLE</a:t>
            </a:r>
            <a:br>
              <a:rPr kumimoji="0" lang="en-US" sz="3600" b="0" i="0" u="none" strike="noStrike" kern="1200" cap="all" spc="0" normalizeH="0" baseline="0" noProof="0">
                <a:ln>
                  <a:noFill/>
                </a:ln>
                <a:solidFill>
                  <a:srgbClr val="FFFFFF"/>
                </a:solidFill>
                <a:effectLst/>
                <a:uLnTx/>
                <a:uFillTx/>
                <a:latin typeface="Arial"/>
                <a:ea typeface="+mj-ea"/>
                <a:cs typeface="+mj-cs"/>
              </a:rPr>
            </a:br>
            <a:r>
              <a:rPr kumimoji="0" lang="en-US" sz="3600" b="0" i="0" u="none" strike="noStrike" kern="1200" cap="all" spc="0" normalizeH="0" baseline="0" noProof="0">
                <a:ln>
                  <a:noFill/>
                </a:ln>
                <a:solidFill>
                  <a:srgbClr val="FFCC01"/>
                </a:solidFill>
                <a:effectLst/>
                <a:uLnTx/>
                <a:uFillTx/>
                <a:latin typeface="Arial"/>
                <a:ea typeface="+mj-ea"/>
                <a:cs typeface="+mj-cs"/>
              </a:rPr>
              <a:t>THREE LINES MAX</a:t>
            </a:r>
            <a:endParaRPr lang="en-US"/>
          </a:p>
        </p:txBody>
      </p:sp>
      <p:sp>
        <p:nvSpPr>
          <p:cNvPr id="32" name="Subtitle 2">
            <a:extLst>
              <a:ext uri="{FF2B5EF4-FFF2-40B4-BE49-F238E27FC236}">
                <a16:creationId xmlns:a16="http://schemas.microsoft.com/office/drawing/2014/main" id="{9BBCBD69-970D-2A8D-E951-CFBC732DBCF4}"/>
              </a:ext>
            </a:extLst>
          </p:cNvPr>
          <p:cNvSpPr>
            <a:spLocks noGrp="1"/>
          </p:cNvSpPr>
          <p:nvPr>
            <p:ph type="subTitle" idx="1" hasCustomPrompt="1"/>
          </p:nvPr>
        </p:nvSpPr>
        <p:spPr>
          <a:xfrm>
            <a:off x="914401" y="3784732"/>
            <a:ext cx="3565524" cy="457200"/>
          </a:xfrm>
          <a:prstGeom prst="rect">
            <a:avLst/>
          </a:prstGeom>
        </p:spPr>
        <p:txBody>
          <a:bodyPr anchor="ctr" anchorCtr="0"/>
          <a:lstStyle>
            <a:lvl1pPr marL="0" indent="0" algn="l">
              <a:spcBef>
                <a:spcPts val="0"/>
              </a:spcBef>
              <a:buNone/>
              <a:defRPr sz="1200" b="1">
                <a:solidFill>
                  <a:schemeClr val="tx2"/>
                </a:solidFill>
              </a:defRPr>
            </a:lvl1pPr>
            <a:lvl2pPr marL="0" indent="0" algn="l">
              <a:spcBef>
                <a:spcPts val="0"/>
              </a:spcBef>
              <a:buNone/>
              <a:defRPr sz="1200" b="1">
                <a:solidFill>
                  <a:schemeClr val="tx2"/>
                </a:solidFill>
              </a:defRPr>
            </a:lvl2pPr>
            <a:lvl3pPr marL="0" indent="0" algn="l">
              <a:spcBef>
                <a:spcPts val="0"/>
              </a:spcBef>
              <a:buNone/>
              <a:defRPr sz="1200" b="1">
                <a:solidFill>
                  <a:schemeClr val="tx2"/>
                </a:solidFill>
              </a:defRPr>
            </a:lvl3pPr>
            <a:lvl4pPr marL="0" indent="0" algn="l">
              <a:spcBef>
                <a:spcPts val="0"/>
              </a:spcBef>
              <a:buNone/>
              <a:defRPr sz="1200" b="1">
                <a:solidFill>
                  <a:schemeClr val="tx2"/>
                </a:solidFill>
              </a:defRPr>
            </a:lvl4pPr>
            <a:lvl5pPr marL="0" indent="0" algn="l">
              <a:spcBef>
                <a:spcPts val="0"/>
              </a:spcBef>
              <a:buNone/>
              <a:defRPr sz="1200" b="1">
                <a:solidFill>
                  <a:schemeClr val="tx2"/>
                </a:solidFill>
              </a:defRPr>
            </a:lvl5pPr>
            <a:lvl6pPr marL="0" indent="0" algn="l">
              <a:spcBef>
                <a:spcPts val="0"/>
              </a:spcBef>
              <a:buNone/>
              <a:defRPr sz="1200" b="1">
                <a:solidFill>
                  <a:schemeClr val="tx2"/>
                </a:solidFill>
              </a:defRPr>
            </a:lvl6pPr>
            <a:lvl7pPr marL="0" indent="0" algn="l">
              <a:spcBef>
                <a:spcPts val="0"/>
              </a:spcBef>
              <a:buNone/>
              <a:defRPr sz="1200" b="1">
                <a:solidFill>
                  <a:schemeClr val="tx2"/>
                </a:solidFill>
              </a:defRPr>
            </a:lvl7pPr>
            <a:lvl8pPr marL="0" indent="0" algn="l">
              <a:spcBef>
                <a:spcPts val="0"/>
              </a:spcBef>
              <a:buNone/>
              <a:defRPr sz="1200" b="1">
                <a:solidFill>
                  <a:schemeClr val="tx2"/>
                </a:solidFill>
              </a:defRPr>
            </a:lvl8pPr>
            <a:lvl9pPr marL="0" indent="0" algn="l">
              <a:spcBef>
                <a:spcPts val="0"/>
              </a:spcBef>
              <a:buNone/>
              <a:defRPr sz="1200" b="1">
                <a:solidFill>
                  <a:schemeClr val="tx2"/>
                </a:solidFill>
              </a:defRPr>
            </a:lvl9pPr>
          </a:lstStyle>
          <a:p>
            <a:r>
              <a:rPr lang="en-US"/>
              <a:t>[Presentation subtitle/description]</a:t>
            </a:r>
          </a:p>
        </p:txBody>
      </p:sp>
      <p:sp>
        <p:nvSpPr>
          <p:cNvPr id="33" name="Text Placeholder 3">
            <a:extLst>
              <a:ext uri="{FF2B5EF4-FFF2-40B4-BE49-F238E27FC236}">
                <a16:creationId xmlns:a16="http://schemas.microsoft.com/office/drawing/2014/main" id="{845FCD4C-F9C5-DECB-5274-6DEC95A50B53}"/>
              </a:ext>
            </a:extLst>
          </p:cNvPr>
          <p:cNvSpPr>
            <a:spLocks noGrp="1"/>
          </p:cNvSpPr>
          <p:nvPr>
            <p:ph type="body" sz="quarter" idx="10" hasCustomPrompt="1"/>
          </p:nvPr>
        </p:nvSpPr>
        <p:spPr>
          <a:xfrm>
            <a:off x="5212079" y="3784732"/>
            <a:ext cx="2131695" cy="457200"/>
          </a:xfrm>
          <a:prstGeom prst="rect">
            <a:avLst/>
          </a:prstGeom>
        </p:spPr>
        <p:txBody>
          <a:bodyPr anchor="ctr" anchorCtr="0"/>
          <a:lstStyle>
            <a:lvl1pPr marL="0" indent="0" algn="ctr">
              <a:lnSpc>
                <a:spcPct val="80000"/>
              </a:lnSpc>
              <a:spcBef>
                <a:spcPts val="0"/>
              </a:spcBef>
              <a:buFontTx/>
              <a:buNone/>
              <a:defRPr sz="1400" b="1" cap="all" baseline="0">
                <a:solidFill>
                  <a:schemeClr val="tx2"/>
                </a:solidFill>
              </a:defRPr>
            </a:lvl1pPr>
            <a:lvl2pPr marL="0" indent="0" algn="ctr">
              <a:lnSpc>
                <a:spcPct val="80000"/>
              </a:lnSpc>
              <a:spcBef>
                <a:spcPts val="0"/>
              </a:spcBef>
              <a:buFontTx/>
              <a:buNone/>
              <a:defRPr sz="1400" b="1" cap="all" baseline="0">
                <a:solidFill>
                  <a:schemeClr val="tx2"/>
                </a:solidFill>
              </a:defRPr>
            </a:lvl2pPr>
            <a:lvl3pPr marL="0" indent="0" algn="ctr">
              <a:lnSpc>
                <a:spcPct val="80000"/>
              </a:lnSpc>
              <a:spcBef>
                <a:spcPts val="0"/>
              </a:spcBef>
              <a:buFontTx/>
              <a:buNone/>
              <a:defRPr sz="1400" b="1" cap="all" baseline="0">
                <a:solidFill>
                  <a:schemeClr val="tx2"/>
                </a:solidFill>
              </a:defRPr>
            </a:lvl3pPr>
            <a:lvl4pPr marL="0" indent="0" algn="ctr">
              <a:lnSpc>
                <a:spcPct val="80000"/>
              </a:lnSpc>
              <a:spcBef>
                <a:spcPts val="0"/>
              </a:spcBef>
              <a:buFontTx/>
              <a:buNone/>
              <a:defRPr sz="1400" b="1" cap="all" baseline="0">
                <a:solidFill>
                  <a:schemeClr val="tx2"/>
                </a:solidFill>
              </a:defRPr>
            </a:lvl4pPr>
            <a:lvl5pPr marL="0" indent="0" algn="ctr">
              <a:lnSpc>
                <a:spcPct val="80000"/>
              </a:lnSpc>
              <a:spcBef>
                <a:spcPts val="0"/>
              </a:spcBef>
              <a:buFontTx/>
              <a:buNone/>
              <a:defRPr sz="1400" b="1" cap="all" baseline="0">
                <a:solidFill>
                  <a:schemeClr val="tx2"/>
                </a:solidFill>
              </a:defRPr>
            </a:lvl5pPr>
            <a:lvl6pPr marL="0" indent="0" algn="ctr">
              <a:lnSpc>
                <a:spcPct val="80000"/>
              </a:lnSpc>
              <a:spcBef>
                <a:spcPts val="0"/>
              </a:spcBef>
              <a:buFontTx/>
              <a:buNone/>
              <a:defRPr sz="1400" b="1" cap="all" baseline="0">
                <a:solidFill>
                  <a:schemeClr val="tx2"/>
                </a:solidFill>
              </a:defRPr>
            </a:lvl6pPr>
            <a:lvl7pPr marL="0" indent="0" algn="ctr">
              <a:lnSpc>
                <a:spcPct val="80000"/>
              </a:lnSpc>
              <a:spcBef>
                <a:spcPts val="0"/>
              </a:spcBef>
              <a:buFontTx/>
              <a:buNone/>
              <a:defRPr sz="1400" b="1" cap="all" baseline="0">
                <a:solidFill>
                  <a:schemeClr val="tx2"/>
                </a:solidFill>
              </a:defRPr>
            </a:lvl7pPr>
            <a:lvl8pPr marL="0" indent="0" algn="ctr">
              <a:lnSpc>
                <a:spcPct val="80000"/>
              </a:lnSpc>
              <a:spcBef>
                <a:spcPts val="0"/>
              </a:spcBef>
              <a:buFontTx/>
              <a:buNone/>
              <a:defRPr sz="1400" b="1" cap="all" baseline="0">
                <a:solidFill>
                  <a:schemeClr val="tx2"/>
                </a:solidFill>
              </a:defRPr>
            </a:lvl8pPr>
            <a:lvl9pPr marL="0" indent="0" algn="ctr">
              <a:lnSpc>
                <a:spcPct val="80000"/>
              </a:lnSpc>
              <a:spcBef>
                <a:spcPts val="0"/>
              </a:spcBef>
              <a:buFontTx/>
              <a:buNone/>
              <a:defRPr sz="1400" b="1" cap="all" baseline="0">
                <a:solidFill>
                  <a:schemeClr val="tx2"/>
                </a:solidFill>
              </a:defRPr>
            </a:lvl9pPr>
          </a:lstStyle>
          <a:p>
            <a:pPr lvl="0"/>
            <a:r>
              <a:rPr lang="en-US"/>
              <a:t>[00 Month 0000]</a:t>
            </a:r>
          </a:p>
        </p:txBody>
      </p:sp>
      <p:sp>
        <p:nvSpPr>
          <p:cNvPr id="2" name="Rectangle 1">
            <a:extLst>
              <a:ext uri="{FF2B5EF4-FFF2-40B4-BE49-F238E27FC236}">
                <a16:creationId xmlns:a16="http://schemas.microsoft.com/office/drawing/2014/main" id="{410D24ED-E5F8-CA86-25F1-78110A690DC5}"/>
              </a:ext>
            </a:extLst>
          </p:cNvPr>
          <p:cNvSpPr>
            <a:spLocks noChangeArrowheads="1"/>
          </p:cNvSpPr>
          <p:nvPr/>
        </p:nvSpPr>
        <p:spPr bwMode="auto">
          <a:xfrm>
            <a:off x="1386840" y="0"/>
            <a:ext cx="9418320" cy="200055"/>
          </a:xfrm>
          <a:prstGeom prst="rect">
            <a:avLst/>
          </a:prstGeom>
          <a:noFill/>
          <a:ln w="9525">
            <a:noFill/>
            <a:miter lim="800000"/>
            <a:headEnd/>
            <a:tailEnd/>
          </a:ln>
        </p:spPr>
        <p:txBody>
          <a:bodyPr wrap="square" anchor="t" anchorCtr="0">
            <a:spAutoFit/>
          </a:bodyPr>
          <a:lstStyle/>
          <a:p>
            <a:pPr algn="ctr">
              <a:defRPr/>
            </a:pPr>
            <a:r>
              <a:rPr lang="en-US" sz="700" b="1" dirty="0">
                <a:solidFill>
                  <a:srgbClr val="2DAA27"/>
                </a:solidFill>
                <a:latin typeface="+mn-lt"/>
                <a:cs typeface="Arial Bold" panose="020B0704020202020204" pitchFamily="34" charset="0"/>
              </a:rPr>
              <a:t>UNCLASSIFIED</a:t>
            </a:r>
          </a:p>
        </p:txBody>
      </p:sp>
      <p:sp>
        <p:nvSpPr>
          <p:cNvPr id="3" name="Rectangle 15">
            <a:extLst>
              <a:ext uri="{FF2B5EF4-FFF2-40B4-BE49-F238E27FC236}">
                <a16:creationId xmlns:a16="http://schemas.microsoft.com/office/drawing/2014/main" id="{5F51F9D9-5896-27C6-545B-841C41CB76F2}"/>
              </a:ext>
            </a:extLst>
          </p:cNvPr>
          <p:cNvSpPr>
            <a:spLocks noChangeArrowheads="1"/>
          </p:cNvSpPr>
          <p:nvPr/>
        </p:nvSpPr>
        <p:spPr bwMode="auto">
          <a:xfrm>
            <a:off x="1386840" y="6657945"/>
            <a:ext cx="9418320" cy="200055"/>
          </a:xfrm>
          <a:prstGeom prst="rect">
            <a:avLst/>
          </a:prstGeom>
          <a:noFill/>
          <a:ln w="9525">
            <a:noFill/>
            <a:miter lim="800000"/>
            <a:headEnd/>
            <a:tailEnd/>
          </a:ln>
        </p:spPr>
        <p:txBody>
          <a:bodyPr wrap="square" lIns="0" rIns="0" anchor="b">
            <a:spAutoFit/>
          </a:bodyPr>
          <a:lstStyle/>
          <a:p>
            <a:pPr algn="ctr">
              <a:defRPr/>
            </a:pPr>
            <a:r>
              <a:rPr lang="en-US" sz="700" b="1" dirty="0">
                <a:solidFill>
                  <a:srgbClr val="2DAA27"/>
                </a:solidFill>
                <a:latin typeface="+mn-lt"/>
                <a:cs typeface="Arial Bold" panose="020B0704020202020204" pitchFamily="34" charset="0"/>
              </a:rPr>
              <a:t>UNCLASSIFIED</a:t>
            </a:r>
          </a:p>
        </p:txBody>
      </p:sp>
    </p:spTree>
    <p:extLst>
      <p:ext uri="{BB962C8B-B14F-4D97-AF65-F5344CB8AC3E}">
        <p14:creationId xmlns:p14="http://schemas.microsoft.com/office/powerpoint/2010/main" val="892937886"/>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 White">
    <p:bg>
      <p:bgRef idx="1001">
        <a:schemeClr val="bg1"/>
      </p:bgRef>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9D1B5714-1C67-5305-161F-BB8ABA64529E}"/>
              </a:ext>
            </a:extLst>
          </p:cNvPr>
          <p:cNvSpPr>
            <a:spLocks noGrp="1"/>
          </p:cNvSpPr>
          <p:nvPr>
            <p:ph type="dt" sz="half" idx="11"/>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7" name="Slide Number Placeholder 6">
            <a:extLst>
              <a:ext uri="{FF2B5EF4-FFF2-40B4-BE49-F238E27FC236}">
                <a16:creationId xmlns:a16="http://schemas.microsoft.com/office/drawing/2014/main" id="{BC66A96F-567A-34EC-DC2C-66C406228A96}"/>
              </a:ext>
            </a:extLst>
          </p:cNvPr>
          <p:cNvSpPr>
            <a:spLocks noGrp="1"/>
          </p:cNvSpPr>
          <p:nvPr>
            <p:ph type="sldNum" sz="quarter" idx="12"/>
          </p:nvPr>
        </p:nvSpPr>
        <p:spPr>
          <a:xfrm>
            <a:off x="11210716" y="6629400"/>
            <a:ext cx="442001" cy="228600"/>
          </a:xfrm>
          <a:prstGeom prst="rect">
            <a:avLst/>
          </a:prstGeom>
        </p:spPr>
        <p:txBody>
          <a:bodyPr/>
          <a:lstStyle/>
          <a:p>
            <a:fld id="{79D051F2-C7C4-43BD-B552-C78CE0DE4128}" type="slidenum">
              <a:rPr lang="en-US" smtClean="0"/>
              <a:t>‹#›</a:t>
            </a:fld>
            <a:endParaRPr lang="en-US"/>
          </a:p>
        </p:txBody>
      </p:sp>
      <p:pic>
        <p:nvPicPr>
          <p:cNvPr id="8" name="U.S. Army" descr="U.S. Army">
            <a:extLst>
              <a:ext uri="{FF2B5EF4-FFF2-40B4-BE49-F238E27FC236}">
                <a16:creationId xmlns:a16="http://schemas.microsoft.com/office/drawing/2014/main" id="{C4525471-71C4-E84C-06B5-CF4BA10994C2}"/>
              </a:ext>
            </a:extLst>
          </p:cNvPr>
          <p:cNvPicPr>
            <a:picLocks noChangeAspect="1"/>
          </p:cNvPicPr>
          <p:nvPr/>
        </p:nvPicPr>
        <p:blipFill>
          <a:blip r:embed="rId2"/>
          <a:stretch>
            <a:fillRect/>
          </a:stretch>
        </p:blipFill>
        <p:spPr bwMode="black">
          <a:xfrm>
            <a:off x="180891" y="104974"/>
            <a:ext cx="3246120" cy="1225808"/>
          </a:xfrm>
          <a:prstGeom prst="rect">
            <a:avLst/>
          </a:prstGeom>
          <a:noFill/>
        </p:spPr>
      </p:pic>
      <p:sp>
        <p:nvSpPr>
          <p:cNvPr id="9" name="Text Placeholder 30">
            <a:extLst>
              <a:ext uri="{FF2B5EF4-FFF2-40B4-BE49-F238E27FC236}">
                <a16:creationId xmlns:a16="http://schemas.microsoft.com/office/drawing/2014/main" id="{00EB67EC-5954-991C-39BB-6509621390EB}"/>
              </a:ext>
            </a:extLst>
          </p:cNvPr>
          <p:cNvSpPr>
            <a:spLocks noGrp="1"/>
          </p:cNvSpPr>
          <p:nvPr>
            <p:ph type="body" sz="quarter" idx="39" hasCustomPrompt="1"/>
          </p:nvPr>
        </p:nvSpPr>
        <p:spPr>
          <a:xfrm>
            <a:off x="547688" y="5133530"/>
            <a:ext cx="1335568" cy="138499"/>
          </a:xfrm>
          <a:prstGeom prst="rect">
            <a:avLst/>
          </a:prstGeom>
          <a:no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Controlled by: </a:t>
            </a:r>
          </a:p>
        </p:txBody>
      </p:sp>
      <p:sp>
        <p:nvSpPr>
          <p:cNvPr id="13" name="Text Placeholder 30">
            <a:extLst>
              <a:ext uri="{FF2B5EF4-FFF2-40B4-BE49-F238E27FC236}">
                <a16:creationId xmlns:a16="http://schemas.microsoft.com/office/drawing/2014/main" id="{E6059881-3615-6A80-014A-12F5EBBBE25A}"/>
              </a:ext>
            </a:extLst>
          </p:cNvPr>
          <p:cNvSpPr>
            <a:spLocks noGrp="1"/>
          </p:cNvSpPr>
          <p:nvPr>
            <p:ph type="body" sz="quarter" idx="40" hasCustomPrompt="1"/>
          </p:nvPr>
        </p:nvSpPr>
        <p:spPr>
          <a:xfrm>
            <a:off x="547688" y="4952738"/>
            <a:ext cx="1335568" cy="138499"/>
          </a:xfrm>
          <a:prstGeom prst="rect">
            <a:avLst/>
          </a:prstGeom>
          <a:no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Controlled by: </a:t>
            </a:r>
          </a:p>
        </p:txBody>
      </p:sp>
      <p:sp>
        <p:nvSpPr>
          <p:cNvPr id="14" name="Text Placeholder 30">
            <a:extLst>
              <a:ext uri="{FF2B5EF4-FFF2-40B4-BE49-F238E27FC236}">
                <a16:creationId xmlns:a16="http://schemas.microsoft.com/office/drawing/2014/main" id="{E2D99AAA-01B9-ED71-F90F-711F200233EB}"/>
              </a:ext>
            </a:extLst>
          </p:cNvPr>
          <p:cNvSpPr>
            <a:spLocks noGrp="1"/>
          </p:cNvSpPr>
          <p:nvPr>
            <p:ph type="body" sz="quarter" idx="41" hasCustomPrompt="1"/>
          </p:nvPr>
        </p:nvSpPr>
        <p:spPr>
          <a:xfrm>
            <a:off x="547688" y="5314322"/>
            <a:ext cx="1335568" cy="138499"/>
          </a:xfrm>
          <a:prstGeom prst="rect">
            <a:avLst/>
          </a:prstGeom>
          <a:no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CUI Category: </a:t>
            </a:r>
          </a:p>
        </p:txBody>
      </p:sp>
      <p:sp>
        <p:nvSpPr>
          <p:cNvPr id="16" name="Text Placeholder 30">
            <a:extLst>
              <a:ext uri="{FF2B5EF4-FFF2-40B4-BE49-F238E27FC236}">
                <a16:creationId xmlns:a16="http://schemas.microsoft.com/office/drawing/2014/main" id="{AA78AC6A-4B5E-2F9D-94D1-897336CBC5FD}"/>
              </a:ext>
            </a:extLst>
          </p:cNvPr>
          <p:cNvSpPr>
            <a:spLocks noGrp="1"/>
          </p:cNvSpPr>
          <p:nvPr>
            <p:ph type="body" sz="quarter" idx="42" hasCustomPrompt="1"/>
          </p:nvPr>
        </p:nvSpPr>
        <p:spPr>
          <a:xfrm>
            <a:off x="547688" y="5495114"/>
            <a:ext cx="1335568" cy="138499"/>
          </a:xfrm>
          <a:prstGeom prst="rect">
            <a:avLst/>
          </a:prstGeom>
          <a:no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Distribution Statement: </a:t>
            </a:r>
          </a:p>
        </p:txBody>
      </p:sp>
      <p:sp>
        <p:nvSpPr>
          <p:cNvPr id="17" name="Text Placeholder 30">
            <a:extLst>
              <a:ext uri="{FF2B5EF4-FFF2-40B4-BE49-F238E27FC236}">
                <a16:creationId xmlns:a16="http://schemas.microsoft.com/office/drawing/2014/main" id="{E909E494-A135-FCDC-B270-D6B7047A3B14}"/>
              </a:ext>
            </a:extLst>
          </p:cNvPr>
          <p:cNvSpPr>
            <a:spLocks noGrp="1"/>
          </p:cNvSpPr>
          <p:nvPr>
            <p:ph type="body" sz="quarter" idx="43" hasCustomPrompt="1"/>
          </p:nvPr>
        </p:nvSpPr>
        <p:spPr>
          <a:xfrm>
            <a:off x="547688" y="5675906"/>
            <a:ext cx="1335568" cy="138499"/>
          </a:xfrm>
          <a:prstGeom prst="rect">
            <a:avLst/>
          </a:prstGeom>
          <a:no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POC: </a:t>
            </a:r>
          </a:p>
        </p:txBody>
      </p:sp>
      <p:sp>
        <p:nvSpPr>
          <p:cNvPr id="18" name="Text Placeholder 30">
            <a:extLst>
              <a:ext uri="{FF2B5EF4-FFF2-40B4-BE49-F238E27FC236}">
                <a16:creationId xmlns:a16="http://schemas.microsoft.com/office/drawing/2014/main" id="{99D08674-52BB-F86B-32DC-93D0F45597F7}"/>
              </a:ext>
            </a:extLst>
          </p:cNvPr>
          <p:cNvSpPr>
            <a:spLocks noGrp="1"/>
          </p:cNvSpPr>
          <p:nvPr>
            <p:ph type="body" sz="quarter" idx="44"/>
          </p:nvPr>
        </p:nvSpPr>
        <p:spPr>
          <a:xfrm>
            <a:off x="1981200" y="5133530"/>
            <a:ext cx="3124934" cy="138499"/>
          </a:xfrm>
          <a:prstGeom prst="rect">
            <a:avLst/>
          </a:prstGeom>
          <a:no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19" name="Text Placeholder 30">
            <a:extLst>
              <a:ext uri="{FF2B5EF4-FFF2-40B4-BE49-F238E27FC236}">
                <a16:creationId xmlns:a16="http://schemas.microsoft.com/office/drawing/2014/main" id="{75B8A948-14E8-9F98-4694-85A4D577B42A}"/>
              </a:ext>
            </a:extLst>
          </p:cNvPr>
          <p:cNvSpPr>
            <a:spLocks noGrp="1"/>
          </p:cNvSpPr>
          <p:nvPr>
            <p:ph type="body" sz="quarter" idx="45"/>
          </p:nvPr>
        </p:nvSpPr>
        <p:spPr>
          <a:xfrm>
            <a:off x="1981200" y="4952738"/>
            <a:ext cx="3124934" cy="138499"/>
          </a:xfrm>
          <a:prstGeom prst="rect">
            <a:avLst/>
          </a:prstGeom>
          <a:no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20" name="Text Placeholder 30">
            <a:extLst>
              <a:ext uri="{FF2B5EF4-FFF2-40B4-BE49-F238E27FC236}">
                <a16:creationId xmlns:a16="http://schemas.microsoft.com/office/drawing/2014/main" id="{8594BC0E-E83A-A7AB-AD3C-A280B5A706D3}"/>
              </a:ext>
            </a:extLst>
          </p:cNvPr>
          <p:cNvSpPr>
            <a:spLocks noGrp="1"/>
          </p:cNvSpPr>
          <p:nvPr>
            <p:ph type="body" sz="quarter" idx="46"/>
          </p:nvPr>
        </p:nvSpPr>
        <p:spPr>
          <a:xfrm>
            <a:off x="1981200" y="5314322"/>
            <a:ext cx="3124934" cy="138499"/>
          </a:xfrm>
          <a:prstGeom prst="rect">
            <a:avLst/>
          </a:prstGeom>
          <a:no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21" name="Text Placeholder 30">
            <a:extLst>
              <a:ext uri="{FF2B5EF4-FFF2-40B4-BE49-F238E27FC236}">
                <a16:creationId xmlns:a16="http://schemas.microsoft.com/office/drawing/2014/main" id="{45C25EBB-0808-3B97-D5EC-84FE1867AB1B}"/>
              </a:ext>
            </a:extLst>
          </p:cNvPr>
          <p:cNvSpPr>
            <a:spLocks noGrp="1"/>
          </p:cNvSpPr>
          <p:nvPr>
            <p:ph type="body" sz="quarter" idx="47"/>
          </p:nvPr>
        </p:nvSpPr>
        <p:spPr>
          <a:xfrm>
            <a:off x="1981200" y="5495114"/>
            <a:ext cx="3124934" cy="138499"/>
          </a:xfrm>
          <a:prstGeom prst="rect">
            <a:avLst/>
          </a:prstGeom>
          <a:no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31" name="Text Placeholder 30">
            <a:extLst>
              <a:ext uri="{FF2B5EF4-FFF2-40B4-BE49-F238E27FC236}">
                <a16:creationId xmlns:a16="http://schemas.microsoft.com/office/drawing/2014/main" id="{1EEF3E66-AAEE-1C6B-9049-032018F0EF1A}"/>
              </a:ext>
            </a:extLst>
          </p:cNvPr>
          <p:cNvSpPr>
            <a:spLocks noGrp="1"/>
          </p:cNvSpPr>
          <p:nvPr>
            <p:ph type="body" sz="quarter" idx="48"/>
          </p:nvPr>
        </p:nvSpPr>
        <p:spPr>
          <a:xfrm>
            <a:off x="1981200" y="5675906"/>
            <a:ext cx="3124934" cy="138499"/>
          </a:xfrm>
          <a:prstGeom prst="rect">
            <a:avLst/>
          </a:prstGeom>
          <a:no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grpSp>
        <p:nvGrpSpPr>
          <p:cNvPr id="48" name="Group">
            <a:extLst>
              <a:ext uri="{FF2B5EF4-FFF2-40B4-BE49-F238E27FC236}">
                <a16:creationId xmlns:a16="http://schemas.microsoft.com/office/drawing/2014/main" id="{1D6D8113-2B65-BAC0-DBC2-601012CF0173}"/>
              </a:ext>
              <a:ext uri="{C183D7F6-B498-43B3-948B-1728B52AA6E4}">
                <adec:decorative xmlns:adec="http://schemas.microsoft.com/office/drawing/2017/decorative" val="1"/>
              </a:ext>
            </a:extLst>
          </p:cNvPr>
          <p:cNvGrpSpPr/>
          <p:nvPr/>
        </p:nvGrpSpPr>
        <p:grpSpPr>
          <a:xfrm>
            <a:off x="548219" y="1974220"/>
            <a:ext cx="7173382" cy="2377440"/>
            <a:chOff x="411163" y="2240280"/>
            <a:chExt cx="6446837" cy="2377440"/>
          </a:xfrm>
        </p:grpSpPr>
        <p:sp>
          <p:nvSpPr>
            <p:cNvPr id="49" name="Rectangle">
              <a:extLst>
                <a:ext uri="{FF2B5EF4-FFF2-40B4-BE49-F238E27FC236}">
                  <a16:creationId xmlns:a16="http://schemas.microsoft.com/office/drawing/2014/main" id="{7528BC0B-D239-46B3-8ED2-9B82FDC07FCC}"/>
                </a:ext>
                <a:ext uri="{C183D7F6-B498-43B3-948B-1728B52AA6E4}">
                  <adec:decorative xmlns:adec="http://schemas.microsoft.com/office/drawing/2017/decorative" val="1"/>
                </a:ext>
              </a:extLst>
            </p:cNvPr>
            <p:cNvSpPr/>
            <p:nvPr userDrawn="1"/>
          </p:nvSpPr>
          <p:spPr>
            <a:xfrm>
              <a:off x="411163" y="2240280"/>
              <a:ext cx="6446837" cy="2377440"/>
            </a:xfrm>
            <a:prstGeom prst="rect">
              <a:avLst/>
            </a:prstGeom>
            <a:noFill/>
            <a:ln w="19050" cap="flat">
              <a:solidFill>
                <a:srgbClr val="221F20"/>
              </a:solidFill>
              <a:miter lim="800000"/>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1600"/>
            </a:p>
          </p:txBody>
        </p:sp>
        <p:cxnSp>
          <p:nvCxnSpPr>
            <p:cNvPr id="50" name="Line">
              <a:extLst>
                <a:ext uri="{FF2B5EF4-FFF2-40B4-BE49-F238E27FC236}">
                  <a16:creationId xmlns:a16="http://schemas.microsoft.com/office/drawing/2014/main" id="{435BD1FC-4390-71A4-34EE-951EFF0886B1}"/>
                </a:ext>
                <a:ext uri="{C183D7F6-B498-43B3-948B-1728B52AA6E4}">
                  <adec:decorative xmlns:adec="http://schemas.microsoft.com/office/drawing/2017/decorative" val="1"/>
                </a:ext>
              </a:extLst>
            </p:cNvPr>
            <p:cNvCxnSpPr>
              <a:cxnSpLocks/>
            </p:cNvCxnSpPr>
            <p:nvPr userDrawn="1"/>
          </p:nvCxnSpPr>
          <p:spPr>
            <a:xfrm>
              <a:off x="411163" y="3931920"/>
              <a:ext cx="6446837" cy="0"/>
            </a:xfrm>
            <a:prstGeom prst="line">
              <a:avLst/>
            </a:prstGeom>
            <a:ln w="19050" cap="flat">
              <a:solidFill>
                <a:srgbClr val="221F20"/>
              </a:solidFill>
              <a:miter lim="800000"/>
            </a:ln>
          </p:spPr>
          <p:style>
            <a:lnRef idx="1">
              <a:schemeClr val="accent1"/>
            </a:lnRef>
            <a:fillRef idx="0">
              <a:schemeClr val="accent1"/>
            </a:fillRef>
            <a:effectRef idx="0">
              <a:srgbClr val="000000"/>
            </a:effectRef>
            <a:fontRef idx="minor">
              <a:schemeClr val="lt1"/>
            </a:fontRef>
          </p:style>
        </p:cxnSp>
        <p:cxnSp>
          <p:nvCxnSpPr>
            <p:cNvPr id="51" name="Line">
              <a:extLst>
                <a:ext uri="{FF2B5EF4-FFF2-40B4-BE49-F238E27FC236}">
                  <a16:creationId xmlns:a16="http://schemas.microsoft.com/office/drawing/2014/main" id="{F4A81146-41CE-E3FA-3A50-29CA5D91DB4F}"/>
                </a:ext>
                <a:ext uri="{C183D7F6-B498-43B3-948B-1728B52AA6E4}">
                  <adec:decorative xmlns:adec="http://schemas.microsoft.com/office/drawing/2017/decorative" val="1"/>
                </a:ext>
              </a:extLst>
            </p:cNvPr>
            <p:cNvCxnSpPr>
              <a:cxnSpLocks/>
            </p:cNvCxnSpPr>
            <p:nvPr userDrawn="1"/>
          </p:nvCxnSpPr>
          <p:spPr>
            <a:xfrm>
              <a:off x="4272796" y="3931920"/>
              <a:ext cx="0" cy="685800"/>
            </a:xfrm>
            <a:prstGeom prst="line">
              <a:avLst/>
            </a:prstGeom>
            <a:ln w="19050" cap="flat">
              <a:solidFill>
                <a:srgbClr val="221F20"/>
              </a:solidFill>
              <a:miter lim="800000"/>
            </a:ln>
          </p:spPr>
          <p:style>
            <a:lnRef idx="1">
              <a:schemeClr val="accent1"/>
            </a:lnRef>
            <a:fillRef idx="0">
              <a:schemeClr val="accent1"/>
            </a:fillRef>
            <a:effectRef idx="0">
              <a:srgbClr val="000000"/>
            </a:effectRef>
            <a:fontRef idx="minor">
              <a:schemeClr val="lt1"/>
            </a:fontRef>
          </p:style>
        </p:cxnSp>
      </p:grpSp>
      <p:sp>
        <p:nvSpPr>
          <p:cNvPr id="52" name="Title 1">
            <a:extLst>
              <a:ext uri="{FF2B5EF4-FFF2-40B4-BE49-F238E27FC236}">
                <a16:creationId xmlns:a16="http://schemas.microsoft.com/office/drawing/2014/main" id="{34261743-5C6B-193D-74C7-FC918BD33CB3}"/>
              </a:ext>
            </a:extLst>
          </p:cNvPr>
          <p:cNvSpPr>
            <a:spLocks noGrp="1"/>
          </p:cNvSpPr>
          <p:nvPr>
            <p:ph type="ctrTitle" hasCustomPrompt="1"/>
          </p:nvPr>
        </p:nvSpPr>
        <p:spPr>
          <a:xfrm>
            <a:off x="914399" y="2202820"/>
            <a:ext cx="6429375" cy="1325880"/>
          </a:xfrm>
          <a:prstGeom prst="rect">
            <a:avLst/>
          </a:prstGeom>
        </p:spPr>
        <p:txBody>
          <a:bodyPr anchor="t" anchorCtr="0"/>
          <a:lstStyle>
            <a:lvl1pPr algn="l">
              <a:lnSpc>
                <a:spcPct val="80000"/>
              </a:lnSpc>
              <a:defRPr sz="3600"/>
            </a:lvl1pPr>
          </a:lstStyle>
          <a:p>
            <a:r>
              <a:rPr lang="en-US"/>
              <a:t>Presentation title</a:t>
            </a:r>
            <a:br>
              <a:rPr lang="en-US"/>
            </a:br>
            <a:r>
              <a:rPr lang="en-US"/>
              <a:t>PRESENTATION TITLE</a:t>
            </a:r>
            <a:br>
              <a:rPr lang="en-US"/>
            </a:br>
            <a:r>
              <a:rPr lang="en-US"/>
              <a:t>THREE LINES MAX</a:t>
            </a:r>
          </a:p>
        </p:txBody>
      </p:sp>
      <p:sp>
        <p:nvSpPr>
          <p:cNvPr id="53" name="Subtitle 2">
            <a:extLst>
              <a:ext uri="{FF2B5EF4-FFF2-40B4-BE49-F238E27FC236}">
                <a16:creationId xmlns:a16="http://schemas.microsoft.com/office/drawing/2014/main" id="{09DA0322-2B5C-8F10-EE8B-1FE75C5A5BFA}"/>
              </a:ext>
            </a:extLst>
          </p:cNvPr>
          <p:cNvSpPr>
            <a:spLocks noGrp="1"/>
          </p:cNvSpPr>
          <p:nvPr>
            <p:ph type="subTitle" idx="1" hasCustomPrompt="1"/>
          </p:nvPr>
        </p:nvSpPr>
        <p:spPr>
          <a:xfrm>
            <a:off x="914400" y="3784732"/>
            <a:ext cx="3565525" cy="457200"/>
          </a:xfrm>
          <a:prstGeom prst="rect">
            <a:avLst/>
          </a:prstGeom>
        </p:spPr>
        <p:txBody>
          <a:bodyPr anchor="ctr" anchorCtr="0"/>
          <a:lstStyle>
            <a:lvl1pPr marL="0" indent="0" algn="l">
              <a:spcBef>
                <a:spcPts val="0"/>
              </a:spcBef>
              <a:buNone/>
              <a:defRPr sz="1200" b="1">
                <a:solidFill>
                  <a:schemeClr val="tx2"/>
                </a:solidFill>
              </a:defRPr>
            </a:lvl1pPr>
            <a:lvl2pPr marL="0" indent="0" algn="l">
              <a:spcBef>
                <a:spcPts val="0"/>
              </a:spcBef>
              <a:buNone/>
              <a:defRPr sz="1200" b="1">
                <a:solidFill>
                  <a:schemeClr val="tx2"/>
                </a:solidFill>
              </a:defRPr>
            </a:lvl2pPr>
            <a:lvl3pPr marL="0" indent="0" algn="l">
              <a:spcBef>
                <a:spcPts val="0"/>
              </a:spcBef>
              <a:buNone/>
              <a:defRPr sz="1200" b="1">
                <a:solidFill>
                  <a:schemeClr val="tx2"/>
                </a:solidFill>
              </a:defRPr>
            </a:lvl3pPr>
            <a:lvl4pPr marL="0" indent="0" algn="l">
              <a:spcBef>
                <a:spcPts val="0"/>
              </a:spcBef>
              <a:buNone/>
              <a:defRPr sz="1200" b="1">
                <a:solidFill>
                  <a:schemeClr val="tx2"/>
                </a:solidFill>
              </a:defRPr>
            </a:lvl4pPr>
            <a:lvl5pPr marL="0" indent="0" algn="l">
              <a:spcBef>
                <a:spcPts val="0"/>
              </a:spcBef>
              <a:buNone/>
              <a:defRPr sz="1200" b="1">
                <a:solidFill>
                  <a:schemeClr val="tx2"/>
                </a:solidFill>
              </a:defRPr>
            </a:lvl5pPr>
            <a:lvl6pPr marL="0" indent="0" algn="l">
              <a:spcBef>
                <a:spcPts val="0"/>
              </a:spcBef>
              <a:buNone/>
              <a:defRPr sz="1200" b="1">
                <a:solidFill>
                  <a:schemeClr val="tx2"/>
                </a:solidFill>
              </a:defRPr>
            </a:lvl6pPr>
            <a:lvl7pPr marL="0" indent="0" algn="l">
              <a:spcBef>
                <a:spcPts val="0"/>
              </a:spcBef>
              <a:buNone/>
              <a:defRPr sz="1200" b="1">
                <a:solidFill>
                  <a:schemeClr val="tx2"/>
                </a:solidFill>
              </a:defRPr>
            </a:lvl7pPr>
            <a:lvl8pPr marL="0" indent="0" algn="l">
              <a:spcBef>
                <a:spcPts val="0"/>
              </a:spcBef>
              <a:buNone/>
              <a:defRPr sz="1200" b="1">
                <a:solidFill>
                  <a:schemeClr val="tx2"/>
                </a:solidFill>
              </a:defRPr>
            </a:lvl8pPr>
            <a:lvl9pPr marL="0" indent="0" algn="l">
              <a:spcBef>
                <a:spcPts val="0"/>
              </a:spcBef>
              <a:buNone/>
              <a:defRPr sz="1200" b="1">
                <a:solidFill>
                  <a:schemeClr val="tx2"/>
                </a:solidFill>
              </a:defRPr>
            </a:lvl9pPr>
          </a:lstStyle>
          <a:p>
            <a:r>
              <a:rPr lang="en-US"/>
              <a:t>[Presentation subtitle/description]</a:t>
            </a:r>
          </a:p>
        </p:txBody>
      </p:sp>
      <p:sp>
        <p:nvSpPr>
          <p:cNvPr id="54" name="Text Placeholder 3">
            <a:extLst>
              <a:ext uri="{FF2B5EF4-FFF2-40B4-BE49-F238E27FC236}">
                <a16:creationId xmlns:a16="http://schemas.microsoft.com/office/drawing/2014/main" id="{76359DCF-E748-9D74-A7A5-1B8C52B3E366}"/>
              </a:ext>
            </a:extLst>
          </p:cNvPr>
          <p:cNvSpPr>
            <a:spLocks noGrp="1"/>
          </p:cNvSpPr>
          <p:nvPr>
            <p:ph type="body" sz="quarter" idx="10" hasCustomPrompt="1"/>
          </p:nvPr>
        </p:nvSpPr>
        <p:spPr>
          <a:xfrm>
            <a:off x="5212079" y="3784732"/>
            <a:ext cx="2131695" cy="457200"/>
          </a:xfrm>
          <a:prstGeom prst="rect">
            <a:avLst/>
          </a:prstGeom>
        </p:spPr>
        <p:txBody>
          <a:bodyPr anchor="ctr" anchorCtr="0"/>
          <a:lstStyle>
            <a:lvl1pPr marL="0" indent="0" algn="ctr">
              <a:lnSpc>
                <a:spcPct val="80000"/>
              </a:lnSpc>
              <a:spcBef>
                <a:spcPts val="0"/>
              </a:spcBef>
              <a:buFontTx/>
              <a:buNone/>
              <a:defRPr sz="1400" b="1" cap="all" baseline="0">
                <a:solidFill>
                  <a:schemeClr val="tx2"/>
                </a:solidFill>
              </a:defRPr>
            </a:lvl1pPr>
            <a:lvl2pPr marL="0" indent="0" algn="ctr">
              <a:lnSpc>
                <a:spcPct val="80000"/>
              </a:lnSpc>
              <a:spcBef>
                <a:spcPts val="0"/>
              </a:spcBef>
              <a:buFontTx/>
              <a:buNone/>
              <a:defRPr sz="1400" b="1" cap="all" baseline="0">
                <a:solidFill>
                  <a:schemeClr val="tx2"/>
                </a:solidFill>
              </a:defRPr>
            </a:lvl2pPr>
            <a:lvl3pPr marL="0" indent="0" algn="ctr">
              <a:lnSpc>
                <a:spcPct val="80000"/>
              </a:lnSpc>
              <a:spcBef>
                <a:spcPts val="0"/>
              </a:spcBef>
              <a:buFontTx/>
              <a:buNone/>
              <a:defRPr sz="1400" b="1" cap="all" baseline="0">
                <a:solidFill>
                  <a:schemeClr val="tx2"/>
                </a:solidFill>
              </a:defRPr>
            </a:lvl3pPr>
            <a:lvl4pPr marL="0" indent="0" algn="ctr">
              <a:lnSpc>
                <a:spcPct val="80000"/>
              </a:lnSpc>
              <a:spcBef>
                <a:spcPts val="0"/>
              </a:spcBef>
              <a:buFontTx/>
              <a:buNone/>
              <a:defRPr sz="1400" b="1" cap="all" baseline="0">
                <a:solidFill>
                  <a:schemeClr val="tx2"/>
                </a:solidFill>
              </a:defRPr>
            </a:lvl4pPr>
            <a:lvl5pPr marL="0" indent="0" algn="ctr">
              <a:lnSpc>
                <a:spcPct val="80000"/>
              </a:lnSpc>
              <a:spcBef>
                <a:spcPts val="0"/>
              </a:spcBef>
              <a:buFontTx/>
              <a:buNone/>
              <a:defRPr sz="1400" b="1" cap="all" baseline="0">
                <a:solidFill>
                  <a:schemeClr val="tx2"/>
                </a:solidFill>
              </a:defRPr>
            </a:lvl5pPr>
            <a:lvl6pPr marL="0" indent="0" algn="ctr">
              <a:lnSpc>
                <a:spcPct val="80000"/>
              </a:lnSpc>
              <a:spcBef>
                <a:spcPts val="0"/>
              </a:spcBef>
              <a:buFontTx/>
              <a:buNone/>
              <a:defRPr sz="1400" b="1" cap="all" baseline="0">
                <a:solidFill>
                  <a:schemeClr val="tx2"/>
                </a:solidFill>
              </a:defRPr>
            </a:lvl6pPr>
            <a:lvl7pPr marL="0" indent="0" algn="ctr">
              <a:lnSpc>
                <a:spcPct val="80000"/>
              </a:lnSpc>
              <a:spcBef>
                <a:spcPts val="0"/>
              </a:spcBef>
              <a:buFontTx/>
              <a:buNone/>
              <a:defRPr sz="1400" b="1" cap="all" baseline="0">
                <a:solidFill>
                  <a:schemeClr val="tx2"/>
                </a:solidFill>
              </a:defRPr>
            </a:lvl7pPr>
            <a:lvl8pPr marL="0" indent="0" algn="ctr">
              <a:lnSpc>
                <a:spcPct val="80000"/>
              </a:lnSpc>
              <a:spcBef>
                <a:spcPts val="0"/>
              </a:spcBef>
              <a:buFontTx/>
              <a:buNone/>
              <a:defRPr sz="1400" b="1" cap="all" baseline="0">
                <a:solidFill>
                  <a:schemeClr val="tx2"/>
                </a:solidFill>
              </a:defRPr>
            </a:lvl8pPr>
            <a:lvl9pPr marL="0" indent="0" algn="ctr">
              <a:lnSpc>
                <a:spcPct val="80000"/>
              </a:lnSpc>
              <a:spcBef>
                <a:spcPts val="0"/>
              </a:spcBef>
              <a:buFontTx/>
              <a:buNone/>
              <a:defRPr sz="1400" b="1" cap="all" baseline="0">
                <a:solidFill>
                  <a:schemeClr val="tx2"/>
                </a:solidFill>
              </a:defRPr>
            </a:lvl9pPr>
          </a:lstStyle>
          <a:p>
            <a:pPr lvl="0"/>
            <a:r>
              <a:rPr lang="en-US"/>
              <a:t>[00 Month 0000]</a:t>
            </a:r>
          </a:p>
        </p:txBody>
      </p:sp>
    </p:spTree>
    <p:extLst>
      <p:ext uri="{BB962C8B-B14F-4D97-AF65-F5344CB8AC3E}">
        <p14:creationId xmlns:p14="http://schemas.microsoft.com/office/powerpoint/2010/main" val="3671695416"/>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Slide -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0" name="Date Placeholder 19">
            <a:extLst>
              <a:ext uri="{FF2B5EF4-FFF2-40B4-BE49-F238E27FC236}">
                <a16:creationId xmlns:a16="http://schemas.microsoft.com/office/drawing/2014/main" id="{F9D3AB9C-26E9-8E88-3B55-B4A5EC7C31F2}"/>
              </a:ext>
            </a:extLst>
          </p:cNvPr>
          <p:cNvSpPr>
            <a:spLocks noGrp="1"/>
          </p:cNvSpPr>
          <p:nvPr>
            <p:ph type="dt" sz="half" idx="49"/>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21" name="Slide Number Placeholder 20">
            <a:extLst>
              <a:ext uri="{FF2B5EF4-FFF2-40B4-BE49-F238E27FC236}">
                <a16:creationId xmlns:a16="http://schemas.microsoft.com/office/drawing/2014/main" id="{CF1316F0-9F13-53EA-1597-09232B2FF1AB}"/>
              </a:ext>
            </a:extLst>
          </p:cNvPr>
          <p:cNvSpPr>
            <a:spLocks noGrp="1"/>
          </p:cNvSpPr>
          <p:nvPr>
            <p:ph type="sldNum" sz="quarter" idx="50"/>
          </p:nvPr>
        </p:nvSpPr>
        <p:spPr>
          <a:xfrm>
            <a:off x="11210716" y="6629400"/>
            <a:ext cx="442001" cy="228600"/>
          </a:xfrm>
          <a:prstGeom prst="rect">
            <a:avLst/>
          </a:prstGeom>
        </p:spPr>
        <p:txBody>
          <a:bodyPr/>
          <a:lstStyle/>
          <a:p>
            <a:fld id="{79D051F2-C7C4-43BD-B552-C78CE0DE4128}" type="slidenum">
              <a:rPr lang="en-US" smtClean="0"/>
              <a:t>‹#›</a:t>
            </a:fld>
            <a:endParaRPr lang="en-US"/>
          </a:p>
        </p:txBody>
      </p:sp>
      <p:pic>
        <p:nvPicPr>
          <p:cNvPr id="5" name="U.S. Army" descr="U.S. Army">
            <a:extLst>
              <a:ext uri="{FF2B5EF4-FFF2-40B4-BE49-F238E27FC236}">
                <a16:creationId xmlns:a16="http://schemas.microsoft.com/office/drawing/2014/main" id="{499EE878-E6B9-0543-B958-85A17AE36A27}"/>
              </a:ext>
            </a:extLst>
          </p:cNvPr>
          <p:cNvPicPr>
            <a:picLocks noChangeAspect="1"/>
          </p:cNvPicPr>
          <p:nvPr/>
        </p:nvPicPr>
        <p:blipFill>
          <a:blip r:embed="rId3"/>
          <a:stretch>
            <a:fillRect/>
          </a:stretch>
        </p:blipFill>
        <p:spPr bwMode="black">
          <a:xfrm>
            <a:off x="244899" y="112631"/>
            <a:ext cx="3246120" cy="1225808"/>
          </a:xfrm>
          <a:prstGeom prst="rect">
            <a:avLst/>
          </a:prstGeom>
        </p:spPr>
      </p:pic>
      <p:sp>
        <p:nvSpPr>
          <p:cNvPr id="8" name="Text Placeholder 30">
            <a:extLst>
              <a:ext uri="{FF2B5EF4-FFF2-40B4-BE49-F238E27FC236}">
                <a16:creationId xmlns:a16="http://schemas.microsoft.com/office/drawing/2014/main" id="{96CD17E6-26AB-FBB2-220C-D5185212C519}"/>
              </a:ext>
            </a:extLst>
          </p:cNvPr>
          <p:cNvSpPr>
            <a:spLocks noGrp="1"/>
          </p:cNvSpPr>
          <p:nvPr>
            <p:ph type="body" sz="quarter" idx="39" hasCustomPrompt="1"/>
          </p:nvPr>
        </p:nvSpPr>
        <p:spPr>
          <a:xfrm>
            <a:off x="547688" y="5133530"/>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Controlled by: </a:t>
            </a:r>
          </a:p>
        </p:txBody>
      </p:sp>
      <p:sp>
        <p:nvSpPr>
          <p:cNvPr id="9" name="Text Placeholder 30">
            <a:extLst>
              <a:ext uri="{FF2B5EF4-FFF2-40B4-BE49-F238E27FC236}">
                <a16:creationId xmlns:a16="http://schemas.microsoft.com/office/drawing/2014/main" id="{FCD1ED33-CCD9-E1B6-327A-71BC6F62C4DB}"/>
              </a:ext>
            </a:extLst>
          </p:cNvPr>
          <p:cNvSpPr>
            <a:spLocks noGrp="1"/>
          </p:cNvSpPr>
          <p:nvPr>
            <p:ph type="body" sz="quarter" idx="40" hasCustomPrompt="1"/>
          </p:nvPr>
        </p:nvSpPr>
        <p:spPr>
          <a:xfrm>
            <a:off x="547688" y="4952738"/>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Controlled by: </a:t>
            </a:r>
          </a:p>
        </p:txBody>
      </p:sp>
      <p:sp>
        <p:nvSpPr>
          <p:cNvPr id="11" name="Text Placeholder 30">
            <a:extLst>
              <a:ext uri="{FF2B5EF4-FFF2-40B4-BE49-F238E27FC236}">
                <a16:creationId xmlns:a16="http://schemas.microsoft.com/office/drawing/2014/main" id="{A255632D-60F3-C439-D931-6B2874E894D7}"/>
              </a:ext>
            </a:extLst>
          </p:cNvPr>
          <p:cNvSpPr>
            <a:spLocks noGrp="1"/>
          </p:cNvSpPr>
          <p:nvPr>
            <p:ph type="body" sz="quarter" idx="41" hasCustomPrompt="1"/>
          </p:nvPr>
        </p:nvSpPr>
        <p:spPr>
          <a:xfrm>
            <a:off x="547688" y="5314322"/>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CUI Category: </a:t>
            </a:r>
          </a:p>
        </p:txBody>
      </p:sp>
      <p:sp>
        <p:nvSpPr>
          <p:cNvPr id="12" name="Text Placeholder 30">
            <a:extLst>
              <a:ext uri="{FF2B5EF4-FFF2-40B4-BE49-F238E27FC236}">
                <a16:creationId xmlns:a16="http://schemas.microsoft.com/office/drawing/2014/main" id="{0BD3A2B1-9D40-83E3-4243-B4A52B6A636E}"/>
              </a:ext>
            </a:extLst>
          </p:cNvPr>
          <p:cNvSpPr>
            <a:spLocks noGrp="1"/>
          </p:cNvSpPr>
          <p:nvPr>
            <p:ph type="body" sz="quarter" idx="42" hasCustomPrompt="1"/>
          </p:nvPr>
        </p:nvSpPr>
        <p:spPr>
          <a:xfrm>
            <a:off x="547688" y="5495114"/>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Distribution Statement: </a:t>
            </a:r>
          </a:p>
        </p:txBody>
      </p:sp>
      <p:sp>
        <p:nvSpPr>
          <p:cNvPr id="14" name="Text Placeholder 30">
            <a:extLst>
              <a:ext uri="{FF2B5EF4-FFF2-40B4-BE49-F238E27FC236}">
                <a16:creationId xmlns:a16="http://schemas.microsoft.com/office/drawing/2014/main" id="{7AADD113-BD09-95AA-FFBA-DCC255F69FAA}"/>
              </a:ext>
            </a:extLst>
          </p:cNvPr>
          <p:cNvSpPr>
            <a:spLocks noGrp="1"/>
          </p:cNvSpPr>
          <p:nvPr>
            <p:ph type="body" sz="quarter" idx="43" hasCustomPrompt="1"/>
          </p:nvPr>
        </p:nvSpPr>
        <p:spPr>
          <a:xfrm>
            <a:off x="547688" y="5675906"/>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POC: </a:t>
            </a:r>
          </a:p>
        </p:txBody>
      </p:sp>
      <p:sp>
        <p:nvSpPr>
          <p:cNvPr id="15" name="Text Placeholder 30">
            <a:extLst>
              <a:ext uri="{FF2B5EF4-FFF2-40B4-BE49-F238E27FC236}">
                <a16:creationId xmlns:a16="http://schemas.microsoft.com/office/drawing/2014/main" id="{A9D52B79-92E5-4D64-1757-D13A0674723F}"/>
              </a:ext>
            </a:extLst>
          </p:cNvPr>
          <p:cNvSpPr>
            <a:spLocks noGrp="1"/>
          </p:cNvSpPr>
          <p:nvPr>
            <p:ph type="body" sz="quarter" idx="44"/>
          </p:nvPr>
        </p:nvSpPr>
        <p:spPr>
          <a:xfrm>
            <a:off x="1981200" y="5133530"/>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16" name="Text Placeholder 30">
            <a:extLst>
              <a:ext uri="{FF2B5EF4-FFF2-40B4-BE49-F238E27FC236}">
                <a16:creationId xmlns:a16="http://schemas.microsoft.com/office/drawing/2014/main" id="{DF04F3CB-62F5-7A9F-E397-4800E51C0E24}"/>
              </a:ext>
            </a:extLst>
          </p:cNvPr>
          <p:cNvSpPr>
            <a:spLocks noGrp="1"/>
          </p:cNvSpPr>
          <p:nvPr>
            <p:ph type="body" sz="quarter" idx="45"/>
          </p:nvPr>
        </p:nvSpPr>
        <p:spPr>
          <a:xfrm>
            <a:off x="1981200" y="4952738"/>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17" name="Text Placeholder 30">
            <a:extLst>
              <a:ext uri="{FF2B5EF4-FFF2-40B4-BE49-F238E27FC236}">
                <a16:creationId xmlns:a16="http://schemas.microsoft.com/office/drawing/2014/main" id="{DA62CE27-72C2-A083-C796-4F047A2FF421}"/>
              </a:ext>
            </a:extLst>
          </p:cNvPr>
          <p:cNvSpPr>
            <a:spLocks noGrp="1"/>
          </p:cNvSpPr>
          <p:nvPr>
            <p:ph type="body" sz="quarter" idx="46"/>
          </p:nvPr>
        </p:nvSpPr>
        <p:spPr>
          <a:xfrm>
            <a:off x="1981200" y="5314322"/>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18" name="Text Placeholder 30">
            <a:extLst>
              <a:ext uri="{FF2B5EF4-FFF2-40B4-BE49-F238E27FC236}">
                <a16:creationId xmlns:a16="http://schemas.microsoft.com/office/drawing/2014/main" id="{52DBCCDB-5EAD-73A2-7911-8AF50B29DC4E}"/>
              </a:ext>
            </a:extLst>
          </p:cNvPr>
          <p:cNvSpPr>
            <a:spLocks noGrp="1"/>
          </p:cNvSpPr>
          <p:nvPr>
            <p:ph type="body" sz="quarter" idx="47"/>
          </p:nvPr>
        </p:nvSpPr>
        <p:spPr>
          <a:xfrm>
            <a:off x="1981200" y="5495114"/>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19" name="Text Placeholder 30">
            <a:extLst>
              <a:ext uri="{FF2B5EF4-FFF2-40B4-BE49-F238E27FC236}">
                <a16:creationId xmlns:a16="http://schemas.microsoft.com/office/drawing/2014/main" id="{90D5656D-B16A-18B1-A790-538AB817A94E}"/>
              </a:ext>
            </a:extLst>
          </p:cNvPr>
          <p:cNvSpPr>
            <a:spLocks noGrp="1"/>
          </p:cNvSpPr>
          <p:nvPr>
            <p:ph type="body" sz="quarter" idx="48"/>
          </p:nvPr>
        </p:nvSpPr>
        <p:spPr>
          <a:xfrm>
            <a:off x="1981200" y="5675906"/>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grpSp>
        <p:nvGrpSpPr>
          <p:cNvPr id="23" name="Group">
            <a:extLst>
              <a:ext uri="{FF2B5EF4-FFF2-40B4-BE49-F238E27FC236}">
                <a16:creationId xmlns:a16="http://schemas.microsoft.com/office/drawing/2014/main" id="{732179A9-275F-FEF3-042C-4AB3B9CBCAA2}"/>
              </a:ext>
              <a:ext uri="{C183D7F6-B498-43B3-948B-1728B52AA6E4}">
                <adec:decorative xmlns:adec="http://schemas.microsoft.com/office/drawing/2017/decorative" val="1"/>
              </a:ext>
            </a:extLst>
          </p:cNvPr>
          <p:cNvGrpSpPr/>
          <p:nvPr/>
        </p:nvGrpSpPr>
        <p:grpSpPr>
          <a:xfrm>
            <a:off x="548218" y="1974220"/>
            <a:ext cx="7173381" cy="2377440"/>
            <a:chOff x="411163" y="2240280"/>
            <a:chExt cx="6446837" cy="2377440"/>
          </a:xfrm>
        </p:grpSpPr>
        <p:sp>
          <p:nvSpPr>
            <p:cNvPr id="24" name="Rectangle">
              <a:extLst>
                <a:ext uri="{FF2B5EF4-FFF2-40B4-BE49-F238E27FC236}">
                  <a16:creationId xmlns:a16="http://schemas.microsoft.com/office/drawing/2014/main" id="{B785B252-84B5-5634-9FB4-0C2362931260}"/>
                </a:ext>
                <a:ext uri="{C183D7F6-B498-43B3-948B-1728B52AA6E4}">
                  <adec:decorative xmlns:adec="http://schemas.microsoft.com/office/drawing/2017/decorative" val="1"/>
                </a:ext>
              </a:extLst>
            </p:cNvPr>
            <p:cNvSpPr/>
            <p:nvPr userDrawn="1"/>
          </p:nvSpPr>
          <p:spPr>
            <a:xfrm>
              <a:off x="411163" y="2240280"/>
              <a:ext cx="6446837" cy="2377440"/>
            </a:xfrm>
            <a:prstGeom prst="rect">
              <a:avLst/>
            </a:prstGeom>
            <a:noFill/>
            <a:ln w="19050" cap="flat">
              <a:solidFill>
                <a:srgbClr val="FFCC01"/>
              </a:solidFill>
              <a:miter lim="800000"/>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1600"/>
            </a:p>
          </p:txBody>
        </p:sp>
        <p:cxnSp>
          <p:nvCxnSpPr>
            <p:cNvPr id="25" name="Line">
              <a:extLst>
                <a:ext uri="{FF2B5EF4-FFF2-40B4-BE49-F238E27FC236}">
                  <a16:creationId xmlns:a16="http://schemas.microsoft.com/office/drawing/2014/main" id="{1DF8A784-7C74-A05E-2009-0B4EC38FF5F7}"/>
                </a:ext>
                <a:ext uri="{C183D7F6-B498-43B3-948B-1728B52AA6E4}">
                  <adec:decorative xmlns:adec="http://schemas.microsoft.com/office/drawing/2017/decorative" val="1"/>
                </a:ext>
              </a:extLst>
            </p:cNvPr>
            <p:cNvCxnSpPr>
              <a:cxnSpLocks/>
            </p:cNvCxnSpPr>
            <p:nvPr userDrawn="1"/>
          </p:nvCxnSpPr>
          <p:spPr>
            <a:xfrm>
              <a:off x="411163" y="3931920"/>
              <a:ext cx="6446837" cy="0"/>
            </a:xfrm>
            <a:prstGeom prst="line">
              <a:avLst/>
            </a:prstGeom>
            <a:ln w="19050" cap="flat">
              <a:solidFill>
                <a:srgbClr val="FFCC01"/>
              </a:solidFill>
              <a:miter lim="800000"/>
            </a:ln>
          </p:spPr>
          <p:style>
            <a:lnRef idx="1">
              <a:schemeClr val="accent1"/>
            </a:lnRef>
            <a:fillRef idx="0">
              <a:schemeClr val="accent1"/>
            </a:fillRef>
            <a:effectRef idx="0">
              <a:srgbClr val="000000"/>
            </a:effectRef>
            <a:fontRef idx="minor">
              <a:schemeClr val="lt1"/>
            </a:fontRef>
          </p:style>
        </p:cxnSp>
        <p:cxnSp>
          <p:nvCxnSpPr>
            <p:cNvPr id="26" name="Line">
              <a:extLst>
                <a:ext uri="{FF2B5EF4-FFF2-40B4-BE49-F238E27FC236}">
                  <a16:creationId xmlns:a16="http://schemas.microsoft.com/office/drawing/2014/main" id="{2E02CEE1-988F-0417-BE5F-BA01AFD1B251}"/>
                </a:ext>
                <a:ext uri="{C183D7F6-B498-43B3-948B-1728B52AA6E4}">
                  <adec:decorative xmlns:adec="http://schemas.microsoft.com/office/drawing/2017/decorative" val="1"/>
                </a:ext>
              </a:extLst>
            </p:cNvPr>
            <p:cNvCxnSpPr>
              <a:cxnSpLocks/>
            </p:cNvCxnSpPr>
            <p:nvPr userDrawn="1"/>
          </p:nvCxnSpPr>
          <p:spPr>
            <a:xfrm>
              <a:off x="4274795" y="3931920"/>
              <a:ext cx="0" cy="685800"/>
            </a:xfrm>
            <a:prstGeom prst="line">
              <a:avLst/>
            </a:prstGeom>
            <a:ln w="19050" cap="flat">
              <a:solidFill>
                <a:srgbClr val="FFCC01"/>
              </a:solidFill>
              <a:miter lim="800000"/>
            </a:ln>
          </p:spPr>
          <p:style>
            <a:lnRef idx="1">
              <a:schemeClr val="accent1"/>
            </a:lnRef>
            <a:fillRef idx="0">
              <a:schemeClr val="accent1"/>
            </a:fillRef>
            <a:effectRef idx="0">
              <a:srgbClr val="000000"/>
            </a:effectRef>
            <a:fontRef idx="minor">
              <a:schemeClr val="lt1"/>
            </a:fontRef>
          </p:style>
        </p:cxnSp>
      </p:grpSp>
      <p:sp>
        <p:nvSpPr>
          <p:cNvPr id="27" name="Title 1">
            <a:extLst>
              <a:ext uri="{FF2B5EF4-FFF2-40B4-BE49-F238E27FC236}">
                <a16:creationId xmlns:a16="http://schemas.microsoft.com/office/drawing/2014/main" id="{63A7B886-8E04-5007-BB32-A7D7AE38413B}"/>
              </a:ext>
            </a:extLst>
          </p:cNvPr>
          <p:cNvSpPr>
            <a:spLocks noGrp="1"/>
          </p:cNvSpPr>
          <p:nvPr>
            <p:ph type="ctrTitle" hasCustomPrompt="1"/>
          </p:nvPr>
        </p:nvSpPr>
        <p:spPr>
          <a:xfrm>
            <a:off x="914401" y="2202820"/>
            <a:ext cx="6429374" cy="1325880"/>
          </a:xfrm>
          <a:prstGeom prst="rect">
            <a:avLst/>
          </a:prstGeom>
        </p:spPr>
        <p:txBody>
          <a:bodyPr anchor="t" anchorCtr="0"/>
          <a:lstStyle>
            <a:lvl1pPr algn="l">
              <a:lnSpc>
                <a:spcPct val="80000"/>
              </a:lnSpc>
              <a:defRPr sz="3600"/>
            </a:lvl1pPr>
          </a:lstStyle>
          <a:p>
            <a:r>
              <a:rPr lang="en-US"/>
              <a:t>Presentation title</a:t>
            </a:r>
            <a:br>
              <a:rPr lang="en-US"/>
            </a:br>
            <a:r>
              <a:rPr lang="en-US"/>
              <a:t>PRESENTATION TITLE</a:t>
            </a:r>
            <a:br>
              <a:rPr lang="en-US"/>
            </a:br>
            <a:r>
              <a:rPr lang="en-US"/>
              <a:t>THREE LINES MAX</a:t>
            </a:r>
          </a:p>
        </p:txBody>
      </p:sp>
      <p:sp>
        <p:nvSpPr>
          <p:cNvPr id="28" name="Subtitle 2">
            <a:extLst>
              <a:ext uri="{FF2B5EF4-FFF2-40B4-BE49-F238E27FC236}">
                <a16:creationId xmlns:a16="http://schemas.microsoft.com/office/drawing/2014/main" id="{378B44EF-38A4-9707-9ED0-23F22C855CA7}"/>
              </a:ext>
            </a:extLst>
          </p:cNvPr>
          <p:cNvSpPr>
            <a:spLocks noGrp="1"/>
          </p:cNvSpPr>
          <p:nvPr>
            <p:ph type="subTitle" idx="1" hasCustomPrompt="1"/>
          </p:nvPr>
        </p:nvSpPr>
        <p:spPr>
          <a:xfrm>
            <a:off x="914401" y="3784732"/>
            <a:ext cx="3565524" cy="457200"/>
          </a:xfrm>
          <a:prstGeom prst="rect">
            <a:avLst/>
          </a:prstGeom>
        </p:spPr>
        <p:txBody>
          <a:bodyPr anchor="ctr" anchorCtr="0"/>
          <a:lstStyle>
            <a:lvl1pPr marL="0" indent="0" algn="l">
              <a:spcBef>
                <a:spcPts val="0"/>
              </a:spcBef>
              <a:buNone/>
              <a:defRPr sz="1200" b="1">
                <a:solidFill>
                  <a:schemeClr val="tx2"/>
                </a:solidFill>
              </a:defRPr>
            </a:lvl1pPr>
            <a:lvl2pPr marL="0" indent="0" algn="l">
              <a:spcBef>
                <a:spcPts val="0"/>
              </a:spcBef>
              <a:buNone/>
              <a:defRPr sz="1200" b="1">
                <a:solidFill>
                  <a:schemeClr val="tx2"/>
                </a:solidFill>
              </a:defRPr>
            </a:lvl2pPr>
            <a:lvl3pPr marL="0" indent="0" algn="l">
              <a:spcBef>
                <a:spcPts val="0"/>
              </a:spcBef>
              <a:buNone/>
              <a:defRPr sz="1200" b="1">
                <a:solidFill>
                  <a:schemeClr val="tx2"/>
                </a:solidFill>
              </a:defRPr>
            </a:lvl3pPr>
            <a:lvl4pPr marL="0" indent="0" algn="l">
              <a:spcBef>
                <a:spcPts val="0"/>
              </a:spcBef>
              <a:buNone/>
              <a:defRPr sz="1200" b="1">
                <a:solidFill>
                  <a:schemeClr val="tx2"/>
                </a:solidFill>
              </a:defRPr>
            </a:lvl4pPr>
            <a:lvl5pPr marL="0" indent="0" algn="l">
              <a:spcBef>
                <a:spcPts val="0"/>
              </a:spcBef>
              <a:buNone/>
              <a:defRPr sz="1200" b="1">
                <a:solidFill>
                  <a:schemeClr val="tx2"/>
                </a:solidFill>
              </a:defRPr>
            </a:lvl5pPr>
            <a:lvl6pPr marL="0" indent="0" algn="l">
              <a:spcBef>
                <a:spcPts val="0"/>
              </a:spcBef>
              <a:buNone/>
              <a:defRPr sz="1200" b="1">
                <a:solidFill>
                  <a:schemeClr val="tx2"/>
                </a:solidFill>
              </a:defRPr>
            </a:lvl6pPr>
            <a:lvl7pPr marL="0" indent="0" algn="l">
              <a:spcBef>
                <a:spcPts val="0"/>
              </a:spcBef>
              <a:buNone/>
              <a:defRPr sz="1200" b="1">
                <a:solidFill>
                  <a:schemeClr val="tx2"/>
                </a:solidFill>
              </a:defRPr>
            </a:lvl7pPr>
            <a:lvl8pPr marL="0" indent="0" algn="l">
              <a:spcBef>
                <a:spcPts val="0"/>
              </a:spcBef>
              <a:buNone/>
              <a:defRPr sz="1200" b="1">
                <a:solidFill>
                  <a:schemeClr val="tx2"/>
                </a:solidFill>
              </a:defRPr>
            </a:lvl8pPr>
            <a:lvl9pPr marL="0" indent="0" algn="l">
              <a:spcBef>
                <a:spcPts val="0"/>
              </a:spcBef>
              <a:buNone/>
              <a:defRPr sz="1200" b="1">
                <a:solidFill>
                  <a:schemeClr val="tx2"/>
                </a:solidFill>
              </a:defRPr>
            </a:lvl9pPr>
          </a:lstStyle>
          <a:p>
            <a:r>
              <a:rPr lang="en-US"/>
              <a:t>[Presentation subtitle/description]</a:t>
            </a:r>
          </a:p>
        </p:txBody>
      </p:sp>
      <p:sp>
        <p:nvSpPr>
          <p:cNvPr id="29" name="Text Placeholder 3">
            <a:extLst>
              <a:ext uri="{FF2B5EF4-FFF2-40B4-BE49-F238E27FC236}">
                <a16:creationId xmlns:a16="http://schemas.microsoft.com/office/drawing/2014/main" id="{6EB225BD-8BA1-27E0-7708-54249ED7D35A}"/>
              </a:ext>
            </a:extLst>
          </p:cNvPr>
          <p:cNvSpPr>
            <a:spLocks noGrp="1"/>
          </p:cNvSpPr>
          <p:nvPr>
            <p:ph type="body" sz="quarter" idx="10" hasCustomPrompt="1"/>
          </p:nvPr>
        </p:nvSpPr>
        <p:spPr>
          <a:xfrm>
            <a:off x="5212079" y="3784732"/>
            <a:ext cx="2131695" cy="457200"/>
          </a:xfrm>
          <a:prstGeom prst="rect">
            <a:avLst/>
          </a:prstGeom>
        </p:spPr>
        <p:txBody>
          <a:bodyPr anchor="ctr" anchorCtr="0"/>
          <a:lstStyle>
            <a:lvl1pPr marL="0" indent="0" algn="ctr">
              <a:lnSpc>
                <a:spcPct val="80000"/>
              </a:lnSpc>
              <a:spcBef>
                <a:spcPts val="0"/>
              </a:spcBef>
              <a:buFontTx/>
              <a:buNone/>
              <a:defRPr sz="1400" b="1" cap="all" baseline="0">
                <a:solidFill>
                  <a:schemeClr val="tx2"/>
                </a:solidFill>
              </a:defRPr>
            </a:lvl1pPr>
            <a:lvl2pPr marL="0" indent="0" algn="ctr">
              <a:lnSpc>
                <a:spcPct val="80000"/>
              </a:lnSpc>
              <a:spcBef>
                <a:spcPts val="0"/>
              </a:spcBef>
              <a:buFontTx/>
              <a:buNone/>
              <a:defRPr sz="1400" b="1" cap="all" baseline="0">
                <a:solidFill>
                  <a:schemeClr val="tx2"/>
                </a:solidFill>
              </a:defRPr>
            </a:lvl2pPr>
            <a:lvl3pPr marL="0" indent="0" algn="ctr">
              <a:lnSpc>
                <a:spcPct val="80000"/>
              </a:lnSpc>
              <a:spcBef>
                <a:spcPts val="0"/>
              </a:spcBef>
              <a:buFontTx/>
              <a:buNone/>
              <a:defRPr sz="1400" b="1" cap="all" baseline="0">
                <a:solidFill>
                  <a:schemeClr val="tx2"/>
                </a:solidFill>
              </a:defRPr>
            </a:lvl3pPr>
            <a:lvl4pPr marL="0" indent="0" algn="ctr">
              <a:lnSpc>
                <a:spcPct val="80000"/>
              </a:lnSpc>
              <a:spcBef>
                <a:spcPts val="0"/>
              </a:spcBef>
              <a:buFontTx/>
              <a:buNone/>
              <a:defRPr sz="1400" b="1" cap="all" baseline="0">
                <a:solidFill>
                  <a:schemeClr val="tx2"/>
                </a:solidFill>
              </a:defRPr>
            </a:lvl4pPr>
            <a:lvl5pPr marL="0" indent="0" algn="ctr">
              <a:lnSpc>
                <a:spcPct val="80000"/>
              </a:lnSpc>
              <a:spcBef>
                <a:spcPts val="0"/>
              </a:spcBef>
              <a:buFontTx/>
              <a:buNone/>
              <a:defRPr sz="1400" b="1" cap="all" baseline="0">
                <a:solidFill>
                  <a:schemeClr val="tx2"/>
                </a:solidFill>
              </a:defRPr>
            </a:lvl5pPr>
            <a:lvl6pPr marL="0" indent="0" algn="ctr">
              <a:lnSpc>
                <a:spcPct val="80000"/>
              </a:lnSpc>
              <a:spcBef>
                <a:spcPts val="0"/>
              </a:spcBef>
              <a:buFontTx/>
              <a:buNone/>
              <a:defRPr sz="1400" b="1" cap="all" baseline="0">
                <a:solidFill>
                  <a:schemeClr val="tx2"/>
                </a:solidFill>
              </a:defRPr>
            </a:lvl6pPr>
            <a:lvl7pPr marL="0" indent="0" algn="ctr">
              <a:lnSpc>
                <a:spcPct val="80000"/>
              </a:lnSpc>
              <a:spcBef>
                <a:spcPts val="0"/>
              </a:spcBef>
              <a:buFontTx/>
              <a:buNone/>
              <a:defRPr sz="1400" b="1" cap="all" baseline="0">
                <a:solidFill>
                  <a:schemeClr val="tx2"/>
                </a:solidFill>
              </a:defRPr>
            </a:lvl7pPr>
            <a:lvl8pPr marL="0" indent="0" algn="ctr">
              <a:lnSpc>
                <a:spcPct val="80000"/>
              </a:lnSpc>
              <a:spcBef>
                <a:spcPts val="0"/>
              </a:spcBef>
              <a:buFontTx/>
              <a:buNone/>
              <a:defRPr sz="1400" b="1" cap="all" baseline="0">
                <a:solidFill>
                  <a:schemeClr val="tx2"/>
                </a:solidFill>
              </a:defRPr>
            </a:lvl8pPr>
            <a:lvl9pPr marL="0" indent="0" algn="ctr">
              <a:lnSpc>
                <a:spcPct val="80000"/>
              </a:lnSpc>
              <a:spcBef>
                <a:spcPts val="0"/>
              </a:spcBef>
              <a:buFontTx/>
              <a:buNone/>
              <a:defRPr sz="1400" b="1" cap="all" baseline="0">
                <a:solidFill>
                  <a:schemeClr val="tx2"/>
                </a:solidFill>
              </a:defRPr>
            </a:lvl9pPr>
          </a:lstStyle>
          <a:p>
            <a:pPr lvl="0"/>
            <a:r>
              <a:rPr lang="en-US"/>
              <a:t>[00 Month 0000]</a:t>
            </a:r>
          </a:p>
        </p:txBody>
      </p:sp>
      <p:pic>
        <p:nvPicPr>
          <p:cNvPr id="30" name="Picture 29">
            <a:extLst>
              <a:ext uri="{FF2B5EF4-FFF2-40B4-BE49-F238E27FC236}">
                <a16:creationId xmlns:a16="http://schemas.microsoft.com/office/drawing/2014/main" id="{7DA15189-0EE0-5679-2F6C-19C49A630D80}"/>
              </a:ext>
            </a:extLst>
          </p:cNvPr>
          <p:cNvPicPr>
            <a:picLocks noChangeAspect="1"/>
          </p:cNvPicPr>
          <p:nvPr/>
        </p:nvPicPr>
        <p:blipFill>
          <a:blip r:embed="rId4"/>
          <a:srcRect/>
          <a:stretch/>
        </p:blipFill>
        <p:spPr>
          <a:xfrm>
            <a:off x="10004616" y="411162"/>
            <a:ext cx="1629707" cy="478023"/>
          </a:xfrm>
          <a:prstGeom prst="rect">
            <a:avLst/>
          </a:prstGeom>
        </p:spPr>
      </p:pic>
      <p:sp>
        <p:nvSpPr>
          <p:cNvPr id="2" name="Rectangle 15">
            <a:extLst>
              <a:ext uri="{FF2B5EF4-FFF2-40B4-BE49-F238E27FC236}">
                <a16:creationId xmlns:a16="http://schemas.microsoft.com/office/drawing/2014/main" id="{D4C88638-6856-0BEB-48E7-78E46B7E57D8}"/>
              </a:ext>
            </a:extLst>
          </p:cNvPr>
          <p:cNvSpPr>
            <a:spLocks noChangeArrowheads="1"/>
          </p:cNvSpPr>
          <p:nvPr/>
        </p:nvSpPr>
        <p:spPr bwMode="auto">
          <a:xfrm>
            <a:off x="1386840" y="6657945"/>
            <a:ext cx="9418320" cy="200055"/>
          </a:xfrm>
          <a:prstGeom prst="rect">
            <a:avLst/>
          </a:prstGeom>
          <a:noFill/>
          <a:ln w="9525">
            <a:noFill/>
            <a:miter lim="800000"/>
            <a:headEnd/>
            <a:tailEnd/>
          </a:ln>
        </p:spPr>
        <p:txBody>
          <a:bodyPr wrap="square" lIns="0" rIns="0" anchor="b">
            <a:spAutoFit/>
          </a:bodyPr>
          <a:lstStyle/>
          <a:p>
            <a:pPr algn="ctr">
              <a:defRPr/>
            </a:pPr>
            <a:r>
              <a:rPr lang="en-US" sz="700" b="1" dirty="0">
                <a:solidFill>
                  <a:srgbClr val="2DAA27"/>
                </a:solidFill>
                <a:latin typeface="+mn-lt"/>
                <a:cs typeface="Arial Bold" panose="020B0704020202020204" pitchFamily="34" charset="0"/>
              </a:rPr>
              <a:t>UNCLASSIFIED</a:t>
            </a:r>
          </a:p>
        </p:txBody>
      </p:sp>
      <p:sp>
        <p:nvSpPr>
          <p:cNvPr id="3" name="Rectangle 2">
            <a:extLst>
              <a:ext uri="{FF2B5EF4-FFF2-40B4-BE49-F238E27FC236}">
                <a16:creationId xmlns:a16="http://schemas.microsoft.com/office/drawing/2014/main" id="{BDCC2702-2764-1DE3-1940-31386289C0D0}"/>
              </a:ext>
            </a:extLst>
          </p:cNvPr>
          <p:cNvSpPr>
            <a:spLocks noChangeArrowheads="1"/>
          </p:cNvSpPr>
          <p:nvPr/>
        </p:nvSpPr>
        <p:spPr bwMode="auto">
          <a:xfrm>
            <a:off x="1386840" y="0"/>
            <a:ext cx="9418320" cy="200055"/>
          </a:xfrm>
          <a:prstGeom prst="rect">
            <a:avLst/>
          </a:prstGeom>
          <a:noFill/>
          <a:ln w="9525">
            <a:noFill/>
            <a:miter lim="800000"/>
            <a:headEnd/>
            <a:tailEnd/>
          </a:ln>
        </p:spPr>
        <p:txBody>
          <a:bodyPr wrap="square" anchor="t" anchorCtr="0">
            <a:spAutoFit/>
          </a:bodyPr>
          <a:lstStyle/>
          <a:p>
            <a:pPr algn="ctr">
              <a:defRPr/>
            </a:pPr>
            <a:r>
              <a:rPr lang="en-US" sz="700" b="1" dirty="0">
                <a:solidFill>
                  <a:srgbClr val="2DAA27"/>
                </a:solidFill>
                <a:latin typeface="+mn-lt"/>
                <a:cs typeface="Arial Bold" panose="020B0704020202020204" pitchFamily="34" charset="0"/>
              </a:rPr>
              <a:t>UNCLASSIFIED</a:t>
            </a:r>
          </a:p>
        </p:txBody>
      </p:sp>
    </p:spTree>
    <p:extLst>
      <p:ext uri="{BB962C8B-B14F-4D97-AF65-F5344CB8AC3E}">
        <p14:creationId xmlns:p14="http://schemas.microsoft.com/office/powerpoint/2010/main" val="3273272428"/>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48640" y="411481"/>
            <a:ext cx="8231293" cy="914400"/>
          </a:xfrm>
          <a:prstGeom prst="rect">
            <a:avLst/>
          </a:prstGeom>
        </p:spPr>
        <p:txBody>
          <a:bodyPr/>
          <a:lstStyle/>
          <a:p>
            <a:r>
              <a:rPr lang="en-US"/>
              <a:t>[Slide title]</a:t>
            </a:r>
          </a:p>
        </p:txBody>
      </p:sp>
      <p:sp>
        <p:nvSpPr>
          <p:cNvPr id="3" name="Content Placeholder 2"/>
          <p:cNvSpPr>
            <a:spLocks noGrp="1"/>
          </p:cNvSpPr>
          <p:nvPr>
            <p:ph idx="1"/>
          </p:nvPr>
        </p:nvSpPr>
        <p:spPr>
          <a:xfrm>
            <a:off x="548640" y="1600198"/>
            <a:ext cx="6795136" cy="45720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4FBB89F-F200-3967-06C8-C1B71C7F0FF9}"/>
              </a:ext>
            </a:extLst>
          </p:cNvPr>
          <p:cNvSpPr>
            <a:spLocks noGrp="1"/>
          </p:cNvSpPr>
          <p:nvPr>
            <p:ph type="dt" sz="half" idx="10"/>
          </p:nvPr>
        </p:nvSpPr>
        <p:spPr>
          <a:xfrm>
            <a:off x="548640" y="6629400"/>
            <a:ext cx="822960" cy="228600"/>
          </a:xfrm>
          <a:prstGeom prst="rect">
            <a:avLst/>
          </a:prstGeom>
        </p:spPr>
        <p:txBody>
          <a:bodyPr lIns="0"/>
          <a:lstStyle/>
          <a:p>
            <a:fld id="{971AFA9C-17DA-4726-B9E3-ADECF7729AF7}" type="datetimeFigureOut">
              <a:rPr lang="en-US" smtClean="0"/>
              <a:t>7/21/2026</a:t>
            </a:fld>
            <a:endParaRPr lang="en-US"/>
          </a:p>
        </p:txBody>
      </p:sp>
      <p:sp>
        <p:nvSpPr>
          <p:cNvPr id="6" name="Slide Number Placeholder 5">
            <a:extLst>
              <a:ext uri="{FF2B5EF4-FFF2-40B4-BE49-F238E27FC236}">
                <a16:creationId xmlns:a16="http://schemas.microsoft.com/office/drawing/2014/main" id="{03C0BAD3-337A-DC60-A7ED-BF13F0826264}"/>
              </a:ext>
            </a:extLst>
          </p:cNvPr>
          <p:cNvSpPr>
            <a:spLocks noGrp="1"/>
          </p:cNvSpPr>
          <p:nvPr>
            <p:ph type="sldNum" sz="quarter" idx="11"/>
          </p:nvPr>
        </p:nvSpPr>
        <p:spPr>
          <a:xfrm>
            <a:off x="11245104" y="6629400"/>
            <a:ext cx="399210" cy="228600"/>
          </a:xfrm>
          <a:prstGeom prst="rect">
            <a:avLst/>
          </a:prstGeom>
        </p:spPr>
        <p:txBody>
          <a:bodyPr rIns="0"/>
          <a:lstStyle/>
          <a:p>
            <a:fld id="{79D051F2-C7C4-43BD-B552-C78CE0DE4128}" type="slidenum">
              <a:rPr lang="en-US" smtClean="0"/>
              <a:t>‹#›</a:t>
            </a:fld>
            <a:endParaRPr lang="en-US"/>
          </a:p>
        </p:txBody>
      </p:sp>
    </p:spTree>
    <p:extLst>
      <p:ext uri="{BB962C8B-B14F-4D97-AF65-F5344CB8AC3E}">
        <p14:creationId xmlns:p14="http://schemas.microsoft.com/office/powerpoint/2010/main" val="2928154198"/>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2 Column">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17D0BA3-CE88-4FFE-E80D-CD039190BDDD}"/>
              </a:ext>
            </a:extLst>
          </p:cNvPr>
          <p:cNvSpPr>
            <a:spLocks noGrp="1"/>
          </p:cNvSpPr>
          <p:nvPr>
            <p:ph type="title" hasCustomPrompt="1"/>
          </p:nvPr>
        </p:nvSpPr>
        <p:spPr>
          <a:xfrm>
            <a:off x="548640" y="411481"/>
            <a:ext cx="8231293" cy="914400"/>
          </a:xfrm>
          <a:prstGeom prst="rect">
            <a:avLst/>
          </a:prstGeom>
        </p:spPr>
        <p:txBody>
          <a:bodyPr/>
          <a:lstStyle/>
          <a:p>
            <a:r>
              <a:rPr lang="en-US"/>
              <a:t>[Slide title]</a:t>
            </a:r>
          </a:p>
        </p:txBody>
      </p:sp>
      <p:sp>
        <p:nvSpPr>
          <p:cNvPr id="3" name="Content Placeholder 2"/>
          <p:cNvSpPr>
            <a:spLocks noGrp="1"/>
          </p:cNvSpPr>
          <p:nvPr>
            <p:ph sz="half" idx="1"/>
          </p:nvPr>
        </p:nvSpPr>
        <p:spPr>
          <a:xfrm>
            <a:off x="548639" y="1600200"/>
            <a:ext cx="5364480" cy="45720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78879" y="1600200"/>
            <a:ext cx="5364480" cy="45720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a:extLst>
              <a:ext uri="{FF2B5EF4-FFF2-40B4-BE49-F238E27FC236}">
                <a16:creationId xmlns:a16="http://schemas.microsoft.com/office/drawing/2014/main" id="{43576077-E818-BDF1-A607-CD8784277FC5}"/>
              </a:ext>
            </a:extLst>
          </p:cNvPr>
          <p:cNvSpPr>
            <a:spLocks noGrp="1"/>
          </p:cNvSpPr>
          <p:nvPr>
            <p:ph type="dt" sz="half" idx="10"/>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7" name="Slide Number Placeholder 6">
            <a:extLst>
              <a:ext uri="{FF2B5EF4-FFF2-40B4-BE49-F238E27FC236}">
                <a16:creationId xmlns:a16="http://schemas.microsoft.com/office/drawing/2014/main" id="{B0B9DE45-E855-FE62-197B-32BBD9BBBA57}"/>
              </a:ext>
            </a:extLst>
          </p:cNvPr>
          <p:cNvSpPr>
            <a:spLocks noGrp="1"/>
          </p:cNvSpPr>
          <p:nvPr>
            <p:ph type="sldNum" sz="quarter" idx="11"/>
          </p:nvPr>
        </p:nvSpPr>
        <p:spPr>
          <a:xfrm>
            <a:off x="11210716" y="6629400"/>
            <a:ext cx="442001" cy="228600"/>
          </a:xfrm>
          <a:prstGeom prst="rect">
            <a:avLst/>
          </a:prstGeom>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361348578"/>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9713ED7-122D-D0BC-7C53-E1C615A94F8B}"/>
              </a:ext>
            </a:extLst>
          </p:cNvPr>
          <p:cNvSpPr>
            <a:spLocks noGrp="1"/>
          </p:cNvSpPr>
          <p:nvPr>
            <p:ph type="title" hasCustomPrompt="1"/>
          </p:nvPr>
        </p:nvSpPr>
        <p:spPr>
          <a:xfrm>
            <a:off x="548640" y="411481"/>
            <a:ext cx="8231293" cy="914400"/>
          </a:xfrm>
          <a:prstGeom prst="rect">
            <a:avLst/>
          </a:prstGeom>
        </p:spPr>
        <p:txBody>
          <a:bodyPr/>
          <a:lstStyle/>
          <a:p>
            <a:r>
              <a:rPr lang="en-US"/>
              <a:t>[Slide title]</a:t>
            </a:r>
          </a:p>
        </p:txBody>
      </p:sp>
      <p:sp>
        <p:nvSpPr>
          <p:cNvPr id="3" name="Content Placeholder 2"/>
          <p:cNvSpPr>
            <a:spLocks noGrp="1"/>
          </p:cNvSpPr>
          <p:nvPr>
            <p:ph sz="half" idx="1"/>
          </p:nvPr>
        </p:nvSpPr>
        <p:spPr>
          <a:xfrm>
            <a:off x="548639" y="1600200"/>
            <a:ext cx="3450336" cy="45720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370832" y="1600200"/>
            <a:ext cx="3450336" cy="45720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617618FB-CD21-AF4A-B264-6355E9BD7981}"/>
              </a:ext>
            </a:extLst>
          </p:cNvPr>
          <p:cNvSpPr>
            <a:spLocks noGrp="1"/>
          </p:cNvSpPr>
          <p:nvPr>
            <p:ph sz="half" idx="10"/>
          </p:nvPr>
        </p:nvSpPr>
        <p:spPr>
          <a:xfrm>
            <a:off x="8193023" y="1600200"/>
            <a:ext cx="3450336" cy="45720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645ED9-A46E-B9F8-0D30-36DF4C37823A}"/>
              </a:ext>
            </a:extLst>
          </p:cNvPr>
          <p:cNvSpPr>
            <a:spLocks noGrp="1"/>
          </p:cNvSpPr>
          <p:nvPr>
            <p:ph type="dt" sz="half" idx="11"/>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8" name="Slide Number Placeholder 7">
            <a:extLst>
              <a:ext uri="{FF2B5EF4-FFF2-40B4-BE49-F238E27FC236}">
                <a16:creationId xmlns:a16="http://schemas.microsoft.com/office/drawing/2014/main" id="{87D0D458-416D-011B-0311-0C2B249BFF89}"/>
              </a:ext>
            </a:extLst>
          </p:cNvPr>
          <p:cNvSpPr>
            <a:spLocks noGrp="1"/>
          </p:cNvSpPr>
          <p:nvPr>
            <p:ph type="sldNum" sz="quarter" idx="12"/>
          </p:nvPr>
        </p:nvSpPr>
        <p:spPr>
          <a:xfrm>
            <a:off x="11210716" y="6629400"/>
            <a:ext cx="442001" cy="228600"/>
          </a:xfrm>
          <a:prstGeom prst="rect">
            <a:avLst/>
          </a:prstGeom>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1698325924"/>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4 Column">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61ED6E9-4BFC-F986-93E1-1249E94D9780}"/>
              </a:ext>
            </a:extLst>
          </p:cNvPr>
          <p:cNvSpPr>
            <a:spLocks noGrp="1"/>
          </p:cNvSpPr>
          <p:nvPr>
            <p:ph type="title" hasCustomPrompt="1"/>
          </p:nvPr>
        </p:nvSpPr>
        <p:spPr>
          <a:xfrm>
            <a:off x="548640" y="411481"/>
            <a:ext cx="8231293" cy="914400"/>
          </a:xfrm>
          <a:prstGeom prst="rect">
            <a:avLst/>
          </a:prstGeom>
        </p:spPr>
        <p:txBody>
          <a:bodyPr/>
          <a:lstStyle/>
          <a:p>
            <a:r>
              <a:rPr lang="en-US"/>
              <a:t>[Slide title]</a:t>
            </a:r>
          </a:p>
        </p:txBody>
      </p:sp>
      <p:sp>
        <p:nvSpPr>
          <p:cNvPr id="3" name="Content Placeholder 2"/>
          <p:cNvSpPr>
            <a:spLocks noGrp="1"/>
          </p:cNvSpPr>
          <p:nvPr>
            <p:ph sz="half" idx="1"/>
          </p:nvPr>
        </p:nvSpPr>
        <p:spPr>
          <a:xfrm>
            <a:off x="548641" y="1600200"/>
            <a:ext cx="2499359" cy="4572000"/>
          </a:xfrm>
          <a:prstGeom prst="rect">
            <a:avLst/>
          </a:prstGeo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13761" y="1600200"/>
            <a:ext cx="2499359" cy="4572000"/>
          </a:xfrm>
          <a:prstGeom prst="rect">
            <a:avLst/>
          </a:prstGeo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617618FB-CD21-AF4A-B264-6355E9BD7981}"/>
              </a:ext>
            </a:extLst>
          </p:cNvPr>
          <p:cNvSpPr>
            <a:spLocks noGrp="1"/>
          </p:cNvSpPr>
          <p:nvPr>
            <p:ph sz="half" idx="10"/>
          </p:nvPr>
        </p:nvSpPr>
        <p:spPr>
          <a:xfrm>
            <a:off x="6278881" y="1600200"/>
            <a:ext cx="2499359" cy="4572000"/>
          </a:xfrm>
          <a:prstGeom prst="rect">
            <a:avLst/>
          </a:prstGeo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5">
            <a:extLst>
              <a:ext uri="{FF2B5EF4-FFF2-40B4-BE49-F238E27FC236}">
                <a16:creationId xmlns:a16="http://schemas.microsoft.com/office/drawing/2014/main" id="{873DCC96-E62A-5505-4F1E-4A80C8498209}"/>
              </a:ext>
            </a:extLst>
          </p:cNvPr>
          <p:cNvSpPr>
            <a:spLocks noGrp="1"/>
          </p:cNvSpPr>
          <p:nvPr>
            <p:ph sz="half" idx="11"/>
          </p:nvPr>
        </p:nvSpPr>
        <p:spPr>
          <a:xfrm>
            <a:off x="9144001" y="1600200"/>
            <a:ext cx="2499359" cy="4572000"/>
          </a:xfrm>
          <a:prstGeom prst="rect">
            <a:avLst/>
          </a:prstGeo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99E75897-C7CA-D608-954E-EA24E33CBEB8}"/>
              </a:ext>
            </a:extLst>
          </p:cNvPr>
          <p:cNvSpPr>
            <a:spLocks noGrp="1"/>
          </p:cNvSpPr>
          <p:nvPr>
            <p:ph type="dt" sz="half" idx="12"/>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9" name="Slide Number Placeholder 8">
            <a:extLst>
              <a:ext uri="{FF2B5EF4-FFF2-40B4-BE49-F238E27FC236}">
                <a16:creationId xmlns:a16="http://schemas.microsoft.com/office/drawing/2014/main" id="{FF00C8CD-D32C-E34D-BB8E-34B4CB816D39}"/>
              </a:ext>
            </a:extLst>
          </p:cNvPr>
          <p:cNvSpPr>
            <a:spLocks noGrp="1"/>
          </p:cNvSpPr>
          <p:nvPr>
            <p:ph type="sldNum" sz="quarter" idx="13"/>
          </p:nvPr>
        </p:nvSpPr>
        <p:spPr>
          <a:xfrm>
            <a:off x="11210716" y="6629400"/>
            <a:ext cx="442001" cy="228600"/>
          </a:xfrm>
          <a:prstGeom prst="rect">
            <a:avLst/>
          </a:prstGeom>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2544867661"/>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4 Icons">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61ED6E9-4BFC-F986-93E1-1249E94D9780}"/>
              </a:ext>
            </a:extLst>
          </p:cNvPr>
          <p:cNvSpPr>
            <a:spLocks noGrp="1"/>
          </p:cNvSpPr>
          <p:nvPr>
            <p:ph type="title" hasCustomPrompt="1"/>
          </p:nvPr>
        </p:nvSpPr>
        <p:spPr>
          <a:xfrm>
            <a:off x="548640" y="411481"/>
            <a:ext cx="8231293" cy="914400"/>
          </a:xfrm>
          <a:prstGeom prst="rect">
            <a:avLst/>
          </a:prstGeom>
        </p:spPr>
        <p:txBody>
          <a:bodyPr/>
          <a:lstStyle/>
          <a:p>
            <a:r>
              <a:rPr lang="en-US"/>
              <a:t>[Slide title]</a:t>
            </a:r>
          </a:p>
        </p:txBody>
      </p:sp>
      <p:sp>
        <p:nvSpPr>
          <p:cNvPr id="9" name="Picture Placeholder 2">
            <a:extLst>
              <a:ext uri="{FF2B5EF4-FFF2-40B4-BE49-F238E27FC236}">
                <a16:creationId xmlns:a16="http://schemas.microsoft.com/office/drawing/2014/main" id="{2FDCDCBF-BE41-ACC6-2307-F24F0B601969}"/>
              </a:ext>
            </a:extLst>
          </p:cNvPr>
          <p:cNvSpPr>
            <a:spLocks noGrp="1" noChangeAspect="1"/>
          </p:cNvSpPr>
          <p:nvPr>
            <p:ph type="pic" sz="quarter" idx="12" hasCustomPrompt="1"/>
          </p:nvPr>
        </p:nvSpPr>
        <p:spPr>
          <a:xfrm>
            <a:off x="548640" y="1600200"/>
            <a:ext cx="557784" cy="555498"/>
          </a:xfrm>
          <a:prstGeom prst="rect">
            <a:avLst/>
          </a:prstGeom>
        </p:spPr>
        <p:txBody>
          <a:bodyPr anchor="ctr" anchorCtr="0"/>
          <a:lstStyle>
            <a:lvl1pPr marL="0" indent="0" algn="ctr">
              <a:buFontTx/>
              <a:buNone/>
              <a:defRPr sz="800"/>
            </a:lvl1pPr>
          </a:lstStyle>
          <a:p>
            <a:r>
              <a:rPr lang="en-US"/>
              <a:t>[Icon]</a:t>
            </a:r>
          </a:p>
        </p:txBody>
      </p:sp>
      <p:sp>
        <p:nvSpPr>
          <p:cNvPr id="3" name="Content Placeholder 3"/>
          <p:cNvSpPr>
            <a:spLocks noGrp="1"/>
          </p:cNvSpPr>
          <p:nvPr>
            <p:ph sz="half" idx="1"/>
          </p:nvPr>
        </p:nvSpPr>
        <p:spPr>
          <a:xfrm>
            <a:off x="548641" y="2285998"/>
            <a:ext cx="2499359" cy="3886202"/>
          </a:xfrm>
          <a:prstGeom prst="rect">
            <a:avLst/>
          </a:prstGeo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4">
            <a:extLst>
              <a:ext uri="{FF2B5EF4-FFF2-40B4-BE49-F238E27FC236}">
                <a16:creationId xmlns:a16="http://schemas.microsoft.com/office/drawing/2014/main" id="{C7652FE0-2E63-C05D-5D80-EE5429B0A7EE}"/>
              </a:ext>
            </a:extLst>
          </p:cNvPr>
          <p:cNvSpPr>
            <a:spLocks noGrp="1" noChangeAspect="1"/>
          </p:cNvSpPr>
          <p:nvPr>
            <p:ph type="pic" sz="quarter" idx="13" hasCustomPrompt="1"/>
          </p:nvPr>
        </p:nvSpPr>
        <p:spPr>
          <a:xfrm>
            <a:off x="3413760" y="1600200"/>
            <a:ext cx="557784" cy="557784"/>
          </a:xfrm>
          <a:prstGeom prst="rect">
            <a:avLst/>
          </a:prstGeom>
        </p:spPr>
        <p:txBody>
          <a:bodyPr anchor="ctr" anchorCtr="0"/>
          <a:lstStyle>
            <a:lvl1pPr marL="0" indent="0" algn="ctr">
              <a:buFontTx/>
              <a:buNone/>
              <a:defRPr sz="800"/>
            </a:lvl1pPr>
          </a:lstStyle>
          <a:p>
            <a:r>
              <a:rPr lang="en-US"/>
              <a:t>[Icon]</a:t>
            </a:r>
          </a:p>
        </p:txBody>
      </p:sp>
      <p:sp>
        <p:nvSpPr>
          <p:cNvPr id="4" name="Content Placeholder 5"/>
          <p:cNvSpPr>
            <a:spLocks noGrp="1"/>
          </p:cNvSpPr>
          <p:nvPr>
            <p:ph sz="half" idx="2"/>
          </p:nvPr>
        </p:nvSpPr>
        <p:spPr>
          <a:xfrm>
            <a:off x="3413761" y="2285998"/>
            <a:ext cx="2499359" cy="3886202"/>
          </a:xfrm>
          <a:prstGeom prst="rect">
            <a:avLst/>
          </a:prstGeo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6">
            <a:extLst>
              <a:ext uri="{FF2B5EF4-FFF2-40B4-BE49-F238E27FC236}">
                <a16:creationId xmlns:a16="http://schemas.microsoft.com/office/drawing/2014/main" id="{B76F3E0A-3A89-0179-6808-7B86658B2939}"/>
              </a:ext>
            </a:extLst>
          </p:cNvPr>
          <p:cNvSpPr>
            <a:spLocks noGrp="1" noChangeAspect="1"/>
          </p:cNvSpPr>
          <p:nvPr>
            <p:ph type="pic" sz="quarter" idx="14" hasCustomPrompt="1"/>
          </p:nvPr>
        </p:nvSpPr>
        <p:spPr>
          <a:xfrm>
            <a:off x="6278880" y="1600200"/>
            <a:ext cx="557784" cy="557784"/>
          </a:xfrm>
          <a:prstGeom prst="rect">
            <a:avLst/>
          </a:prstGeom>
        </p:spPr>
        <p:txBody>
          <a:bodyPr anchor="ctr" anchorCtr="0"/>
          <a:lstStyle>
            <a:lvl1pPr marL="0" indent="0" algn="ctr">
              <a:buFontTx/>
              <a:buNone/>
              <a:defRPr sz="800"/>
            </a:lvl1pPr>
          </a:lstStyle>
          <a:p>
            <a:r>
              <a:rPr lang="en-US"/>
              <a:t>[Icon]</a:t>
            </a:r>
          </a:p>
        </p:txBody>
      </p:sp>
      <p:sp>
        <p:nvSpPr>
          <p:cNvPr id="6" name="Content Placeholder 7">
            <a:extLst>
              <a:ext uri="{FF2B5EF4-FFF2-40B4-BE49-F238E27FC236}">
                <a16:creationId xmlns:a16="http://schemas.microsoft.com/office/drawing/2014/main" id="{617618FB-CD21-AF4A-B264-6355E9BD7981}"/>
              </a:ext>
            </a:extLst>
          </p:cNvPr>
          <p:cNvSpPr>
            <a:spLocks noGrp="1"/>
          </p:cNvSpPr>
          <p:nvPr>
            <p:ph sz="half" idx="10"/>
          </p:nvPr>
        </p:nvSpPr>
        <p:spPr>
          <a:xfrm>
            <a:off x="6278881" y="2285998"/>
            <a:ext cx="2499359" cy="3886202"/>
          </a:xfrm>
          <a:prstGeom prst="rect">
            <a:avLst/>
          </a:prstGeo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8">
            <a:extLst>
              <a:ext uri="{FF2B5EF4-FFF2-40B4-BE49-F238E27FC236}">
                <a16:creationId xmlns:a16="http://schemas.microsoft.com/office/drawing/2014/main" id="{83E5AF74-1A89-50D1-F570-2D5345102584}"/>
              </a:ext>
            </a:extLst>
          </p:cNvPr>
          <p:cNvSpPr>
            <a:spLocks noGrp="1" noChangeAspect="1"/>
          </p:cNvSpPr>
          <p:nvPr>
            <p:ph type="pic" sz="quarter" idx="15" hasCustomPrompt="1"/>
          </p:nvPr>
        </p:nvSpPr>
        <p:spPr>
          <a:xfrm>
            <a:off x="9144000" y="1600200"/>
            <a:ext cx="557784" cy="557784"/>
          </a:xfrm>
          <a:prstGeom prst="rect">
            <a:avLst/>
          </a:prstGeom>
        </p:spPr>
        <p:txBody>
          <a:bodyPr anchor="ctr" anchorCtr="0"/>
          <a:lstStyle>
            <a:lvl1pPr marL="0" indent="0" algn="ctr">
              <a:buFontTx/>
              <a:buNone/>
              <a:defRPr sz="800"/>
            </a:lvl1pPr>
          </a:lstStyle>
          <a:p>
            <a:r>
              <a:rPr lang="en-US"/>
              <a:t>[Icon]</a:t>
            </a:r>
          </a:p>
        </p:txBody>
      </p:sp>
      <p:sp>
        <p:nvSpPr>
          <p:cNvPr id="5" name="Content Placeholder 9">
            <a:extLst>
              <a:ext uri="{FF2B5EF4-FFF2-40B4-BE49-F238E27FC236}">
                <a16:creationId xmlns:a16="http://schemas.microsoft.com/office/drawing/2014/main" id="{873DCC96-E62A-5505-4F1E-4A80C8498209}"/>
              </a:ext>
            </a:extLst>
          </p:cNvPr>
          <p:cNvSpPr>
            <a:spLocks noGrp="1"/>
          </p:cNvSpPr>
          <p:nvPr>
            <p:ph sz="half" idx="11"/>
          </p:nvPr>
        </p:nvSpPr>
        <p:spPr>
          <a:xfrm>
            <a:off x="9144001" y="2285998"/>
            <a:ext cx="2499359" cy="3886202"/>
          </a:xfrm>
          <a:prstGeom prst="rect">
            <a:avLst/>
          </a:prstGeo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8B7C8174-B194-B25B-91AA-597E72C81310}"/>
              </a:ext>
            </a:extLst>
          </p:cNvPr>
          <p:cNvSpPr>
            <a:spLocks noGrp="1"/>
          </p:cNvSpPr>
          <p:nvPr>
            <p:ph type="dt" sz="half" idx="16"/>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13" name="Slide Number Placeholder 12">
            <a:extLst>
              <a:ext uri="{FF2B5EF4-FFF2-40B4-BE49-F238E27FC236}">
                <a16:creationId xmlns:a16="http://schemas.microsoft.com/office/drawing/2014/main" id="{089FF259-217B-3F10-C738-AE2C6A9EE838}"/>
              </a:ext>
            </a:extLst>
          </p:cNvPr>
          <p:cNvSpPr>
            <a:spLocks noGrp="1"/>
          </p:cNvSpPr>
          <p:nvPr>
            <p:ph type="sldNum" sz="quarter" idx="17"/>
          </p:nvPr>
        </p:nvSpPr>
        <p:spPr>
          <a:xfrm>
            <a:off x="11210716" y="6629400"/>
            <a:ext cx="442001" cy="228600"/>
          </a:xfrm>
          <a:prstGeom prst="rect">
            <a:avLst/>
          </a:prstGeom>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1827508215"/>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4 Numbers">
    <p:bg>
      <p:bgPr>
        <a:solidFill>
          <a:srgbClr val="221F20"/>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54C21BF-3440-8CAE-0A59-466346C7713E}"/>
              </a:ext>
            </a:extLst>
          </p:cNvPr>
          <p:cNvSpPr>
            <a:spLocks noGrp="1"/>
          </p:cNvSpPr>
          <p:nvPr>
            <p:ph type="title" hasCustomPrompt="1"/>
          </p:nvPr>
        </p:nvSpPr>
        <p:spPr>
          <a:xfrm>
            <a:off x="548640" y="411481"/>
            <a:ext cx="8231293" cy="914400"/>
          </a:xfrm>
          <a:prstGeom prst="rect">
            <a:avLst/>
          </a:prstGeom>
        </p:spPr>
        <p:txBody>
          <a:bodyPr/>
          <a:lstStyle/>
          <a:p>
            <a:r>
              <a:rPr lang="en-US"/>
              <a:t>[Slide title]</a:t>
            </a:r>
          </a:p>
        </p:txBody>
      </p:sp>
      <p:cxnSp>
        <p:nvCxnSpPr>
          <p:cNvPr id="15" name="Line">
            <a:extLst>
              <a:ext uri="{FF2B5EF4-FFF2-40B4-BE49-F238E27FC236}">
                <a16:creationId xmlns:a16="http://schemas.microsoft.com/office/drawing/2014/main" id="{8412A77E-32D6-ECE7-C58C-21E3C08D86B3}"/>
              </a:ext>
              <a:ext uri="{C183D7F6-B498-43B3-948B-1728B52AA6E4}">
                <adec:decorative xmlns:adec="http://schemas.microsoft.com/office/drawing/2017/decorative" val="1"/>
              </a:ext>
            </a:extLst>
          </p:cNvPr>
          <p:cNvCxnSpPr>
            <a:cxnSpLocks/>
          </p:cNvCxnSpPr>
          <p:nvPr/>
        </p:nvCxnSpPr>
        <p:spPr>
          <a:xfrm>
            <a:off x="54864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3" name="TextBox">
            <a:extLst>
              <a:ext uri="{FF2B5EF4-FFF2-40B4-BE49-F238E27FC236}">
                <a16:creationId xmlns:a16="http://schemas.microsoft.com/office/drawing/2014/main" id="{AF47D3F9-758C-0713-980A-E6E56BBC1088}"/>
              </a:ext>
            </a:extLst>
          </p:cNvPr>
          <p:cNvSpPr txBox="1"/>
          <p:nvPr/>
        </p:nvSpPr>
        <p:spPr>
          <a:xfrm>
            <a:off x="54864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01</a:t>
            </a:r>
          </a:p>
        </p:txBody>
      </p:sp>
      <p:sp>
        <p:nvSpPr>
          <p:cNvPr id="3" name="Content Placeholder 2"/>
          <p:cNvSpPr>
            <a:spLocks noGrp="1"/>
          </p:cNvSpPr>
          <p:nvPr>
            <p:ph sz="half" idx="1"/>
          </p:nvPr>
        </p:nvSpPr>
        <p:spPr>
          <a:xfrm>
            <a:off x="548641" y="2286000"/>
            <a:ext cx="2499359" cy="3886200"/>
          </a:xfrm>
          <a:prstGeom prst="rect">
            <a:avLst/>
          </a:prstGeom>
        </p:spPr>
        <p:txBody>
          <a:bodyPr/>
          <a:lstStyle>
            <a:lvl1pPr marL="0" indent="0">
              <a:spcBef>
                <a:spcPts val="1000"/>
              </a:spcBef>
              <a:buFontTx/>
              <a:buNone/>
              <a:defRPr sz="1300">
                <a:solidFill>
                  <a:schemeClr val="tx1"/>
                </a:solidFill>
              </a:defRPr>
            </a:lvl1pPr>
            <a:lvl2pPr marL="137160" indent="-137160">
              <a:spcBef>
                <a:spcPts val="1000"/>
              </a:spcBef>
              <a:buFont typeface="Arial" panose="020B0604020202020204" pitchFamily="34" charset="0"/>
              <a:buChar char="▪"/>
              <a:defRPr sz="1300">
                <a:solidFill>
                  <a:schemeClr val="tx1"/>
                </a:solidFill>
              </a:defRPr>
            </a:lvl2pPr>
            <a:lvl3pPr marL="274320" indent="-137160">
              <a:defRPr sz="1300">
                <a:solidFill>
                  <a:schemeClr val="tx1"/>
                </a:solidFill>
              </a:defRPr>
            </a:lvl3pPr>
            <a:lvl4pPr marL="411480" indent="-137160">
              <a:defRPr sz="1300">
                <a:solidFill>
                  <a:schemeClr val="tx1"/>
                </a:solidFill>
              </a:defRPr>
            </a:lvl4pPr>
            <a:lvl5pPr marL="548640" indent="-137160">
              <a:defRPr sz="1300">
                <a:solidFill>
                  <a:schemeClr val="tx1"/>
                </a:solidFill>
              </a:defRPr>
            </a:lvl5pPr>
            <a:lvl6pPr marL="685800" indent="-137160">
              <a:defRPr sz="1300">
                <a:solidFill>
                  <a:schemeClr val="tx1"/>
                </a:solidFill>
              </a:defRPr>
            </a:lvl6pPr>
            <a:lvl7pPr marL="822960" indent="-137160">
              <a:defRPr sz="1300">
                <a:solidFill>
                  <a:schemeClr val="tx1"/>
                </a:solidFill>
              </a:defRPr>
            </a:lvl7pPr>
            <a:lvl8pPr marL="960120" indent="-137160">
              <a:defRPr sz="1300">
                <a:solidFill>
                  <a:schemeClr val="tx1"/>
                </a:solidFill>
              </a:defRPr>
            </a:lvl8pPr>
            <a:lvl9pPr marL="1097280" indent="-137160">
              <a:defRPr sz="1300">
                <a:solidFill>
                  <a:schemeClr val="tx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9" name="Line">
            <a:extLst>
              <a:ext uri="{FF2B5EF4-FFF2-40B4-BE49-F238E27FC236}">
                <a16:creationId xmlns:a16="http://schemas.microsoft.com/office/drawing/2014/main" id="{D7771284-6191-6AE5-C8DC-E26F4DD28049}"/>
              </a:ext>
              <a:ext uri="{C183D7F6-B498-43B3-948B-1728B52AA6E4}">
                <adec:decorative xmlns:adec="http://schemas.microsoft.com/office/drawing/2017/decorative" val="1"/>
              </a:ext>
            </a:extLst>
          </p:cNvPr>
          <p:cNvCxnSpPr>
            <a:cxnSpLocks/>
          </p:cNvCxnSpPr>
          <p:nvPr/>
        </p:nvCxnSpPr>
        <p:spPr>
          <a:xfrm>
            <a:off x="341376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0" name="TextBox">
            <a:extLst>
              <a:ext uri="{FF2B5EF4-FFF2-40B4-BE49-F238E27FC236}">
                <a16:creationId xmlns:a16="http://schemas.microsoft.com/office/drawing/2014/main" id="{0D9A8745-BD6D-12B2-16DF-02CB2BB85704}"/>
              </a:ext>
            </a:extLst>
          </p:cNvPr>
          <p:cNvSpPr txBox="1"/>
          <p:nvPr/>
        </p:nvSpPr>
        <p:spPr>
          <a:xfrm>
            <a:off x="341376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02</a:t>
            </a:r>
          </a:p>
        </p:txBody>
      </p:sp>
      <p:sp>
        <p:nvSpPr>
          <p:cNvPr id="4" name="Content Placeholder 3"/>
          <p:cNvSpPr>
            <a:spLocks noGrp="1"/>
          </p:cNvSpPr>
          <p:nvPr>
            <p:ph sz="half" idx="2"/>
          </p:nvPr>
        </p:nvSpPr>
        <p:spPr>
          <a:xfrm>
            <a:off x="3413761" y="2286000"/>
            <a:ext cx="2499359" cy="3886200"/>
          </a:xfrm>
          <a:prstGeom prst="rect">
            <a:avLst/>
          </a:prstGeom>
        </p:spPr>
        <p:txBody>
          <a:bodyPr/>
          <a:lstStyle>
            <a:lvl1pPr marL="0" indent="0">
              <a:spcBef>
                <a:spcPts val="1000"/>
              </a:spcBef>
              <a:buNone/>
              <a:defRPr sz="1300">
                <a:solidFill>
                  <a:schemeClr val="tx1"/>
                </a:solidFill>
              </a:defRPr>
            </a:lvl1pPr>
            <a:lvl2pPr marL="137160" indent="-137160">
              <a:spcBef>
                <a:spcPts val="1000"/>
              </a:spcBef>
              <a:buFont typeface="Arial" panose="020B0604020202020204" pitchFamily="34" charset="0"/>
              <a:buChar char="▪"/>
              <a:defRPr sz="1300">
                <a:solidFill>
                  <a:schemeClr val="tx1"/>
                </a:solidFill>
              </a:defRPr>
            </a:lvl2pPr>
            <a:lvl3pPr marL="274320" indent="-137160">
              <a:defRPr sz="1300">
                <a:solidFill>
                  <a:schemeClr val="tx1"/>
                </a:solidFill>
              </a:defRPr>
            </a:lvl3pPr>
            <a:lvl4pPr marL="411480" indent="-137160">
              <a:defRPr sz="1300">
                <a:solidFill>
                  <a:schemeClr val="tx1"/>
                </a:solidFill>
              </a:defRPr>
            </a:lvl4pPr>
            <a:lvl5pPr marL="548640" indent="-137160">
              <a:defRPr sz="1300">
                <a:solidFill>
                  <a:schemeClr val="tx1"/>
                </a:solidFill>
              </a:defRPr>
            </a:lvl5pPr>
            <a:lvl6pPr marL="685800" indent="-137160">
              <a:defRPr sz="1300">
                <a:solidFill>
                  <a:schemeClr val="tx1"/>
                </a:solidFill>
              </a:defRPr>
            </a:lvl6pPr>
            <a:lvl7pPr marL="822960" indent="-137160">
              <a:defRPr sz="1300">
                <a:solidFill>
                  <a:schemeClr val="tx1"/>
                </a:solidFill>
              </a:defRPr>
            </a:lvl7pPr>
            <a:lvl8pPr marL="960120" indent="-137160">
              <a:defRPr sz="1300">
                <a:solidFill>
                  <a:schemeClr val="tx1"/>
                </a:solidFill>
              </a:defRPr>
            </a:lvl8pPr>
            <a:lvl9pPr marL="1097280" indent="-137160">
              <a:defRPr sz="1300">
                <a:solidFill>
                  <a:schemeClr val="tx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Line">
            <a:extLst>
              <a:ext uri="{FF2B5EF4-FFF2-40B4-BE49-F238E27FC236}">
                <a16:creationId xmlns:a16="http://schemas.microsoft.com/office/drawing/2014/main" id="{7F3E6C41-3F3A-5394-DD39-6844F7E13753}"/>
              </a:ext>
              <a:ext uri="{C183D7F6-B498-43B3-948B-1728B52AA6E4}">
                <adec:decorative xmlns:adec="http://schemas.microsoft.com/office/drawing/2017/decorative" val="1"/>
              </a:ext>
            </a:extLst>
          </p:cNvPr>
          <p:cNvCxnSpPr>
            <a:cxnSpLocks/>
          </p:cNvCxnSpPr>
          <p:nvPr/>
        </p:nvCxnSpPr>
        <p:spPr>
          <a:xfrm>
            <a:off x="627888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2" name="TextBox">
            <a:extLst>
              <a:ext uri="{FF2B5EF4-FFF2-40B4-BE49-F238E27FC236}">
                <a16:creationId xmlns:a16="http://schemas.microsoft.com/office/drawing/2014/main" id="{BBB1FB2A-A05A-0E6A-2901-52A7D695A891}"/>
              </a:ext>
            </a:extLst>
          </p:cNvPr>
          <p:cNvSpPr txBox="1"/>
          <p:nvPr/>
        </p:nvSpPr>
        <p:spPr>
          <a:xfrm>
            <a:off x="627888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03</a:t>
            </a:r>
          </a:p>
        </p:txBody>
      </p:sp>
      <p:sp>
        <p:nvSpPr>
          <p:cNvPr id="6" name="Content Placeholder 4">
            <a:extLst>
              <a:ext uri="{FF2B5EF4-FFF2-40B4-BE49-F238E27FC236}">
                <a16:creationId xmlns:a16="http://schemas.microsoft.com/office/drawing/2014/main" id="{617618FB-CD21-AF4A-B264-6355E9BD7981}"/>
              </a:ext>
            </a:extLst>
          </p:cNvPr>
          <p:cNvSpPr>
            <a:spLocks noGrp="1"/>
          </p:cNvSpPr>
          <p:nvPr>
            <p:ph sz="half" idx="10"/>
          </p:nvPr>
        </p:nvSpPr>
        <p:spPr>
          <a:xfrm>
            <a:off x="6278881" y="2286000"/>
            <a:ext cx="2499359" cy="3886200"/>
          </a:xfrm>
          <a:prstGeom prst="rect">
            <a:avLst/>
          </a:prstGeom>
        </p:spPr>
        <p:txBody>
          <a:bodyPr/>
          <a:lstStyle>
            <a:lvl1pPr marL="0" indent="0">
              <a:spcBef>
                <a:spcPts val="1000"/>
              </a:spcBef>
              <a:buNone/>
              <a:defRPr sz="1300">
                <a:solidFill>
                  <a:schemeClr val="tx1"/>
                </a:solidFill>
              </a:defRPr>
            </a:lvl1pPr>
            <a:lvl2pPr marL="137160" indent="-137160">
              <a:spcBef>
                <a:spcPts val="1000"/>
              </a:spcBef>
              <a:buFont typeface="Arial" panose="020B0604020202020204" pitchFamily="34" charset="0"/>
              <a:buChar char="▪"/>
              <a:defRPr sz="1300">
                <a:solidFill>
                  <a:schemeClr val="tx1"/>
                </a:solidFill>
              </a:defRPr>
            </a:lvl2pPr>
            <a:lvl3pPr marL="274320" indent="-137160">
              <a:defRPr sz="1300">
                <a:solidFill>
                  <a:schemeClr val="tx1"/>
                </a:solidFill>
              </a:defRPr>
            </a:lvl3pPr>
            <a:lvl4pPr marL="411480" indent="-137160">
              <a:defRPr sz="1300">
                <a:solidFill>
                  <a:schemeClr val="tx1"/>
                </a:solidFill>
              </a:defRPr>
            </a:lvl4pPr>
            <a:lvl5pPr marL="548640" indent="-137160">
              <a:defRPr sz="1300">
                <a:solidFill>
                  <a:schemeClr val="tx1"/>
                </a:solidFill>
              </a:defRPr>
            </a:lvl5pPr>
            <a:lvl6pPr marL="685800" indent="-137160">
              <a:defRPr sz="1300">
                <a:solidFill>
                  <a:schemeClr val="tx1"/>
                </a:solidFill>
              </a:defRPr>
            </a:lvl6pPr>
            <a:lvl7pPr marL="822960" indent="-137160">
              <a:defRPr sz="1300">
                <a:solidFill>
                  <a:schemeClr val="tx1"/>
                </a:solidFill>
              </a:defRPr>
            </a:lvl7pPr>
            <a:lvl8pPr marL="960120" indent="-137160">
              <a:defRPr sz="1300">
                <a:solidFill>
                  <a:schemeClr val="tx1"/>
                </a:solidFill>
              </a:defRPr>
            </a:lvl8pPr>
            <a:lvl9pPr marL="1097280" indent="-137160">
              <a:defRPr sz="1300">
                <a:solidFill>
                  <a:schemeClr val="tx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4" name="Line">
            <a:extLst>
              <a:ext uri="{FF2B5EF4-FFF2-40B4-BE49-F238E27FC236}">
                <a16:creationId xmlns:a16="http://schemas.microsoft.com/office/drawing/2014/main" id="{FE115B30-3E6D-E823-531E-BB5BAA199BD0}"/>
              </a:ext>
              <a:ext uri="{C183D7F6-B498-43B3-948B-1728B52AA6E4}">
                <adec:decorative xmlns:adec="http://schemas.microsoft.com/office/drawing/2017/decorative" val="1"/>
              </a:ext>
            </a:extLst>
          </p:cNvPr>
          <p:cNvCxnSpPr>
            <a:cxnSpLocks/>
          </p:cNvCxnSpPr>
          <p:nvPr/>
        </p:nvCxnSpPr>
        <p:spPr>
          <a:xfrm>
            <a:off x="914400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6" name="TextBox">
            <a:extLst>
              <a:ext uri="{FF2B5EF4-FFF2-40B4-BE49-F238E27FC236}">
                <a16:creationId xmlns:a16="http://schemas.microsoft.com/office/drawing/2014/main" id="{694F0353-A0DD-9642-BDD7-8FC612070822}"/>
              </a:ext>
            </a:extLst>
          </p:cNvPr>
          <p:cNvSpPr txBox="1"/>
          <p:nvPr/>
        </p:nvSpPr>
        <p:spPr>
          <a:xfrm>
            <a:off x="914400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04</a:t>
            </a:r>
          </a:p>
        </p:txBody>
      </p:sp>
      <p:sp>
        <p:nvSpPr>
          <p:cNvPr id="5" name="Content Placeholder 5">
            <a:extLst>
              <a:ext uri="{FF2B5EF4-FFF2-40B4-BE49-F238E27FC236}">
                <a16:creationId xmlns:a16="http://schemas.microsoft.com/office/drawing/2014/main" id="{873DCC96-E62A-5505-4F1E-4A80C8498209}"/>
              </a:ext>
            </a:extLst>
          </p:cNvPr>
          <p:cNvSpPr>
            <a:spLocks noGrp="1"/>
          </p:cNvSpPr>
          <p:nvPr>
            <p:ph sz="half" idx="11"/>
          </p:nvPr>
        </p:nvSpPr>
        <p:spPr>
          <a:xfrm>
            <a:off x="9144001" y="2286000"/>
            <a:ext cx="2499359" cy="3886200"/>
          </a:xfrm>
          <a:prstGeom prst="rect">
            <a:avLst/>
          </a:prstGeom>
        </p:spPr>
        <p:txBody>
          <a:bodyPr/>
          <a:lstStyle>
            <a:lvl1pPr marL="0" indent="0">
              <a:spcBef>
                <a:spcPts val="1000"/>
              </a:spcBef>
              <a:buNone/>
              <a:defRPr sz="1300">
                <a:solidFill>
                  <a:schemeClr val="tx1"/>
                </a:solidFill>
              </a:defRPr>
            </a:lvl1pPr>
            <a:lvl2pPr marL="137160" indent="-137160">
              <a:spcBef>
                <a:spcPts val="1000"/>
              </a:spcBef>
              <a:buFont typeface="Arial" panose="020B0604020202020204" pitchFamily="34" charset="0"/>
              <a:buChar char="▪"/>
              <a:defRPr sz="1300">
                <a:solidFill>
                  <a:schemeClr val="tx1"/>
                </a:solidFill>
              </a:defRPr>
            </a:lvl2pPr>
            <a:lvl3pPr marL="274320" indent="-137160">
              <a:defRPr sz="1300">
                <a:solidFill>
                  <a:schemeClr val="tx1"/>
                </a:solidFill>
              </a:defRPr>
            </a:lvl3pPr>
            <a:lvl4pPr marL="411480" indent="-137160">
              <a:defRPr sz="1300">
                <a:solidFill>
                  <a:schemeClr val="tx1"/>
                </a:solidFill>
              </a:defRPr>
            </a:lvl4pPr>
            <a:lvl5pPr marL="548640" indent="-137160">
              <a:defRPr sz="1300">
                <a:solidFill>
                  <a:schemeClr val="tx1"/>
                </a:solidFill>
              </a:defRPr>
            </a:lvl5pPr>
            <a:lvl6pPr marL="685800" indent="-137160">
              <a:defRPr sz="1300">
                <a:solidFill>
                  <a:schemeClr val="tx1"/>
                </a:solidFill>
              </a:defRPr>
            </a:lvl6pPr>
            <a:lvl7pPr marL="822960" indent="-137160">
              <a:defRPr sz="1300">
                <a:solidFill>
                  <a:schemeClr val="tx1"/>
                </a:solidFill>
              </a:defRPr>
            </a:lvl7pPr>
            <a:lvl8pPr marL="960120" indent="-137160">
              <a:defRPr sz="1300">
                <a:solidFill>
                  <a:schemeClr val="tx1"/>
                </a:solidFill>
              </a:defRPr>
            </a:lvl8pPr>
            <a:lvl9pPr marL="1097280" indent="-137160">
              <a:defRPr sz="1300">
                <a:solidFill>
                  <a:schemeClr val="tx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CB012D9A-AE72-0239-7D2F-3E585FB16AD8}"/>
              </a:ext>
            </a:extLst>
          </p:cNvPr>
          <p:cNvSpPr>
            <a:spLocks noGrp="1"/>
          </p:cNvSpPr>
          <p:nvPr>
            <p:ph type="dt" sz="half" idx="12"/>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17" name="Slide Number Placeholder 16">
            <a:extLst>
              <a:ext uri="{FF2B5EF4-FFF2-40B4-BE49-F238E27FC236}">
                <a16:creationId xmlns:a16="http://schemas.microsoft.com/office/drawing/2014/main" id="{D07D52D1-634D-ECD5-045A-38F96B973AD0}"/>
              </a:ext>
            </a:extLst>
          </p:cNvPr>
          <p:cNvSpPr>
            <a:spLocks noGrp="1"/>
          </p:cNvSpPr>
          <p:nvPr>
            <p:ph type="sldNum" sz="quarter" idx="13"/>
          </p:nvPr>
        </p:nvSpPr>
        <p:spPr>
          <a:xfrm>
            <a:off x="11210716" y="6629400"/>
            <a:ext cx="442001" cy="228600"/>
          </a:xfrm>
          <a:prstGeom prst="rect">
            <a:avLst/>
          </a:prstGeom>
        </p:spPr>
        <p:txBody>
          <a:bodyPr/>
          <a:lstStyle/>
          <a:p>
            <a:fld id="{79D051F2-C7C4-43BD-B552-C78CE0DE4128}" type="slidenum">
              <a:rPr lang="en-US" smtClean="0"/>
              <a:t>‹#›</a:t>
            </a:fld>
            <a:endParaRPr lang="en-US"/>
          </a:p>
        </p:txBody>
      </p:sp>
      <p:sp>
        <p:nvSpPr>
          <p:cNvPr id="21" name="Rectangle 15">
            <a:extLst>
              <a:ext uri="{FF2B5EF4-FFF2-40B4-BE49-F238E27FC236}">
                <a16:creationId xmlns:a16="http://schemas.microsoft.com/office/drawing/2014/main" id="{DEB0DA69-FBF7-5C40-833F-1B7B11772F88}"/>
              </a:ext>
            </a:extLst>
          </p:cNvPr>
          <p:cNvSpPr>
            <a:spLocks noChangeArrowheads="1"/>
          </p:cNvSpPr>
          <p:nvPr/>
        </p:nvSpPr>
        <p:spPr bwMode="auto">
          <a:xfrm>
            <a:off x="1386840" y="6657945"/>
            <a:ext cx="9418320" cy="200055"/>
          </a:xfrm>
          <a:prstGeom prst="rect">
            <a:avLst/>
          </a:prstGeom>
          <a:noFill/>
          <a:ln w="9525">
            <a:noFill/>
            <a:miter lim="800000"/>
            <a:headEnd/>
            <a:tailEnd/>
          </a:ln>
        </p:spPr>
        <p:txBody>
          <a:bodyPr wrap="square" lIns="0" rIns="0" anchor="b">
            <a:spAutoFit/>
          </a:bodyPr>
          <a:lstStyle/>
          <a:p>
            <a:pPr algn="ctr">
              <a:defRPr/>
            </a:pPr>
            <a:r>
              <a:rPr lang="en-US" sz="700" b="1" dirty="0">
                <a:solidFill>
                  <a:srgbClr val="2DAA27"/>
                </a:solidFill>
                <a:latin typeface="+mn-lt"/>
                <a:cs typeface="Arial Bold" panose="020B0704020202020204" pitchFamily="34" charset="0"/>
              </a:rPr>
              <a:t>UNCLASSIFIED</a:t>
            </a:r>
            <a:endParaRPr lang="en-US" sz="700" b="1" dirty="0">
              <a:solidFill>
                <a:schemeClr val="tx1"/>
              </a:solidFill>
              <a:latin typeface="+mn-lt"/>
              <a:cs typeface="Arial Bold" panose="020B0704020202020204" pitchFamily="34" charset="0"/>
            </a:endParaRPr>
          </a:p>
        </p:txBody>
      </p:sp>
      <p:sp>
        <p:nvSpPr>
          <p:cNvPr id="22" name="Rectangle 21">
            <a:extLst>
              <a:ext uri="{FF2B5EF4-FFF2-40B4-BE49-F238E27FC236}">
                <a16:creationId xmlns:a16="http://schemas.microsoft.com/office/drawing/2014/main" id="{D597C6E0-6809-7398-D956-E5305EC75B10}"/>
              </a:ext>
            </a:extLst>
          </p:cNvPr>
          <p:cNvSpPr>
            <a:spLocks noChangeArrowheads="1"/>
          </p:cNvSpPr>
          <p:nvPr/>
        </p:nvSpPr>
        <p:spPr bwMode="auto">
          <a:xfrm>
            <a:off x="1386840" y="0"/>
            <a:ext cx="9418320" cy="200055"/>
          </a:xfrm>
          <a:prstGeom prst="rect">
            <a:avLst/>
          </a:prstGeom>
          <a:noFill/>
          <a:ln w="9525">
            <a:noFill/>
            <a:miter lim="800000"/>
            <a:headEnd/>
            <a:tailEnd/>
          </a:ln>
        </p:spPr>
        <p:txBody>
          <a:bodyPr wrap="square" anchor="t" anchorCtr="0">
            <a:spAutoFit/>
          </a:bodyPr>
          <a:lstStyle/>
          <a:p>
            <a:pPr algn="ctr">
              <a:defRPr/>
            </a:pPr>
            <a:r>
              <a:rPr lang="en-US" sz="700" b="1" dirty="0">
                <a:solidFill>
                  <a:srgbClr val="2DAA27"/>
                </a:solidFill>
                <a:latin typeface="+mn-lt"/>
                <a:cs typeface="Arial Bold" panose="020B0704020202020204" pitchFamily="34" charset="0"/>
              </a:rPr>
              <a:t>UNCLASSIFIED</a:t>
            </a:r>
          </a:p>
        </p:txBody>
      </p:sp>
      <p:pic>
        <p:nvPicPr>
          <p:cNvPr id="2" name="Picture 1">
            <a:extLst>
              <a:ext uri="{FF2B5EF4-FFF2-40B4-BE49-F238E27FC236}">
                <a16:creationId xmlns:a16="http://schemas.microsoft.com/office/drawing/2014/main" id="{E584E015-ECF9-BB95-F3AC-0C50F66718F1}"/>
              </a:ext>
            </a:extLst>
          </p:cNvPr>
          <p:cNvPicPr>
            <a:picLocks noChangeAspect="1"/>
          </p:cNvPicPr>
          <p:nvPr/>
        </p:nvPicPr>
        <p:blipFill>
          <a:blip r:embed="rId2"/>
          <a:srcRect/>
          <a:stretch/>
        </p:blipFill>
        <p:spPr>
          <a:xfrm>
            <a:off x="10004616" y="411162"/>
            <a:ext cx="1629707" cy="478023"/>
          </a:xfrm>
          <a:prstGeom prst="rect">
            <a:avLst/>
          </a:prstGeom>
        </p:spPr>
      </p:pic>
    </p:spTree>
    <p:extLst>
      <p:ext uri="{BB962C8B-B14F-4D97-AF65-F5344CB8AC3E}">
        <p14:creationId xmlns:p14="http://schemas.microsoft.com/office/powerpoint/2010/main" val="55396638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4 Numbers - Whit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D6FD270-DB0B-36F0-B138-75209607ED74}"/>
              </a:ext>
            </a:extLst>
          </p:cNvPr>
          <p:cNvSpPr>
            <a:spLocks noGrp="1"/>
          </p:cNvSpPr>
          <p:nvPr>
            <p:ph type="title" hasCustomPrompt="1"/>
          </p:nvPr>
        </p:nvSpPr>
        <p:spPr>
          <a:xfrm>
            <a:off x="548640" y="411481"/>
            <a:ext cx="8231293" cy="914400"/>
          </a:xfrm>
          <a:prstGeom prst="rect">
            <a:avLst/>
          </a:prstGeom>
        </p:spPr>
        <p:txBody>
          <a:bodyPr/>
          <a:lstStyle/>
          <a:p>
            <a:r>
              <a:rPr lang="en-US"/>
              <a:t>[Slide title]</a:t>
            </a:r>
          </a:p>
        </p:txBody>
      </p:sp>
      <p:cxnSp>
        <p:nvCxnSpPr>
          <p:cNvPr id="15" name="Line">
            <a:extLst>
              <a:ext uri="{FF2B5EF4-FFF2-40B4-BE49-F238E27FC236}">
                <a16:creationId xmlns:a16="http://schemas.microsoft.com/office/drawing/2014/main" id="{8412A77E-32D6-ECE7-C58C-21E3C08D86B3}"/>
              </a:ext>
              <a:ext uri="{C183D7F6-B498-43B3-948B-1728B52AA6E4}">
                <adec:decorative xmlns:adec="http://schemas.microsoft.com/office/drawing/2017/decorative" val="1"/>
              </a:ext>
            </a:extLst>
          </p:cNvPr>
          <p:cNvCxnSpPr>
            <a:cxnSpLocks/>
          </p:cNvCxnSpPr>
          <p:nvPr/>
        </p:nvCxnSpPr>
        <p:spPr>
          <a:xfrm>
            <a:off x="54864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3" name="TextBox">
            <a:extLst>
              <a:ext uri="{FF2B5EF4-FFF2-40B4-BE49-F238E27FC236}">
                <a16:creationId xmlns:a16="http://schemas.microsoft.com/office/drawing/2014/main" id="{AF47D3F9-758C-0713-980A-E6E56BBC1088}"/>
              </a:ext>
            </a:extLst>
          </p:cNvPr>
          <p:cNvSpPr txBox="1"/>
          <p:nvPr/>
        </p:nvSpPr>
        <p:spPr>
          <a:xfrm>
            <a:off x="54864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01</a:t>
            </a:r>
          </a:p>
        </p:txBody>
      </p:sp>
      <p:sp>
        <p:nvSpPr>
          <p:cNvPr id="3" name="Content Placeholder 2"/>
          <p:cNvSpPr>
            <a:spLocks noGrp="1"/>
          </p:cNvSpPr>
          <p:nvPr>
            <p:ph sz="half" idx="1"/>
          </p:nvPr>
        </p:nvSpPr>
        <p:spPr>
          <a:xfrm>
            <a:off x="548641" y="2286000"/>
            <a:ext cx="2499359" cy="3886200"/>
          </a:xfrm>
          <a:prstGeom prst="rect">
            <a:avLst/>
          </a:prstGeom>
        </p:spPr>
        <p:txBody>
          <a:bodyPr/>
          <a:lstStyle>
            <a:lvl1pPr marL="0" indent="0">
              <a:spcBef>
                <a:spcPts val="1000"/>
              </a:spcBef>
              <a:buFontTx/>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9" name="Line">
            <a:extLst>
              <a:ext uri="{FF2B5EF4-FFF2-40B4-BE49-F238E27FC236}">
                <a16:creationId xmlns:a16="http://schemas.microsoft.com/office/drawing/2014/main" id="{D7771284-6191-6AE5-C8DC-E26F4DD28049}"/>
              </a:ext>
              <a:ext uri="{C183D7F6-B498-43B3-948B-1728B52AA6E4}">
                <adec:decorative xmlns:adec="http://schemas.microsoft.com/office/drawing/2017/decorative" val="1"/>
              </a:ext>
            </a:extLst>
          </p:cNvPr>
          <p:cNvCxnSpPr>
            <a:cxnSpLocks/>
          </p:cNvCxnSpPr>
          <p:nvPr/>
        </p:nvCxnSpPr>
        <p:spPr>
          <a:xfrm>
            <a:off x="341376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0" name="TextBox">
            <a:extLst>
              <a:ext uri="{FF2B5EF4-FFF2-40B4-BE49-F238E27FC236}">
                <a16:creationId xmlns:a16="http://schemas.microsoft.com/office/drawing/2014/main" id="{0D9A8745-BD6D-12B2-16DF-02CB2BB85704}"/>
              </a:ext>
            </a:extLst>
          </p:cNvPr>
          <p:cNvSpPr txBox="1"/>
          <p:nvPr/>
        </p:nvSpPr>
        <p:spPr>
          <a:xfrm>
            <a:off x="341376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02</a:t>
            </a:r>
          </a:p>
        </p:txBody>
      </p:sp>
      <p:sp>
        <p:nvSpPr>
          <p:cNvPr id="4" name="Content Placeholder 3"/>
          <p:cNvSpPr>
            <a:spLocks noGrp="1"/>
          </p:cNvSpPr>
          <p:nvPr>
            <p:ph sz="half" idx="2"/>
          </p:nvPr>
        </p:nvSpPr>
        <p:spPr>
          <a:xfrm>
            <a:off x="3413761" y="2286000"/>
            <a:ext cx="2499359" cy="388620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Line">
            <a:extLst>
              <a:ext uri="{FF2B5EF4-FFF2-40B4-BE49-F238E27FC236}">
                <a16:creationId xmlns:a16="http://schemas.microsoft.com/office/drawing/2014/main" id="{7F3E6C41-3F3A-5394-DD39-6844F7E13753}"/>
              </a:ext>
              <a:ext uri="{C183D7F6-B498-43B3-948B-1728B52AA6E4}">
                <adec:decorative xmlns:adec="http://schemas.microsoft.com/office/drawing/2017/decorative" val="1"/>
              </a:ext>
            </a:extLst>
          </p:cNvPr>
          <p:cNvCxnSpPr>
            <a:cxnSpLocks/>
          </p:cNvCxnSpPr>
          <p:nvPr/>
        </p:nvCxnSpPr>
        <p:spPr>
          <a:xfrm>
            <a:off x="627888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2" name="TextBox">
            <a:extLst>
              <a:ext uri="{FF2B5EF4-FFF2-40B4-BE49-F238E27FC236}">
                <a16:creationId xmlns:a16="http://schemas.microsoft.com/office/drawing/2014/main" id="{BBB1FB2A-A05A-0E6A-2901-52A7D695A891}"/>
              </a:ext>
            </a:extLst>
          </p:cNvPr>
          <p:cNvSpPr txBox="1"/>
          <p:nvPr/>
        </p:nvSpPr>
        <p:spPr>
          <a:xfrm>
            <a:off x="627888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03</a:t>
            </a:r>
          </a:p>
        </p:txBody>
      </p:sp>
      <p:sp>
        <p:nvSpPr>
          <p:cNvPr id="6" name="Content Placeholder 4">
            <a:extLst>
              <a:ext uri="{FF2B5EF4-FFF2-40B4-BE49-F238E27FC236}">
                <a16:creationId xmlns:a16="http://schemas.microsoft.com/office/drawing/2014/main" id="{617618FB-CD21-AF4A-B264-6355E9BD7981}"/>
              </a:ext>
            </a:extLst>
          </p:cNvPr>
          <p:cNvSpPr>
            <a:spLocks noGrp="1"/>
          </p:cNvSpPr>
          <p:nvPr>
            <p:ph sz="half" idx="10"/>
          </p:nvPr>
        </p:nvSpPr>
        <p:spPr>
          <a:xfrm>
            <a:off x="6278881" y="2286000"/>
            <a:ext cx="2499359" cy="388620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4" name="Line">
            <a:extLst>
              <a:ext uri="{FF2B5EF4-FFF2-40B4-BE49-F238E27FC236}">
                <a16:creationId xmlns:a16="http://schemas.microsoft.com/office/drawing/2014/main" id="{FE115B30-3E6D-E823-531E-BB5BAA199BD0}"/>
              </a:ext>
              <a:ext uri="{C183D7F6-B498-43B3-948B-1728B52AA6E4}">
                <adec:decorative xmlns:adec="http://schemas.microsoft.com/office/drawing/2017/decorative" val="1"/>
              </a:ext>
            </a:extLst>
          </p:cNvPr>
          <p:cNvCxnSpPr>
            <a:cxnSpLocks/>
          </p:cNvCxnSpPr>
          <p:nvPr/>
        </p:nvCxnSpPr>
        <p:spPr>
          <a:xfrm>
            <a:off x="914400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6" name="TextBox">
            <a:extLst>
              <a:ext uri="{FF2B5EF4-FFF2-40B4-BE49-F238E27FC236}">
                <a16:creationId xmlns:a16="http://schemas.microsoft.com/office/drawing/2014/main" id="{694F0353-A0DD-9642-BDD7-8FC612070822}"/>
              </a:ext>
            </a:extLst>
          </p:cNvPr>
          <p:cNvSpPr txBox="1"/>
          <p:nvPr/>
        </p:nvSpPr>
        <p:spPr>
          <a:xfrm>
            <a:off x="914400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04</a:t>
            </a:r>
          </a:p>
        </p:txBody>
      </p:sp>
      <p:sp>
        <p:nvSpPr>
          <p:cNvPr id="5" name="Content Placeholder 5">
            <a:extLst>
              <a:ext uri="{FF2B5EF4-FFF2-40B4-BE49-F238E27FC236}">
                <a16:creationId xmlns:a16="http://schemas.microsoft.com/office/drawing/2014/main" id="{873DCC96-E62A-5505-4F1E-4A80C8498209}"/>
              </a:ext>
            </a:extLst>
          </p:cNvPr>
          <p:cNvSpPr>
            <a:spLocks noGrp="1"/>
          </p:cNvSpPr>
          <p:nvPr>
            <p:ph sz="half" idx="11"/>
          </p:nvPr>
        </p:nvSpPr>
        <p:spPr>
          <a:xfrm>
            <a:off x="9144001" y="2286000"/>
            <a:ext cx="2499359" cy="388620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BE669241-96AF-C7FA-0BE4-6592ABD25879}"/>
              </a:ext>
            </a:extLst>
          </p:cNvPr>
          <p:cNvSpPr>
            <a:spLocks noGrp="1"/>
          </p:cNvSpPr>
          <p:nvPr>
            <p:ph type="dt" sz="half" idx="12"/>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17" name="Slide Number Placeholder 16">
            <a:extLst>
              <a:ext uri="{FF2B5EF4-FFF2-40B4-BE49-F238E27FC236}">
                <a16:creationId xmlns:a16="http://schemas.microsoft.com/office/drawing/2014/main" id="{A6C2643F-F661-8B8E-E36F-1F135C6F65B8}"/>
              </a:ext>
            </a:extLst>
          </p:cNvPr>
          <p:cNvSpPr>
            <a:spLocks noGrp="1"/>
          </p:cNvSpPr>
          <p:nvPr>
            <p:ph type="sldNum" sz="quarter" idx="13"/>
          </p:nvPr>
        </p:nvSpPr>
        <p:spPr>
          <a:xfrm>
            <a:off x="11210716" y="6629400"/>
            <a:ext cx="442001" cy="228600"/>
          </a:xfrm>
          <a:prstGeom prst="rect">
            <a:avLst/>
          </a:prstGeom>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3932551058"/>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8 Numbers">
    <p:bg>
      <p:bgPr>
        <a:solidFill>
          <a:srgbClr val="221F20"/>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AEEBA188-82A1-2FC4-842F-8120003B65B0}"/>
              </a:ext>
            </a:extLst>
          </p:cNvPr>
          <p:cNvSpPr>
            <a:spLocks noGrp="1"/>
          </p:cNvSpPr>
          <p:nvPr>
            <p:ph type="title" hasCustomPrompt="1"/>
          </p:nvPr>
        </p:nvSpPr>
        <p:spPr>
          <a:xfrm>
            <a:off x="548640" y="411481"/>
            <a:ext cx="8231293" cy="914400"/>
          </a:xfrm>
          <a:prstGeom prst="rect">
            <a:avLst/>
          </a:prstGeom>
        </p:spPr>
        <p:txBody>
          <a:bodyPr/>
          <a:lstStyle/>
          <a:p>
            <a:r>
              <a:rPr lang="en-US"/>
              <a:t>[Slide title]</a:t>
            </a:r>
          </a:p>
        </p:txBody>
      </p:sp>
      <p:cxnSp>
        <p:nvCxnSpPr>
          <p:cNvPr id="15" name="Line">
            <a:extLst>
              <a:ext uri="{FF2B5EF4-FFF2-40B4-BE49-F238E27FC236}">
                <a16:creationId xmlns:a16="http://schemas.microsoft.com/office/drawing/2014/main" id="{8412A77E-32D6-ECE7-C58C-21E3C08D86B3}"/>
              </a:ext>
              <a:ext uri="{C183D7F6-B498-43B3-948B-1728B52AA6E4}">
                <adec:decorative xmlns:adec="http://schemas.microsoft.com/office/drawing/2017/decorative" val="1"/>
              </a:ext>
            </a:extLst>
          </p:cNvPr>
          <p:cNvCxnSpPr>
            <a:cxnSpLocks/>
          </p:cNvCxnSpPr>
          <p:nvPr/>
        </p:nvCxnSpPr>
        <p:spPr>
          <a:xfrm>
            <a:off x="54864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3" name="TextBox">
            <a:extLst>
              <a:ext uri="{FF2B5EF4-FFF2-40B4-BE49-F238E27FC236}">
                <a16:creationId xmlns:a16="http://schemas.microsoft.com/office/drawing/2014/main" id="{AF47D3F9-758C-0713-980A-E6E56BBC1088}"/>
              </a:ext>
            </a:extLst>
          </p:cNvPr>
          <p:cNvSpPr txBox="1"/>
          <p:nvPr/>
        </p:nvSpPr>
        <p:spPr>
          <a:xfrm>
            <a:off x="54864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01</a:t>
            </a:r>
          </a:p>
        </p:txBody>
      </p:sp>
      <p:sp>
        <p:nvSpPr>
          <p:cNvPr id="3" name="Content Placeholder 2"/>
          <p:cNvSpPr>
            <a:spLocks noGrp="1"/>
          </p:cNvSpPr>
          <p:nvPr>
            <p:ph sz="half" idx="1"/>
          </p:nvPr>
        </p:nvSpPr>
        <p:spPr>
          <a:xfrm>
            <a:off x="548641" y="2286000"/>
            <a:ext cx="2499359" cy="132588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9" name="Line">
            <a:extLst>
              <a:ext uri="{FF2B5EF4-FFF2-40B4-BE49-F238E27FC236}">
                <a16:creationId xmlns:a16="http://schemas.microsoft.com/office/drawing/2014/main" id="{D7771284-6191-6AE5-C8DC-E26F4DD28049}"/>
              </a:ext>
              <a:ext uri="{C183D7F6-B498-43B3-948B-1728B52AA6E4}">
                <adec:decorative xmlns:adec="http://schemas.microsoft.com/office/drawing/2017/decorative" val="1"/>
              </a:ext>
            </a:extLst>
          </p:cNvPr>
          <p:cNvCxnSpPr>
            <a:cxnSpLocks/>
          </p:cNvCxnSpPr>
          <p:nvPr/>
        </p:nvCxnSpPr>
        <p:spPr>
          <a:xfrm>
            <a:off x="341376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0" name="TextBox">
            <a:extLst>
              <a:ext uri="{FF2B5EF4-FFF2-40B4-BE49-F238E27FC236}">
                <a16:creationId xmlns:a16="http://schemas.microsoft.com/office/drawing/2014/main" id="{0D9A8745-BD6D-12B2-16DF-02CB2BB85704}"/>
              </a:ext>
            </a:extLst>
          </p:cNvPr>
          <p:cNvSpPr txBox="1"/>
          <p:nvPr/>
        </p:nvSpPr>
        <p:spPr>
          <a:xfrm>
            <a:off x="341376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02</a:t>
            </a:r>
          </a:p>
        </p:txBody>
      </p:sp>
      <p:sp>
        <p:nvSpPr>
          <p:cNvPr id="4" name="Content Placeholder 3"/>
          <p:cNvSpPr>
            <a:spLocks noGrp="1"/>
          </p:cNvSpPr>
          <p:nvPr>
            <p:ph sz="half" idx="2"/>
          </p:nvPr>
        </p:nvSpPr>
        <p:spPr>
          <a:xfrm>
            <a:off x="3413761" y="2286000"/>
            <a:ext cx="2499359" cy="132588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Line">
            <a:extLst>
              <a:ext uri="{FF2B5EF4-FFF2-40B4-BE49-F238E27FC236}">
                <a16:creationId xmlns:a16="http://schemas.microsoft.com/office/drawing/2014/main" id="{7F3E6C41-3F3A-5394-DD39-6844F7E13753}"/>
              </a:ext>
              <a:ext uri="{C183D7F6-B498-43B3-948B-1728B52AA6E4}">
                <adec:decorative xmlns:adec="http://schemas.microsoft.com/office/drawing/2017/decorative" val="1"/>
              </a:ext>
            </a:extLst>
          </p:cNvPr>
          <p:cNvCxnSpPr>
            <a:cxnSpLocks/>
          </p:cNvCxnSpPr>
          <p:nvPr/>
        </p:nvCxnSpPr>
        <p:spPr>
          <a:xfrm>
            <a:off x="627888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2" name="TextBox">
            <a:extLst>
              <a:ext uri="{FF2B5EF4-FFF2-40B4-BE49-F238E27FC236}">
                <a16:creationId xmlns:a16="http://schemas.microsoft.com/office/drawing/2014/main" id="{BBB1FB2A-A05A-0E6A-2901-52A7D695A891}"/>
              </a:ext>
            </a:extLst>
          </p:cNvPr>
          <p:cNvSpPr txBox="1"/>
          <p:nvPr/>
        </p:nvSpPr>
        <p:spPr>
          <a:xfrm>
            <a:off x="627888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03</a:t>
            </a:r>
          </a:p>
        </p:txBody>
      </p:sp>
      <p:sp>
        <p:nvSpPr>
          <p:cNvPr id="6" name="Content Placeholder 4">
            <a:extLst>
              <a:ext uri="{FF2B5EF4-FFF2-40B4-BE49-F238E27FC236}">
                <a16:creationId xmlns:a16="http://schemas.microsoft.com/office/drawing/2014/main" id="{617618FB-CD21-AF4A-B264-6355E9BD7981}"/>
              </a:ext>
            </a:extLst>
          </p:cNvPr>
          <p:cNvSpPr>
            <a:spLocks noGrp="1"/>
          </p:cNvSpPr>
          <p:nvPr>
            <p:ph sz="half" idx="10"/>
          </p:nvPr>
        </p:nvSpPr>
        <p:spPr>
          <a:xfrm>
            <a:off x="6278881" y="2286000"/>
            <a:ext cx="2499359" cy="132588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4" name="Line">
            <a:extLst>
              <a:ext uri="{FF2B5EF4-FFF2-40B4-BE49-F238E27FC236}">
                <a16:creationId xmlns:a16="http://schemas.microsoft.com/office/drawing/2014/main" id="{FE115B30-3E6D-E823-531E-BB5BAA199BD0}"/>
              </a:ext>
              <a:ext uri="{C183D7F6-B498-43B3-948B-1728B52AA6E4}">
                <adec:decorative xmlns:adec="http://schemas.microsoft.com/office/drawing/2017/decorative" val="1"/>
              </a:ext>
            </a:extLst>
          </p:cNvPr>
          <p:cNvCxnSpPr>
            <a:cxnSpLocks/>
          </p:cNvCxnSpPr>
          <p:nvPr/>
        </p:nvCxnSpPr>
        <p:spPr>
          <a:xfrm>
            <a:off x="914400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6" name="TextBox">
            <a:extLst>
              <a:ext uri="{FF2B5EF4-FFF2-40B4-BE49-F238E27FC236}">
                <a16:creationId xmlns:a16="http://schemas.microsoft.com/office/drawing/2014/main" id="{694F0353-A0DD-9642-BDD7-8FC612070822}"/>
              </a:ext>
            </a:extLst>
          </p:cNvPr>
          <p:cNvSpPr txBox="1"/>
          <p:nvPr/>
        </p:nvSpPr>
        <p:spPr>
          <a:xfrm>
            <a:off x="914400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04</a:t>
            </a:r>
          </a:p>
        </p:txBody>
      </p:sp>
      <p:sp>
        <p:nvSpPr>
          <p:cNvPr id="5" name="Content Placeholder 5">
            <a:extLst>
              <a:ext uri="{FF2B5EF4-FFF2-40B4-BE49-F238E27FC236}">
                <a16:creationId xmlns:a16="http://schemas.microsoft.com/office/drawing/2014/main" id="{873DCC96-E62A-5505-4F1E-4A80C8498209}"/>
              </a:ext>
            </a:extLst>
          </p:cNvPr>
          <p:cNvSpPr>
            <a:spLocks noGrp="1"/>
          </p:cNvSpPr>
          <p:nvPr>
            <p:ph sz="half" idx="11"/>
          </p:nvPr>
        </p:nvSpPr>
        <p:spPr>
          <a:xfrm>
            <a:off x="9144001" y="2286000"/>
            <a:ext cx="2499359" cy="132588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Line">
            <a:extLst>
              <a:ext uri="{FF2B5EF4-FFF2-40B4-BE49-F238E27FC236}">
                <a16:creationId xmlns:a16="http://schemas.microsoft.com/office/drawing/2014/main" id="{1A90E933-723C-D9CC-B7AB-3043EDAB638D}"/>
              </a:ext>
              <a:ext uri="{C183D7F6-B498-43B3-948B-1728B52AA6E4}">
                <adec:decorative xmlns:adec="http://schemas.microsoft.com/office/drawing/2017/decorative" val="1"/>
              </a:ext>
            </a:extLst>
          </p:cNvPr>
          <p:cNvCxnSpPr>
            <a:cxnSpLocks/>
          </p:cNvCxnSpPr>
          <p:nvPr/>
        </p:nvCxnSpPr>
        <p:spPr>
          <a:xfrm>
            <a:off x="548640" y="3886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8" name="TextBox">
            <a:extLst>
              <a:ext uri="{FF2B5EF4-FFF2-40B4-BE49-F238E27FC236}">
                <a16:creationId xmlns:a16="http://schemas.microsoft.com/office/drawing/2014/main" id="{8E3B414F-BCCF-E0E0-A5B7-9D21FED7A614}"/>
              </a:ext>
            </a:extLst>
          </p:cNvPr>
          <p:cNvSpPr txBox="1"/>
          <p:nvPr/>
        </p:nvSpPr>
        <p:spPr>
          <a:xfrm>
            <a:off x="548641"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05</a:t>
            </a:r>
          </a:p>
        </p:txBody>
      </p:sp>
      <p:sp>
        <p:nvSpPr>
          <p:cNvPr id="18" name="Content Placeholder 6">
            <a:extLst>
              <a:ext uri="{FF2B5EF4-FFF2-40B4-BE49-F238E27FC236}">
                <a16:creationId xmlns:a16="http://schemas.microsoft.com/office/drawing/2014/main" id="{5731522F-82BF-A739-FBD5-84B13AFCBF10}"/>
              </a:ext>
            </a:extLst>
          </p:cNvPr>
          <p:cNvSpPr>
            <a:spLocks noGrp="1"/>
          </p:cNvSpPr>
          <p:nvPr>
            <p:ph sz="half" idx="12"/>
          </p:nvPr>
        </p:nvSpPr>
        <p:spPr>
          <a:xfrm>
            <a:off x="548641" y="4572000"/>
            <a:ext cx="2499359" cy="132588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9" name="Line">
            <a:extLst>
              <a:ext uri="{FF2B5EF4-FFF2-40B4-BE49-F238E27FC236}">
                <a16:creationId xmlns:a16="http://schemas.microsoft.com/office/drawing/2014/main" id="{B07AB9A6-54AF-4DC6-E298-2E576695A65F}"/>
              </a:ext>
              <a:ext uri="{C183D7F6-B498-43B3-948B-1728B52AA6E4}">
                <adec:decorative xmlns:adec="http://schemas.microsoft.com/office/drawing/2017/decorative" val="1"/>
              </a:ext>
            </a:extLst>
          </p:cNvPr>
          <p:cNvCxnSpPr>
            <a:cxnSpLocks/>
          </p:cNvCxnSpPr>
          <p:nvPr/>
        </p:nvCxnSpPr>
        <p:spPr>
          <a:xfrm>
            <a:off x="3413760" y="3886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20" name="TextBox">
            <a:extLst>
              <a:ext uri="{FF2B5EF4-FFF2-40B4-BE49-F238E27FC236}">
                <a16:creationId xmlns:a16="http://schemas.microsoft.com/office/drawing/2014/main" id="{E79A49CF-30B2-91DC-6BCA-2A41DD4CBF09}"/>
              </a:ext>
            </a:extLst>
          </p:cNvPr>
          <p:cNvSpPr txBox="1"/>
          <p:nvPr/>
        </p:nvSpPr>
        <p:spPr>
          <a:xfrm>
            <a:off x="3413761"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06</a:t>
            </a:r>
          </a:p>
        </p:txBody>
      </p:sp>
      <p:sp>
        <p:nvSpPr>
          <p:cNvPr id="25" name="Content Placeholder 7">
            <a:extLst>
              <a:ext uri="{FF2B5EF4-FFF2-40B4-BE49-F238E27FC236}">
                <a16:creationId xmlns:a16="http://schemas.microsoft.com/office/drawing/2014/main" id="{5FE6691B-ACEF-8803-7DC3-70B52F899908}"/>
              </a:ext>
            </a:extLst>
          </p:cNvPr>
          <p:cNvSpPr>
            <a:spLocks noGrp="1"/>
          </p:cNvSpPr>
          <p:nvPr>
            <p:ph sz="half" idx="13"/>
          </p:nvPr>
        </p:nvSpPr>
        <p:spPr>
          <a:xfrm>
            <a:off x="3413761" y="4572000"/>
            <a:ext cx="2499359" cy="132588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21" name="Line">
            <a:extLst>
              <a:ext uri="{FF2B5EF4-FFF2-40B4-BE49-F238E27FC236}">
                <a16:creationId xmlns:a16="http://schemas.microsoft.com/office/drawing/2014/main" id="{DE9CD609-8A04-24B8-B562-11703E18D251}"/>
              </a:ext>
              <a:ext uri="{C183D7F6-B498-43B3-948B-1728B52AA6E4}">
                <adec:decorative xmlns:adec="http://schemas.microsoft.com/office/drawing/2017/decorative" val="1"/>
              </a:ext>
            </a:extLst>
          </p:cNvPr>
          <p:cNvCxnSpPr>
            <a:cxnSpLocks/>
          </p:cNvCxnSpPr>
          <p:nvPr/>
        </p:nvCxnSpPr>
        <p:spPr>
          <a:xfrm>
            <a:off x="6278880" y="3886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22" name="TextBox">
            <a:extLst>
              <a:ext uri="{FF2B5EF4-FFF2-40B4-BE49-F238E27FC236}">
                <a16:creationId xmlns:a16="http://schemas.microsoft.com/office/drawing/2014/main" id="{7C5E0031-266F-D418-0BAB-9BD3C4F1EC3F}"/>
              </a:ext>
            </a:extLst>
          </p:cNvPr>
          <p:cNvSpPr txBox="1"/>
          <p:nvPr/>
        </p:nvSpPr>
        <p:spPr>
          <a:xfrm>
            <a:off x="6278881"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07</a:t>
            </a:r>
          </a:p>
        </p:txBody>
      </p:sp>
      <p:sp>
        <p:nvSpPr>
          <p:cNvPr id="26" name="Content Placeholder 8">
            <a:extLst>
              <a:ext uri="{FF2B5EF4-FFF2-40B4-BE49-F238E27FC236}">
                <a16:creationId xmlns:a16="http://schemas.microsoft.com/office/drawing/2014/main" id="{772BE48E-72DE-7245-BBDA-BF3FEC69BED1}"/>
              </a:ext>
            </a:extLst>
          </p:cNvPr>
          <p:cNvSpPr>
            <a:spLocks noGrp="1"/>
          </p:cNvSpPr>
          <p:nvPr>
            <p:ph sz="half" idx="14"/>
          </p:nvPr>
        </p:nvSpPr>
        <p:spPr>
          <a:xfrm>
            <a:off x="6278881" y="4572000"/>
            <a:ext cx="2499359" cy="132588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23" name="Line">
            <a:extLst>
              <a:ext uri="{FF2B5EF4-FFF2-40B4-BE49-F238E27FC236}">
                <a16:creationId xmlns:a16="http://schemas.microsoft.com/office/drawing/2014/main" id="{51FB53C0-6EA8-D891-85A3-23EE83EADE03}"/>
              </a:ext>
              <a:ext uri="{C183D7F6-B498-43B3-948B-1728B52AA6E4}">
                <adec:decorative xmlns:adec="http://schemas.microsoft.com/office/drawing/2017/decorative" val="1"/>
              </a:ext>
            </a:extLst>
          </p:cNvPr>
          <p:cNvCxnSpPr>
            <a:cxnSpLocks/>
          </p:cNvCxnSpPr>
          <p:nvPr/>
        </p:nvCxnSpPr>
        <p:spPr>
          <a:xfrm>
            <a:off x="9144000" y="3886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24" name="TextBox">
            <a:extLst>
              <a:ext uri="{FF2B5EF4-FFF2-40B4-BE49-F238E27FC236}">
                <a16:creationId xmlns:a16="http://schemas.microsoft.com/office/drawing/2014/main" id="{6BF9F70B-8D8A-3E73-E423-909DA6A75EB4}"/>
              </a:ext>
            </a:extLst>
          </p:cNvPr>
          <p:cNvSpPr txBox="1"/>
          <p:nvPr/>
        </p:nvSpPr>
        <p:spPr>
          <a:xfrm>
            <a:off x="9144001"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08</a:t>
            </a:r>
          </a:p>
        </p:txBody>
      </p:sp>
      <p:sp>
        <p:nvSpPr>
          <p:cNvPr id="27" name="Content Placeholder 9">
            <a:extLst>
              <a:ext uri="{FF2B5EF4-FFF2-40B4-BE49-F238E27FC236}">
                <a16:creationId xmlns:a16="http://schemas.microsoft.com/office/drawing/2014/main" id="{EA060839-AF98-8040-7AE9-8F0D7E00C135}"/>
              </a:ext>
            </a:extLst>
          </p:cNvPr>
          <p:cNvSpPr>
            <a:spLocks noGrp="1"/>
          </p:cNvSpPr>
          <p:nvPr>
            <p:ph sz="half" idx="15"/>
          </p:nvPr>
        </p:nvSpPr>
        <p:spPr>
          <a:xfrm>
            <a:off x="9144001" y="4572000"/>
            <a:ext cx="2499359" cy="132588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Date Placeholder 27">
            <a:extLst>
              <a:ext uri="{FF2B5EF4-FFF2-40B4-BE49-F238E27FC236}">
                <a16:creationId xmlns:a16="http://schemas.microsoft.com/office/drawing/2014/main" id="{6E3723B8-B265-6943-67A5-DF3F0D5EC1CD}"/>
              </a:ext>
            </a:extLst>
          </p:cNvPr>
          <p:cNvSpPr>
            <a:spLocks noGrp="1"/>
          </p:cNvSpPr>
          <p:nvPr>
            <p:ph type="dt" sz="half" idx="16"/>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29" name="Slide Number Placeholder 28">
            <a:extLst>
              <a:ext uri="{FF2B5EF4-FFF2-40B4-BE49-F238E27FC236}">
                <a16:creationId xmlns:a16="http://schemas.microsoft.com/office/drawing/2014/main" id="{8D4AF177-759A-A93C-2097-C2C22D93680F}"/>
              </a:ext>
            </a:extLst>
          </p:cNvPr>
          <p:cNvSpPr>
            <a:spLocks noGrp="1"/>
          </p:cNvSpPr>
          <p:nvPr>
            <p:ph type="sldNum" sz="quarter" idx="17"/>
          </p:nvPr>
        </p:nvSpPr>
        <p:spPr>
          <a:xfrm>
            <a:off x="11210716" y="6629400"/>
            <a:ext cx="442001" cy="228600"/>
          </a:xfrm>
          <a:prstGeom prst="rect">
            <a:avLst/>
          </a:prstGeom>
        </p:spPr>
        <p:txBody>
          <a:bodyPr/>
          <a:lstStyle/>
          <a:p>
            <a:fld id="{79D051F2-C7C4-43BD-B552-C78CE0DE4128}" type="slidenum">
              <a:rPr lang="en-US" smtClean="0"/>
              <a:t>‹#›</a:t>
            </a:fld>
            <a:endParaRPr lang="en-US"/>
          </a:p>
        </p:txBody>
      </p:sp>
      <p:sp>
        <p:nvSpPr>
          <p:cNvPr id="36" name="Rectangle 15">
            <a:extLst>
              <a:ext uri="{FF2B5EF4-FFF2-40B4-BE49-F238E27FC236}">
                <a16:creationId xmlns:a16="http://schemas.microsoft.com/office/drawing/2014/main" id="{FEDB97C0-F514-9C55-3E16-9FC0105AEFDF}"/>
              </a:ext>
            </a:extLst>
          </p:cNvPr>
          <p:cNvSpPr>
            <a:spLocks noChangeArrowheads="1"/>
          </p:cNvSpPr>
          <p:nvPr/>
        </p:nvSpPr>
        <p:spPr bwMode="auto">
          <a:xfrm>
            <a:off x="1386840" y="6657945"/>
            <a:ext cx="9418320" cy="200055"/>
          </a:xfrm>
          <a:prstGeom prst="rect">
            <a:avLst/>
          </a:prstGeom>
          <a:noFill/>
          <a:ln w="9525">
            <a:noFill/>
            <a:miter lim="800000"/>
            <a:headEnd/>
            <a:tailEnd/>
          </a:ln>
        </p:spPr>
        <p:txBody>
          <a:bodyPr wrap="square" lIns="0" rIns="0" anchor="b">
            <a:spAutoFit/>
          </a:bodyPr>
          <a:lstStyle/>
          <a:p>
            <a:pPr algn="ctr">
              <a:defRPr/>
            </a:pPr>
            <a:r>
              <a:rPr lang="en-US" sz="700" b="1" dirty="0">
                <a:solidFill>
                  <a:srgbClr val="2DAA27"/>
                </a:solidFill>
                <a:latin typeface="+mn-lt"/>
                <a:cs typeface="Arial Bold" panose="020B0704020202020204" pitchFamily="34" charset="0"/>
              </a:rPr>
              <a:t>UNCLASSIFIED</a:t>
            </a:r>
          </a:p>
        </p:txBody>
      </p:sp>
      <p:sp>
        <p:nvSpPr>
          <p:cNvPr id="37" name="Rectangle 36">
            <a:extLst>
              <a:ext uri="{FF2B5EF4-FFF2-40B4-BE49-F238E27FC236}">
                <a16:creationId xmlns:a16="http://schemas.microsoft.com/office/drawing/2014/main" id="{0C06597B-21CB-E031-D41A-B15442D12216}"/>
              </a:ext>
            </a:extLst>
          </p:cNvPr>
          <p:cNvSpPr>
            <a:spLocks noChangeArrowheads="1"/>
          </p:cNvSpPr>
          <p:nvPr/>
        </p:nvSpPr>
        <p:spPr bwMode="auto">
          <a:xfrm>
            <a:off x="1386840" y="0"/>
            <a:ext cx="9418320" cy="200055"/>
          </a:xfrm>
          <a:prstGeom prst="rect">
            <a:avLst/>
          </a:prstGeom>
          <a:noFill/>
          <a:ln w="9525">
            <a:noFill/>
            <a:miter lim="800000"/>
            <a:headEnd/>
            <a:tailEnd/>
          </a:ln>
        </p:spPr>
        <p:txBody>
          <a:bodyPr wrap="square" anchor="t" anchorCtr="0">
            <a:spAutoFit/>
          </a:bodyPr>
          <a:lstStyle/>
          <a:p>
            <a:pPr algn="ctr">
              <a:defRPr/>
            </a:pPr>
            <a:r>
              <a:rPr lang="en-US" sz="700" b="1" dirty="0">
                <a:solidFill>
                  <a:srgbClr val="2DAA27"/>
                </a:solidFill>
                <a:latin typeface="+mn-lt"/>
                <a:cs typeface="Arial Bold" panose="020B0704020202020204" pitchFamily="34" charset="0"/>
              </a:rPr>
              <a:t>UNCLASSIFIED</a:t>
            </a:r>
            <a:endParaRPr lang="en-US" sz="700" b="1" dirty="0">
              <a:solidFill>
                <a:schemeClr val="tx1"/>
              </a:solidFill>
              <a:latin typeface="+mn-lt"/>
              <a:cs typeface="Arial Bold" panose="020B0704020202020204" pitchFamily="34" charset="0"/>
            </a:endParaRPr>
          </a:p>
        </p:txBody>
      </p:sp>
      <p:pic>
        <p:nvPicPr>
          <p:cNvPr id="2" name="Picture 1">
            <a:extLst>
              <a:ext uri="{FF2B5EF4-FFF2-40B4-BE49-F238E27FC236}">
                <a16:creationId xmlns:a16="http://schemas.microsoft.com/office/drawing/2014/main" id="{7E419FAE-92B3-3B6A-EDE9-C7A373F39B65}"/>
              </a:ext>
            </a:extLst>
          </p:cNvPr>
          <p:cNvPicPr>
            <a:picLocks noChangeAspect="1"/>
          </p:cNvPicPr>
          <p:nvPr/>
        </p:nvPicPr>
        <p:blipFill>
          <a:blip r:embed="rId2"/>
          <a:srcRect/>
          <a:stretch/>
        </p:blipFill>
        <p:spPr>
          <a:xfrm>
            <a:off x="10004616" y="411162"/>
            <a:ext cx="1629707" cy="478023"/>
          </a:xfrm>
          <a:prstGeom prst="rect">
            <a:avLst/>
          </a:prstGeom>
        </p:spPr>
      </p:pic>
    </p:spTree>
    <p:extLst>
      <p:ext uri="{BB962C8B-B14F-4D97-AF65-F5344CB8AC3E}">
        <p14:creationId xmlns:p14="http://schemas.microsoft.com/office/powerpoint/2010/main" val="103106752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8 Numbers - White">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963F0940-E33E-9D7F-C52B-16CFD0545B23}"/>
              </a:ext>
            </a:extLst>
          </p:cNvPr>
          <p:cNvSpPr>
            <a:spLocks noGrp="1"/>
          </p:cNvSpPr>
          <p:nvPr>
            <p:ph type="title" hasCustomPrompt="1"/>
          </p:nvPr>
        </p:nvSpPr>
        <p:spPr>
          <a:xfrm>
            <a:off x="548640" y="411481"/>
            <a:ext cx="8231293" cy="914400"/>
          </a:xfrm>
          <a:prstGeom prst="rect">
            <a:avLst/>
          </a:prstGeom>
        </p:spPr>
        <p:txBody>
          <a:bodyPr/>
          <a:lstStyle/>
          <a:p>
            <a:r>
              <a:rPr lang="en-US"/>
              <a:t>[Slide title]</a:t>
            </a:r>
          </a:p>
        </p:txBody>
      </p:sp>
      <p:cxnSp>
        <p:nvCxnSpPr>
          <p:cNvPr id="15" name="Line">
            <a:extLst>
              <a:ext uri="{FF2B5EF4-FFF2-40B4-BE49-F238E27FC236}">
                <a16:creationId xmlns:a16="http://schemas.microsoft.com/office/drawing/2014/main" id="{8412A77E-32D6-ECE7-C58C-21E3C08D86B3}"/>
              </a:ext>
              <a:ext uri="{C183D7F6-B498-43B3-948B-1728B52AA6E4}">
                <adec:decorative xmlns:adec="http://schemas.microsoft.com/office/drawing/2017/decorative" val="1"/>
              </a:ext>
            </a:extLst>
          </p:cNvPr>
          <p:cNvCxnSpPr>
            <a:cxnSpLocks/>
          </p:cNvCxnSpPr>
          <p:nvPr/>
        </p:nvCxnSpPr>
        <p:spPr>
          <a:xfrm>
            <a:off x="54864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3" name="TextBox">
            <a:extLst>
              <a:ext uri="{FF2B5EF4-FFF2-40B4-BE49-F238E27FC236}">
                <a16:creationId xmlns:a16="http://schemas.microsoft.com/office/drawing/2014/main" id="{AF47D3F9-758C-0713-980A-E6E56BBC1088}"/>
              </a:ext>
            </a:extLst>
          </p:cNvPr>
          <p:cNvSpPr txBox="1"/>
          <p:nvPr/>
        </p:nvSpPr>
        <p:spPr>
          <a:xfrm>
            <a:off x="54864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01</a:t>
            </a:r>
          </a:p>
        </p:txBody>
      </p:sp>
      <p:sp>
        <p:nvSpPr>
          <p:cNvPr id="3" name="Content Placeholder 2"/>
          <p:cNvSpPr>
            <a:spLocks noGrp="1"/>
          </p:cNvSpPr>
          <p:nvPr>
            <p:ph sz="half" idx="1"/>
          </p:nvPr>
        </p:nvSpPr>
        <p:spPr>
          <a:xfrm>
            <a:off x="548641" y="2286000"/>
            <a:ext cx="2499359" cy="132588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9" name="Line">
            <a:extLst>
              <a:ext uri="{FF2B5EF4-FFF2-40B4-BE49-F238E27FC236}">
                <a16:creationId xmlns:a16="http://schemas.microsoft.com/office/drawing/2014/main" id="{D7771284-6191-6AE5-C8DC-E26F4DD28049}"/>
              </a:ext>
              <a:ext uri="{C183D7F6-B498-43B3-948B-1728B52AA6E4}">
                <adec:decorative xmlns:adec="http://schemas.microsoft.com/office/drawing/2017/decorative" val="1"/>
              </a:ext>
            </a:extLst>
          </p:cNvPr>
          <p:cNvCxnSpPr>
            <a:cxnSpLocks/>
          </p:cNvCxnSpPr>
          <p:nvPr/>
        </p:nvCxnSpPr>
        <p:spPr>
          <a:xfrm>
            <a:off x="341376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0" name="TextBox">
            <a:extLst>
              <a:ext uri="{FF2B5EF4-FFF2-40B4-BE49-F238E27FC236}">
                <a16:creationId xmlns:a16="http://schemas.microsoft.com/office/drawing/2014/main" id="{0D9A8745-BD6D-12B2-16DF-02CB2BB85704}"/>
              </a:ext>
            </a:extLst>
          </p:cNvPr>
          <p:cNvSpPr txBox="1"/>
          <p:nvPr/>
        </p:nvSpPr>
        <p:spPr>
          <a:xfrm>
            <a:off x="341376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02</a:t>
            </a:r>
          </a:p>
        </p:txBody>
      </p:sp>
      <p:sp>
        <p:nvSpPr>
          <p:cNvPr id="4" name="Content Placeholder 3"/>
          <p:cNvSpPr>
            <a:spLocks noGrp="1"/>
          </p:cNvSpPr>
          <p:nvPr>
            <p:ph sz="half" idx="2"/>
          </p:nvPr>
        </p:nvSpPr>
        <p:spPr>
          <a:xfrm>
            <a:off x="3413761" y="2286000"/>
            <a:ext cx="2499359" cy="132588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Line">
            <a:extLst>
              <a:ext uri="{FF2B5EF4-FFF2-40B4-BE49-F238E27FC236}">
                <a16:creationId xmlns:a16="http://schemas.microsoft.com/office/drawing/2014/main" id="{7F3E6C41-3F3A-5394-DD39-6844F7E13753}"/>
              </a:ext>
              <a:ext uri="{C183D7F6-B498-43B3-948B-1728B52AA6E4}">
                <adec:decorative xmlns:adec="http://schemas.microsoft.com/office/drawing/2017/decorative" val="1"/>
              </a:ext>
            </a:extLst>
          </p:cNvPr>
          <p:cNvCxnSpPr>
            <a:cxnSpLocks/>
          </p:cNvCxnSpPr>
          <p:nvPr/>
        </p:nvCxnSpPr>
        <p:spPr>
          <a:xfrm>
            <a:off x="627888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2" name="TextBox">
            <a:extLst>
              <a:ext uri="{FF2B5EF4-FFF2-40B4-BE49-F238E27FC236}">
                <a16:creationId xmlns:a16="http://schemas.microsoft.com/office/drawing/2014/main" id="{BBB1FB2A-A05A-0E6A-2901-52A7D695A891}"/>
              </a:ext>
            </a:extLst>
          </p:cNvPr>
          <p:cNvSpPr txBox="1"/>
          <p:nvPr/>
        </p:nvSpPr>
        <p:spPr>
          <a:xfrm>
            <a:off x="627888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03</a:t>
            </a:r>
          </a:p>
        </p:txBody>
      </p:sp>
      <p:sp>
        <p:nvSpPr>
          <p:cNvPr id="6" name="Content Placeholder 4">
            <a:extLst>
              <a:ext uri="{FF2B5EF4-FFF2-40B4-BE49-F238E27FC236}">
                <a16:creationId xmlns:a16="http://schemas.microsoft.com/office/drawing/2014/main" id="{617618FB-CD21-AF4A-B264-6355E9BD7981}"/>
              </a:ext>
            </a:extLst>
          </p:cNvPr>
          <p:cNvSpPr>
            <a:spLocks noGrp="1"/>
          </p:cNvSpPr>
          <p:nvPr>
            <p:ph sz="half" idx="10"/>
          </p:nvPr>
        </p:nvSpPr>
        <p:spPr>
          <a:xfrm>
            <a:off x="6278881" y="2286000"/>
            <a:ext cx="2499359" cy="132588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4" name="Line">
            <a:extLst>
              <a:ext uri="{FF2B5EF4-FFF2-40B4-BE49-F238E27FC236}">
                <a16:creationId xmlns:a16="http://schemas.microsoft.com/office/drawing/2014/main" id="{FE115B30-3E6D-E823-531E-BB5BAA199BD0}"/>
              </a:ext>
              <a:ext uri="{C183D7F6-B498-43B3-948B-1728B52AA6E4}">
                <adec:decorative xmlns:adec="http://schemas.microsoft.com/office/drawing/2017/decorative" val="1"/>
              </a:ext>
            </a:extLst>
          </p:cNvPr>
          <p:cNvCxnSpPr>
            <a:cxnSpLocks/>
          </p:cNvCxnSpPr>
          <p:nvPr/>
        </p:nvCxnSpPr>
        <p:spPr>
          <a:xfrm>
            <a:off x="914400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6" name="TextBox">
            <a:extLst>
              <a:ext uri="{FF2B5EF4-FFF2-40B4-BE49-F238E27FC236}">
                <a16:creationId xmlns:a16="http://schemas.microsoft.com/office/drawing/2014/main" id="{694F0353-A0DD-9642-BDD7-8FC612070822}"/>
              </a:ext>
            </a:extLst>
          </p:cNvPr>
          <p:cNvSpPr txBox="1"/>
          <p:nvPr/>
        </p:nvSpPr>
        <p:spPr>
          <a:xfrm>
            <a:off x="914400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04</a:t>
            </a:r>
          </a:p>
        </p:txBody>
      </p:sp>
      <p:sp>
        <p:nvSpPr>
          <p:cNvPr id="5" name="Content Placeholder 5">
            <a:extLst>
              <a:ext uri="{FF2B5EF4-FFF2-40B4-BE49-F238E27FC236}">
                <a16:creationId xmlns:a16="http://schemas.microsoft.com/office/drawing/2014/main" id="{873DCC96-E62A-5505-4F1E-4A80C8498209}"/>
              </a:ext>
            </a:extLst>
          </p:cNvPr>
          <p:cNvSpPr>
            <a:spLocks noGrp="1"/>
          </p:cNvSpPr>
          <p:nvPr>
            <p:ph sz="half" idx="11"/>
          </p:nvPr>
        </p:nvSpPr>
        <p:spPr>
          <a:xfrm>
            <a:off x="9144001" y="2286000"/>
            <a:ext cx="2499359" cy="132588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Line">
            <a:extLst>
              <a:ext uri="{FF2B5EF4-FFF2-40B4-BE49-F238E27FC236}">
                <a16:creationId xmlns:a16="http://schemas.microsoft.com/office/drawing/2014/main" id="{1A90E933-723C-D9CC-B7AB-3043EDAB638D}"/>
              </a:ext>
              <a:ext uri="{C183D7F6-B498-43B3-948B-1728B52AA6E4}">
                <adec:decorative xmlns:adec="http://schemas.microsoft.com/office/drawing/2017/decorative" val="1"/>
              </a:ext>
            </a:extLst>
          </p:cNvPr>
          <p:cNvCxnSpPr>
            <a:cxnSpLocks/>
          </p:cNvCxnSpPr>
          <p:nvPr/>
        </p:nvCxnSpPr>
        <p:spPr>
          <a:xfrm>
            <a:off x="548640" y="3886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8" name="TextBox">
            <a:extLst>
              <a:ext uri="{FF2B5EF4-FFF2-40B4-BE49-F238E27FC236}">
                <a16:creationId xmlns:a16="http://schemas.microsoft.com/office/drawing/2014/main" id="{8E3B414F-BCCF-E0E0-A5B7-9D21FED7A614}"/>
              </a:ext>
            </a:extLst>
          </p:cNvPr>
          <p:cNvSpPr txBox="1"/>
          <p:nvPr/>
        </p:nvSpPr>
        <p:spPr>
          <a:xfrm>
            <a:off x="548641"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05</a:t>
            </a:r>
          </a:p>
        </p:txBody>
      </p:sp>
      <p:sp>
        <p:nvSpPr>
          <p:cNvPr id="18" name="Content Placeholder 6">
            <a:extLst>
              <a:ext uri="{FF2B5EF4-FFF2-40B4-BE49-F238E27FC236}">
                <a16:creationId xmlns:a16="http://schemas.microsoft.com/office/drawing/2014/main" id="{5731522F-82BF-A739-FBD5-84B13AFCBF10}"/>
              </a:ext>
            </a:extLst>
          </p:cNvPr>
          <p:cNvSpPr>
            <a:spLocks noGrp="1"/>
          </p:cNvSpPr>
          <p:nvPr>
            <p:ph sz="half" idx="12"/>
          </p:nvPr>
        </p:nvSpPr>
        <p:spPr>
          <a:xfrm>
            <a:off x="548641" y="4572000"/>
            <a:ext cx="2499359" cy="132588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9" name="Line">
            <a:extLst>
              <a:ext uri="{FF2B5EF4-FFF2-40B4-BE49-F238E27FC236}">
                <a16:creationId xmlns:a16="http://schemas.microsoft.com/office/drawing/2014/main" id="{B07AB9A6-54AF-4DC6-E298-2E576695A65F}"/>
              </a:ext>
              <a:ext uri="{C183D7F6-B498-43B3-948B-1728B52AA6E4}">
                <adec:decorative xmlns:adec="http://schemas.microsoft.com/office/drawing/2017/decorative" val="1"/>
              </a:ext>
            </a:extLst>
          </p:cNvPr>
          <p:cNvCxnSpPr>
            <a:cxnSpLocks/>
          </p:cNvCxnSpPr>
          <p:nvPr/>
        </p:nvCxnSpPr>
        <p:spPr>
          <a:xfrm>
            <a:off x="3413760" y="3886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20" name="TextBox">
            <a:extLst>
              <a:ext uri="{FF2B5EF4-FFF2-40B4-BE49-F238E27FC236}">
                <a16:creationId xmlns:a16="http://schemas.microsoft.com/office/drawing/2014/main" id="{E79A49CF-30B2-91DC-6BCA-2A41DD4CBF09}"/>
              </a:ext>
            </a:extLst>
          </p:cNvPr>
          <p:cNvSpPr txBox="1"/>
          <p:nvPr/>
        </p:nvSpPr>
        <p:spPr>
          <a:xfrm>
            <a:off x="3413761"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06</a:t>
            </a:r>
          </a:p>
        </p:txBody>
      </p:sp>
      <p:sp>
        <p:nvSpPr>
          <p:cNvPr id="25" name="Content Placeholder 7">
            <a:extLst>
              <a:ext uri="{FF2B5EF4-FFF2-40B4-BE49-F238E27FC236}">
                <a16:creationId xmlns:a16="http://schemas.microsoft.com/office/drawing/2014/main" id="{5FE6691B-ACEF-8803-7DC3-70B52F899908}"/>
              </a:ext>
            </a:extLst>
          </p:cNvPr>
          <p:cNvSpPr>
            <a:spLocks noGrp="1"/>
          </p:cNvSpPr>
          <p:nvPr>
            <p:ph sz="half" idx="13"/>
          </p:nvPr>
        </p:nvSpPr>
        <p:spPr>
          <a:xfrm>
            <a:off x="3413761" y="4572000"/>
            <a:ext cx="2499359" cy="132588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21" name="Line">
            <a:extLst>
              <a:ext uri="{FF2B5EF4-FFF2-40B4-BE49-F238E27FC236}">
                <a16:creationId xmlns:a16="http://schemas.microsoft.com/office/drawing/2014/main" id="{DE9CD609-8A04-24B8-B562-11703E18D251}"/>
              </a:ext>
              <a:ext uri="{C183D7F6-B498-43B3-948B-1728B52AA6E4}">
                <adec:decorative xmlns:adec="http://schemas.microsoft.com/office/drawing/2017/decorative" val="1"/>
              </a:ext>
            </a:extLst>
          </p:cNvPr>
          <p:cNvCxnSpPr>
            <a:cxnSpLocks/>
          </p:cNvCxnSpPr>
          <p:nvPr/>
        </p:nvCxnSpPr>
        <p:spPr>
          <a:xfrm>
            <a:off x="6278880" y="3886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22" name="TextBox">
            <a:extLst>
              <a:ext uri="{FF2B5EF4-FFF2-40B4-BE49-F238E27FC236}">
                <a16:creationId xmlns:a16="http://schemas.microsoft.com/office/drawing/2014/main" id="{7C5E0031-266F-D418-0BAB-9BD3C4F1EC3F}"/>
              </a:ext>
            </a:extLst>
          </p:cNvPr>
          <p:cNvSpPr txBox="1"/>
          <p:nvPr/>
        </p:nvSpPr>
        <p:spPr>
          <a:xfrm>
            <a:off x="6278881"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07</a:t>
            </a:r>
          </a:p>
        </p:txBody>
      </p:sp>
      <p:sp>
        <p:nvSpPr>
          <p:cNvPr id="26" name="Content Placeholder 8">
            <a:extLst>
              <a:ext uri="{FF2B5EF4-FFF2-40B4-BE49-F238E27FC236}">
                <a16:creationId xmlns:a16="http://schemas.microsoft.com/office/drawing/2014/main" id="{772BE48E-72DE-7245-BBDA-BF3FEC69BED1}"/>
              </a:ext>
            </a:extLst>
          </p:cNvPr>
          <p:cNvSpPr>
            <a:spLocks noGrp="1"/>
          </p:cNvSpPr>
          <p:nvPr>
            <p:ph sz="half" idx="14"/>
          </p:nvPr>
        </p:nvSpPr>
        <p:spPr>
          <a:xfrm>
            <a:off x="6278881" y="4572000"/>
            <a:ext cx="2499359" cy="132588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23" name="Line">
            <a:extLst>
              <a:ext uri="{FF2B5EF4-FFF2-40B4-BE49-F238E27FC236}">
                <a16:creationId xmlns:a16="http://schemas.microsoft.com/office/drawing/2014/main" id="{51FB53C0-6EA8-D891-85A3-23EE83EADE03}"/>
              </a:ext>
              <a:ext uri="{C183D7F6-B498-43B3-948B-1728B52AA6E4}">
                <adec:decorative xmlns:adec="http://schemas.microsoft.com/office/drawing/2017/decorative" val="1"/>
              </a:ext>
            </a:extLst>
          </p:cNvPr>
          <p:cNvCxnSpPr>
            <a:cxnSpLocks/>
          </p:cNvCxnSpPr>
          <p:nvPr/>
        </p:nvCxnSpPr>
        <p:spPr>
          <a:xfrm>
            <a:off x="9144000" y="3886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24" name="TextBox">
            <a:extLst>
              <a:ext uri="{FF2B5EF4-FFF2-40B4-BE49-F238E27FC236}">
                <a16:creationId xmlns:a16="http://schemas.microsoft.com/office/drawing/2014/main" id="{6BF9F70B-8D8A-3E73-E423-909DA6A75EB4}"/>
              </a:ext>
            </a:extLst>
          </p:cNvPr>
          <p:cNvSpPr txBox="1"/>
          <p:nvPr/>
        </p:nvSpPr>
        <p:spPr>
          <a:xfrm>
            <a:off x="9144001"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08</a:t>
            </a:r>
          </a:p>
        </p:txBody>
      </p:sp>
      <p:sp>
        <p:nvSpPr>
          <p:cNvPr id="27" name="Content Placeholder 9">
            <a:extLst>
              <a:ext uri="{FF2B5EF4-FFF2-40B4-BE49-F238E27FC236}">
                <a16:creationId xmlns:a16="http://schemas.microsoft.com/office/drawing/2014/main" id="{EA060839-AF98-8040-7AE9-8F0D7E00C135}"/>
              </a:ext>
            </a:extLst>
          </p:cNvPr>
          <p:cNvSpPr>
            <a:spLocks noGrp="1"/>
          </p:cNvSpPr>
          <p:nvPr>
            <p:ph sz="half" idx="15"/>
          </p:nvPr>
        </p:nvSpPr>
        <p:spPr>
          <a:xfrm>
            <a:off x="9144001" y="4572000"/>
            <a:ext cx="2499359" cy="1325880"/>
          </a:xfrm>
          <a:prstGeom prst="rect">
            <a:avLst/>
          </a:prstGeo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Date Placeholder 27">
            <a:extLst>
              <a:ext uri="{FF2B5EF4-FFF2-40B4-BE49-F238E27FC236}">
                <a16:creationId xmlns:a16="http://schemas.microsoft.com/office/drawing/2014/main" id="{4C43927A-9072-62B2-E6B6-C90CC98BD41F}"/>
              </a:ext>
            </a:extLst>
          </p:cNvPr>
          <p:cNvSpPr>
            <a:spLocks noGrp="1"/>
          </p:cNvSpPr>
          <p:nvPr>
            <p:ph type="dt" sz="half" idx="16"/>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29" name="Slide Number Placeholder 28">
            <a:extLst>
              <a:ext uri="{FF2B5EF4-FFF2-40B4-BE49-F238E27FC236}">
                <a16:creationId xmlns:a16="http://schemas.microsoft.com/office/drawing/2014/main" id="{7C0BB974-2130-F29B-EFD0-42CC6056022B}"/>
              </a:ext>
            </a:extLst>
          </p:cNvPr>
          <p:cNvSpPr>
            <a:spLocks noGrp="1"/>
          </p:cNvSpPr>
          <p:nvPr>
            <p:ph type="sldNum" sz="quarter" idx="17"/>
          </p:nvPr>
        </p:nvSpPr>
        <p:spPr>
          <a:xfrm>
            <a:off x="11210716" y="6629400"/>
            <a:ext cx="442001" cy="228600"/>
          </a:xfrm>
          <a:prstGeom prst="rect">
            <a:avLst/>
          </a:prstGeom>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1650808176"/>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Full Image">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A0F3CE13-290E-12C4-BDCA-17CB5BAFF747}"/>
              </a:ext>
            </a:extLst>
          </p:cNvPr>
          <p:cNvSpPr>
            <a:spLocks noGrp="1"/>
          </p:cNvSpPr>
          <p:nvPr>
            <p:ph type="pic" sz="quarter" idx="10"/>
          </p:nvPr>
        </p:nvSpPr>
        <p:spPr>
          <a:xfrm>
            <a:off x="0" y="228600"/>
            <a:ext cx="12192000" cy="640080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4" name="Title 2">
            <a:extLst>
              <a:ext uri="{FF2B5EF4-FFF2-40B4-BE49-F238E27FC236}">
                <a16:creationId xmlns:a16="http://schemas.microsoft.com/office/drawing/2014/main" id="{0AF67DC4-909F-6BF0-DB86-8675E25715AB}"/>
              </a:ext>
            </a:extLst>
          </p:cNvPr>
          <p:cNvSpPr>
            <a:spLocks noGrp="1"/>
          </p:cNvSpPr>
          <p:nvPr>
            <p:ph type="title" hasCustomPrompt="1"/>
          </p:nvPr>
        </p:nvSpPr>
        <p:spPr>
          <a:xfrm>
            <a:off x="548640" y="411481"/>
            <a:ext cx="8231293" cy="914400"/>
          </a:xfrm>
          <a:prstGeom prst="rect">
            <a:avLst/>
          </a:prstGeom>
        </p:spPr>
        <p:txBody>
          <a:bodyPr/>
          <a:lstStyle/>
          <a:p>
            <a:r>
              <a:rPr lang="en-US"/>
              <a:t>[Slide title]</a:t>
            </a:r>
          </a:p>
        </p:txBody>
      </p:sp>
      <p:sp>
        <p:nvSpPr>
          <p:cNvPr id="3" name="Date Placeholder 2">
            <a:extLst>
              <a:ext uri="{FF2B5EF4-FFF2-40B4-BE49-F238E27FC236}">
                <a16:creationId xmlns:a16="http://schemas.microsoft.com/office/drawing/2014/main" id="{FFF3D174-1921-7F28-5394-750C376C77F2}"/>
              </a:ext>
            </a:extLst>
          </p:cNvPr>
          <p:cNvSpPr>
            <a:spLocks noGrp="1"/>
          </p:cNvSpPr>
          <p:nvPr>
            <p:ph type="dt" sz="half" idx="11"/>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5" name="Slide Number Placeholder 4">
            <a:extLst>
              <a:ext uri="{FF2B5EF4-FFF2-40B4-BE49-F238E27FC236}">
                <a16:creationId xmlns:a16="http://schemas.microsoft.com/office/drawing/2014/main" id="{04BD6737-D835-6484-7A3F-BAD2D784E28E}"/>
              </a:ext>
            </a:extLst>
          </p:cNvPr>
          <p:cNvSpPr>
            <a:spLocks noGrp="1"/>
          </p:cNvSpPr>
          <p:nvPr>
            <p:ph type="sldNum" sz="quarter" idx="12"/>
          </p:nvPr>
        </p:nvSpPr>
        <p:spPr>
          <a:xfrm>
            <a:off x="11210716" y="6629400"/>
            <a:ext cx="442001" cy="228600"/>
          </a:xfrm>
          <a:prstGeom prst="rect">
            <a:avLst/>
          </a:prstGeom>
        </p:spPr>
        <p:txBody>
          <a:bodyPr/>
          <a:lstStyle/>
          <a:p>
            <a:fld id="{79D051F2-C7C4-43BD-B552-C78CE0DE4128}" type="slidenum">
              <a:rPr lang="en-US" smtClean="0"/>
              <a:t>‹#›</a:t>
            </a:fld>
            <a:endParaRPr lang="en-US"/>
          </a:p>
        </p:txBody>
      </p:sp>
      <p:pic>
        <p:nvPicPr>
          <p:cNvPr id="6" name="Picture 5">
            <a:extLst>
              <a:ext uri="{FF2B5EF4-FFF2-40B4-BE49-F238E27FC236}">
                <a16:creationId xmlns:a16="http://schemas.microsoft.com/office/drawing/2014/main" id="{B4B09A03-7F71-C11F-C219-9F32BF2D5BC0}"/>
              </a:ext>
            </a:extLst>
          </p:cNvPr>
          <p:cNvPicPr>
            <a:picLocks noChangeAspect="1"/>
          </p:cNvPicPr>
          <p:nvPr/>
        </p:nvPicPr>
        <p:blipFill>
          <a:blip r:embed="rId2"/>
          <a:srcRect/>
          <a:stretch/>
        </p:blipFill>
        <p:spPr>
          <a:xfrm>
            <a:off x="10004616" y="411162"/>
            <a:ext cx="1629707" cy="478023"/>
          </a:xfrm>
          <a:prstGeom prst="rect">
            <a:avLst/>
          </a:prstGeom>
        </p:spPr>
      </p:pic>
    </p:spTree>
    <p:extLst>
      <p:ext uri="{BB962C8B-B14F-4D97-AF65-F5344CB8AC3E}">
        <p14:creationId xmlns:p14="http://schemas.microsoft.com/office/powerpoint/2010/main" val="159605417"/>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and Image 01">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17D0BA3-CE88-4FFE-E80D-CD039190BDDD}"/>
              </a:ext>
            </a:extLst>
          </p:cNvPr>
          <p:cNvSpPr>
            <a:spLocks noGrp="1"/>
          </p:cNvSpPr>
          <p:nvPr>
            <p:ph type="title" hasCustomPrompt="1"/>
          </p:nvPr>
        </p:nvSpPr>
        <p:spPr>
          <a:xfrm>
            <a:off x="548640" y="411481"/>
            <a:ext cx="5364480" cy="914400"/>
          </a:xfrm>
          <a:prstGeom prst="rect">
            <a:avLst/>
          </a:prstGeom>
        </p:spPr>
        <p:txBody>
          <a:bodyPr/>
          <a:lstStyle>
            <a:lvl1pPr>
              <a:defRPr sz="2800" b="1" cap="none" baseline="0"/>
            </a:lvl1pPr>
          </a:lstStyle>
          <a:p>
            <a:r>
              <a:rPr lang="en-US"/>
              <a:t>[Slide title]</a:t>
            </a:r>
          </a:p>
        </p:txBody>
      </p:sp>
      <p:sp>
        <p:nvSpPr>
          <p:cNvPr id="3" name="Content Placeholder 2"/>
          <p:cNvSpPr>
            <a:spLocks noGrp="1"/>
          </p:cNvSpPr>
          <p:nvPr>
            <p:ph sz="half" idx="1"/>
          </p:nvPr>
        </p:nvSpPr>
        <p:spPr>
          <a:xfrm>
            <a:off x="548639" y="1600200"/>
            <a:ext cx="5364480" cy="45720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FDEDA6D-3B28-23A1-C2EE-BBB7617D7DCF}"/>
              </a:ext>
            </a:extLst>
          </p:cNvPr>
          <p:cNvSpPr>
            <a:spLocks noGrp="1"/>
          </p:cNvSpPr>
          <p:nvPr>
            <p:ph type="dt" sz="half" idx="11"/>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6" name="Slide Number Placeholder 5">
            <a:extLst>
              <a:ext uri="{FF2B5EF4-FFF2-40B4-BE49-F238E27FC236}">
                <a16:creationId xmlns:a16="http://schemas.microsoft.com/office/drawing/2014/main" id="{8F131B70-C8F2-D686-C30C-B4651FF0440C}"/>
              </a:ext>
            </a:extLst>
          </p:cNvPr>
          <p:cNvSpPr>
            <a:spLocks noGrp="1"/>
          </p:cNvSpPr>
          <p:nvPr>
            <p:ph type="sldNum" sz="quarter" idx="12"/>
          </p:nvPr>
        </p:nvSpPr>
        <p:spPr>
          <a:xfrm>
            <a:off x="11210716" y="6629400"/>
            <a:ext cx="442001" cy="228600"/>
          </a:xfrm>
          <a:prstGeom prst="rect">
            <a:avLst/>
          </a:prstGeom>
        </p:spPr>
        <p:txBody>
          <a:bodyPr/>
          <a:lstStyle/>
          <a:p>
            <a:fld id="{79D051F2-C7C4-43BD-B552-C78CE0DE4128}" type="slidenum">
              <a:rPr lang="en-US" smtClean="0"/>
              <a:t>‹#›</a:t>
            </a:fld>
            <a:endParaRPr lang="en-US"/>
          </a:p>
        </p:txBody>
      </p:sp>
      <p:sp>
        <p:nvSpPr>
          <p:cNvPr id="8" name="Picture Placeholder 3">
            <a:extLst>
              <a:ext uri="{FF2B5EF4-FFF2-40B4-BE49-F238E27FC236}">
                <a16:creationId xmlns:a16="http://schemas.microsoft.com/office/drawing/2014/main" id="{9D1DFBC2-C4E8-E691-E48C-B8D2CF49CDAF}"/>
              </a:ext>
            </a:extLst>
          </p:cNvPr>
          <p:cNvSpPr>
            <a:spLocks noGrp="1"/>
          </p:cNvSpPr>
          <p:nvPr>
            <p:ph type="pic" sz="quarter" idx="10"/>
          </p:nvPr>
        </p:nvSpPr>
        <p:spPr>
          <a:xfrm>
            <a:off x="6278037" y="1076324"/>
            <a:ext cx="5365748" cy="5095875"/>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Tree>
    <p:extLst>
      <p:ext uri="{BB962C8B-B14F-4D97-AF65-F5344CB8AC3E}">
        <p14:creationId xmlns:p14="http://schemas.microsoft.com/office/powerpoint/2010/main" val="1159691581"/>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and Image 02">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4D455EB0-A36D-4986-9393-AA1D5CE6C067}"/>
              </a:ext>
            </a:extLst>
          </p:cNvPr>
          <p:cNvSpPr>
            <a:spLocks noGrp="1"/>
          </p:cNvSpPr>
          <p:nvPr>
            <p:ph type="pic" sz="quarter" idx="10"/>
          </p:nvPr>
        </p:nvSpPr>
        <p:spPr>
          <a:xfrm>
            <a:off x="548639" y="411480"/>
            <a:ext cx="11094720" cy="310896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5" name="Title 2">
            <a:extLst>
              <a:ext uri="{FF2B5EF4-FFF2-40B4-BE49-F238E27FC236}">
                <a16:creationId xmlns:a16="http://schemas.microsoft.com/office/drawing/2014/main" id="{C17D0BA3-CE88-4FFE-E80D-CD039190BDDD}"/>
              </a:ext>
            </a:extLst>
          </p:cNvPr>
          <p:cNvSpPr>
            <a:spLocks noGrp="1"/>
          </p:cNvSpPr>
          <p:nvPr>
            <p:ph type="title" hasCustomPrompt="1"/>
          </p:nvPr>
        </p:nvSpPr>
        <p:spPr>
          <a:xfrm>
            <a:off x="548640" y="3794760"/>
            <a:ext cx="5364480" cy="914400"/>
          </a:xfrm>
          <a:prstGeom prst="rect">
            <a:avLst/>
          </a:prstGeom>
        </p:spPr>
        <p:txBody>
          <a:bodyPr/>
          <a:lstStyle>
            <a:lvl1pPr>
              <a:defRPr sz="2800" b="1" cap="none" baseline="0"/>
            </a:lvl1pPr>
          </a:lstStyle>
          <a:p>
            <a:r>
              <a:rPr lang="en-US"/>
              <a:t>[Slide title]</a:t>
            </a:r>
          </a:p>
        </p:txBody>
      </p:sp>
      <p:sp>
        <p:nvSpPr>
          <p:cNvPr id="3" name="Content Placeholder 3"/>
          <p:cNvSpPr>
            <a:spLocks noGrp="1"/>
          </p:cNvSpPr>
          <p:nvPr>
            <p:ph sz="half" idx="1"/>
          </p:nvPr>
        </p:nvSpPr>
        <p:spPr>
          <a:xfrm>
            <a:off x="6278879" y="3794760"/>
            <a:ext cx="5364480" cy="237744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439DE7-660B-3FA9-966D-AB1D9EF6AC81}"/>
              </a:ext>
            </a:extLst>
          </p:cNvPr>
          <p:cNvSpPr>
            <a:spLocks noGrp="1"/>
          </p:cNvSpPr>
          <p:nvPr>
            <p:ph type="dt" sz="half" idx="11"/>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6" name="Slide Number Placeholder 5">
            <a:extLst>
              <a:ext uri="{FF2B5EF4-FFF2-40B4-BE49-F238E27FC236}">
                <a16:creationId xmlns:a16="http://schemas.microsoft.com/office/drawing/2014/main" id="{25763529-A3F2-C0F4-1A5C-AAFFF34D7F24}"/>
              </a:ext>
            </a:extLst>
          </p:cNvPr>
          <p:cNvSpPr>
            <a:spLocks noGrp="1"/>
          </p:cNvSpPr>
          <p:nvPr>
            <p:ph type="sldNum" sz="quarter" idx="12"/>
          </p:nvPr>
        </p:nvSpPr>
        <p:spPr>
          <a:xfrm>
            <a:off x="11210716" y="6629400"/>
            <a:ext cx="442001" cy="228600"/>
          </a:xfrm>
          <a:prstGeom prst="rect">
            <a:avLst/>
          </a:prstGeom>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3122500185"/>
      </p:ext>
    </p:extLst>
  </p:cSld>
  <p:clrMapOvr>
    <a:masterClrMapping/>
  </p:clrMapOvr>
  <p:extLst>
    <p:ext uri="{DCECCB84-F9BA-43D5-87BE-67443E8EF086}">
      <p15:sldGuideLst xmlns:p15="http://schemas.microsoft.com/office/powerpoint/2012/main">
        <p15:guide id="1" orient="horz" pos="2390">
          <p15:clr>
            <a:srgbClr val="A4A3A4"/>
          </p15:clr>
        </p15:guide>
        <p15:guide id="2" orient="horz" pos="3888">
          <p15:clr>
            <a:srgbClr val="A4A3A4"/>
          </p15:clr>
        </p15:guide>
        <p15:guide id="3" orient="horz" pos="2218">
          <p15:clr>
            <a:srgbClr val="A4A3A4"/>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and 2 Images">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17D0BA3-CE88-4FFE-E80D-CD039190BDDD}"/>
              </a:ext>
            </a:extLst>
          </p:cNvPr>
          <p:cNvSpPr>
            <a:spLocks noGrp="1"/>
          </p:cNvSpPr>
          <p:nvPr>
            <p:ph type="title" hasCustomPrompt="1"/>
          </p:nvPr>
        </p:nvSpPr>
        <p:spPr>
          <a:xfrm>
            <a:off x="548640" y="411481"/>
            <a:ext cx="8231293" cy="914400"/>
          </a:xfrm>
          <a:prstGeom prst="rect">
            <a:avLst/>
          </a:prstGeom>
        </p:spPr>
        <p:txBody>
          <a:bodyPr/>
          <a:lstStyle/>
          <a:p>
            <a:r>
              <a:rPr lang="en-US"/>
              <a:t>[Slide title]</a:t>
            </a:r>
          </a:p>
        </p:txBody>
      </p:sp>
      <p:sp>
        <p:nvSpPr>
          <p:cNvPr id="2" name="Picture Placeholder 2">
            <a:extLst>
              <a:ext uri="{FF2B5EF4-FFF2-40B4-BE49-F238E27FC236}">
                <a16:creationId xmlns:a16="http://schemas.microsoft.com/office/drawing/2014/main" id="{E4C4A4C8-609A-5582-34D3-DD47E15FD269}"/>
              </a:ext>
            </a:extLst>
          </p:cNvPr>
          <p:cNvSpPr>
            <a:spLocks noGrp="1"/>
          </p:cNvSpPr>
          <p:nvPr>
            <p:ph type="pic" sz="quarter" idx="10"/>
          </p:nvPr>
        </p:nvSpPr>
        <p:spPr>
          <a:xfrm>
            <a:off x="548639" y="1600200"/>
            <a:ext cx="5364480" cy="228600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8" name="Text Placeholder 3">
            <a:extLst>
              <a:ext uri="{FF2B5EF4-FFF2-40B4-BE49-F238E27FC236}">
                <a16:creationId xmlns:a16="http://schemas.microsoft.com/office/drawing/2014/main" id="{AE500155-914F-3AB3-C892-09CE75C54487}"/>
              </a:ext>
            </a:extLst>
          </p:cNvPr>
          <p:cNvSpPr>
            <a:spLocks noGrp="1"/>
          </p:cNvSpPr>
          <p:nvPr>
            <p:ph type="body" sz="quarter" idx="12" hasCustomPrompt="1"/>
          </p:nvPr>
        </p:nvSpPr>
        <p:spPr>
          <a:xfrm>
            <a:off x="548637" y="4114800"/>
            <a:ext cx="5364480" cy="365760"/>
          </a:xfrm>
          <a:prstGeom prst="rect">
            <a:avLst/>
          </a:prstGeom>
        </p:spPr>
        <p:txBody>
          <a:bodyPr/>
          <a:lstStyle>
            <a:lvl1pPr marL="0" indent="0">
              <a:spcBef>
                <a:spcPts val="0"/>
              </a:spcBef>
              <a:buFontTx/>
              <a:buNone/>
              <a:defRPr sz="1800" b="1"/>
            </a:lvl1pPr>
            <a:lvl2pPr marL="0" indent="0">
              <a:spcBef>
                <a:spcPts val="0"/>
              </a:spcBef>
              <a:buFontTx/>
              <a:buNone/>
              <a:defRPr sz="1800" b="1"/>
            </a:lvl2pPr>
            <a:lvl3pPr marL="0" indent="0">
              <a:spcBef>
                <a:spcPts val="0"/>
              </a:spcBef>
              <a:buFontTx/>
              <a:buNone/>
              <a:defRPr sz="1800" b="1"/>
            </a:lvl3pPr>
            <a:lvl4pPr marL="0" indent="0">
              <a:spcBef>
                <a:spcPts val="0"/>
              </a:spcBef>
              <a:buFontTx/>
              <a:buNone/>
              <a:defRPr sz="1800" b="1"/>
            </a:lvl4pPr>
            <a:lvl5pPr marL="0" indent="0">
              <a:spcBef>
                <a:spcPts val="0"/>
              </a:spcBef>
              <a:buFontTx/>
              <a:buNone/>
              <a:defRPr sz="1800" b="1"/>
            </a:lvl5pPr>
            <a:lvl6pPr marL="0" indent="0">
              <a:spcBef>
                <a:spcPts val="0"/>
              </a:spcBef>
              <a:buFontTx/>
              <a:buNone/>
              <a:defRPr sz="1800" b="1"/>
            </a:lvl6pPr>
            <a:lvl7pPr marL="0" indent="0">
              <a:spcBef>
                <a:spcPts val="0"/>
              </a:spcBef>
              <a:buFontTx/>
              <a:buNone/>
              <a:defRPr sz="1800" b="1"/>
            </a:lvl7pPr>
            <a:lvl8pPr marL="0" indent="0">
              <a:spcBef>
                <a:spcPts val="0"/>
              </a:spcBef>
              <a:buFontTx/>
              <a:buNone/>
              <a:defRPr sz="1800" b="1"/>
            </a:lvl8pPr>
            <a:lvl9pPr marL="0" indent="0">
              <a:spcBef>
                <a:spcPts val="0"/>
              </a:spcBef>
              <a:buFontTx/>
              <a:buNone/>
              <a:defRPr sz="1800" b="1"/>
            </a:lvl9pPr>
          </a:lstStyle>
          <a:p>
            <a:pPr lvl="0"/>
            <a:r>
              <a:rPr lang="en-US"/>
              <a:t>[Subtitle]</a:t>
            </a:r>
          </a:p>
        </p:txBody>
      </p:sp>
      <p:sp>
        <p:nvSpPr>
          <p:cNvPr id="3" name="Content Placeholder 4"/>
          <p:cNvSpPr>
            <a:spLocks noGrp="1"/>
          </p:cNvSpPr>
          <p:nvPr>
            <p:ph sz="half" idx="1"/>
          </p:nvPr>
        </p:nvSpPr>
        <p:spPr>
          <a:xfrm>
            <a:off x="548639" y="4526280"/>
            <a:ext cx="5364480" cy="1645920"/>
          </a:xfrm>
          <a:prstGeom prst="rect">
            <a:avLst/>
          </a:prstGeom>
        </p:spPr>
        <p:txBody>
          <a:bodyPr/>
          <a:lstStyle>
            <a:lvl1pPr marL="137160" indent="-137160">
              <a:defRPr sz="1500"/>
            </a:lvl1pPr>
            <a:lvl2pPr marL="274320" indent="-137160">
              <a:defRPr sz="1500"/>
            </a:lvl2pPr>
            <a:lvl3pPr marL="411480" indent="-137160">
              <a:defRPr sz="1500"/>
            </a:lvl3pPr>
            <a:lvl4pPr marL="548640" indent="-137160">
              <a:defRPr sz="1500"/>
            </a:lvl4pPr>
            <a:lvl5pPr marL="685800" indent="-137160">
              <a:defRPr sz="1500"/>
            </a:lvl5pPr>
            <a:lvl6pPr marL="822960" indent="-137160">
              <a:defRPr sz="1500"/>
            </a:lvl6pPr>
            <a:lvl7pPr marL="960120" indent="-137160">
              <a:defRPr sz="1500"/>
            </a:lvl7pPr>
            <a:lvl8pPr marL="1097280" indent="-137160">
              <a:defRPr sz="1500"/>
            </a:lvl8pPr>
            <a:lvl9pPr marL="1234440" indent="-137160">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5">
            <a:extLst>
              <a:ext uri="{FF2B5EF4-FFF2-40B4-BE49-F238E27FC236}">
                <a16:creationId xmlns:a16="http://schemas.microsoft.com/office/drawing/2014/main" id="{FC3A5FBE-3D66-4376-9A16-FE11155BA55E}"/>
              </a:ext>
            </a:extLst>
          </p:cNvPr>
          <p:cNvSpPr>
            <a:spLocks noGrp="1"/>
          </p:cNvSpPr>
          <p:nvPr>
            <p:ph type="pic" sz="quarter" idx="11"/>
          </p:nvPr>
        </p:nvSpPr>
        <p:spPr>
          <a:xfrm>
            <a:off x="6278879" y="1600200"/>
            <a:ext cx="5364480" cy="228600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9" name="Text Placeholder 6">
            <a:extLst>
              <a:ext uri="{FF2B5EF4-FFF2-40B4-BE49-F238E27FC236}">
                <a16:creationId xmlns:a16="http://schemas.microsoft.com/office/drawing/2014/main" id="{CD5289C6-6376-08BD-CF12-DE93A92EFB78}"/>
              </a:ext>
            </a:extLst>
          </p:cNvPr>
          <p:cNvSpPr>
            <a:spLocks noGrp="1"/>
          </p:cNvSpPr>
          <p:nvPr>
            <p:ph type="body" sz="quarter" idx="13" hasCustomPrompt="1"/>
          </p:nvPr>
        </p:nvSpPr>
        <p:spPr>
          <a:xfrm>
            <a:off x="6278879" y="4114800"/>
            <a:ext cx="5364480" cy="365760"/>
          </a:xfrm>
          <a:prstGeom prst="rect">
            <a:avLst/>
          </a:prstGeom>
        </p:spPr>
        <p:txBody>
          <a:bodyPr/>
          <a:lstStyle>
            <a:lvl1pPr marL="0" indent="0">
              <a:spcBef>
                <a:spcPts val="0"/>
              </a:spcBef>
              <a:buFontTx/>
              <a:buNone/>
              <a:defRPr sz="1800" b="1"/>
            </a:lvl1pPr>
            <a:lvl2pPr marL="0" indent="0">
              <a:spcBef>
                <a:spcPts val="0"/>
              </a:spcBef>
              <a:buFontTx/>
              <a:buNone/>
              <a:defRPr sz="1800" b="1"/>
            </a:lvl2pPr>
            <a:lvl3pPr marL="0" indent="0">
              <a:spcBef>
                <a:spcPts val="0"/>
              </a:spcBef>
              <a:buFontTx/>
              <a:buNone/>
              <a:defRPr sz="1800" b="1"/>
            </a:lvl3pPr>
            <a:lvl4pPr marL="0" indent="0">
              <a:spcBef>
                <a:spcPts val="0"/>
              </a:spcBef>
              <a:buFontTx/>
              <a:buNone/>
              <a:defRPr sz="1800" b="1"/>
            </a:lvl4pPr>
            <a:lvl5pPr marL="0" indent="0">
              <a:spcBef>
                <a:spcPts val="0"/>
              </a:spcBef>
              <a:buFontTx/>
              <a:buNone/>
              <a:defRPr sz="1800" b="1"/>
            </a:lvl5pPr>
            <a:lvl6pPr marL="0" indent="0">
              <a:spcBef>
                <a:spcPts val="0"/>
              </a:spcBef>
              <a:buFontTx/>
              <a:buNone/>
              <a:defRPr sz="1800" b="1"/>
            </a:lvl6pPr>
            <a:lvl7pPr marL="0" indent="0">
              <a:spcBef>
                <a:spcPts val="0"/>
              </a:spcBef>
              <a:buFontTx/>
              <a:buNone/>
              <a:defRPr sz="1800" b="1"/>
            </a:lvl7pPr>
            <a:lvl8pPr marL="0" indent="0">
              <a:spcBef>
                <a:spcPts val="0"/>
              </a:spcBef>
              <a:buFontTx/>
              <a:buNone/>
              <a:defRPr sz="1800" b="1"/>
            </a:lvl8pPr>
            <a:lvl9pPr marL="0" indent="0">
              <a:spcBef>
                <a:spcPts val="0"/>
              </a:spcBef>
              <a:buFontTx/>
              <a:buNone/>
              <a:defRPr sz="1800" b="1"/>
            </a:lvl9pPr>
          </a:lstStyle>
          <a:p>
            <a:pPr lvl="0"/>
            <a:r>
              <a:rPr lang="en-US"/>
              <a:t>[Subtitle]</a:t>
            </a:r>
          </a:p>
        </p:txBody>
      </p:sp>
      <p:sp>
        <p:nvSpPr>
          <p:cNvPr id="4" name="Content Placeholder 7"/>
          <p:cNvSpPr>
            <a:spLocks noGrp="1"/>
          </p:cNvSpPr>
          <p:nvPr>
            <p:ph sz="half" idx="2"/>
          </p:nvPr>
        </p:nvSpPr>
        <p:spPr>
          <a:xfrm>
            <a:off x="6278879" y="4526280"/>
            <a:ext cx="5364480" cy="1645920"/>
          </a:xfrm>
          <a:prstGeom prst="rect">
            <a:avLst/>
          </a:prstGeom>
        </p:spPr>
        <p:txBody>
          <a:bodyPr/>
          <a:lstStyle>
            <a:lvl1pPr marL="137160" indent="-137160">
              <a:defRPr sz="1500"/>
            </a:lvl1pPr>
            <a:lvl2pPr marL="274320" indent="-137160">
              <a:defRPr sz="1500"/>
            </a:lvl2pPr>
            <a:lvl3pPr marL="411480" indent="-137160">
              <a:defRPr sz="1500"/>
            </a:lvl3pPr>
            <a:lvl4pPr marL="548640" indent="-137160">
              <a:defRPr sz="1500"/>
            </a:lvl4pPr>
            <a:lvl5pPr marL="685800" indent="-137160">
              <a:defRPr sz="1500"/>
            </a:lvl5pPr>
            <a:lvl6pPr marL="822960" indent="-137160">
              <a:defRPr sz="1500"/>
            </a:lvl6pPr>
            <a:lvl7pPr marL="960120" indent="-137160">
              <a:defRPr sz="1500"/>
            </a:lvl7pPr>
            <a:lvl8pPr marL="1097280" indent="-137160">
              <a:defRPr sz="1500"/>
            </a:lvl8pPr>
            <a:lvl9pPr marL="1234440" indent="-137160">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Date Placeholder 9">
            <a:extLst>
              <a:ext uri="{FF2B5EF4-FFF2-40B4-BE49-F238E27FC236}">
                <a16:creationId xmlns:a16="http://schemas.microsoft.com/office/drawing/2014/main" id="{E309248A-8803-C0D0-F841-DA0B643CD6D3}"/>
              </a:ext>
            </a:extLst>
          </p:cNvPr>
          <p:cNvSpPr>
            <a:spLocks noGrp="1"/>
          </p:cNvSpPr>
          <p:nvPr>
            <p:ph type="dt" sz="half" idx="14"/>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11" name="Slide Number Placeholder 10">
            <a:extLst>
              <a:ext uri="{FF2B5EF4-FFF2-40B4-BE49-F238E27FC236}">
                <a16:creationId xmlns:a16="http://schemas.microsoft.com/office/drawing/2014/main" id="{3E501E26-5E18-9AC3-2607-A695FA23E635}"/>
              </a:ext>
            </a:extLst>
          </p:cNvPr>
          <p:cNvSpPr>
            <a:spLocks noGrp="1"/>
          </p:cNvSpPr>
          <p:nvPr>
            <p:ph type="sldNum" sz="quarter" idx="15"/>
          </p:nvPr>
        </p:nvSpPr>
        <p:spPr>
          <a:xfrm>
            <a:off x="11210716" y="6629400"/>
            <a:ext cx="442001" cy="228600"/>
          </a:xfrm>
          <a:prstGeom prst="rect">
            <a:avLst/>
          </a:prstGeom>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3471569407"/>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guide id="3" orient="horz" pos="2592">
          <p15:clr>
            <a:srgbClr val="A4A3A4"/>
          </p15:clr>
        </p15:guide>
        <p15:guide id="4" orient="horz" pos="2448">
          <p15:clr>
            <a:srgbClr val="A4A3A4"/>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and 3 Images">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17D0BA3-CE88-4FFE-E80D-CD039190BDDD}"/>
              </a:ext>
            </a:extLst>
          </p:cNvPr>
          <p:cNvSpPr>
            <a:spLocks noGrp="1"/>
          </p:cNvSpPr>
          <p:nvPr>
            <p:ph type="title" hasCustomPrompt="1"/>
          </p:nvPr>
        </p:nvSpPr>
        <p:spPr>
          <a:xfrm>
            <a:off x="548640" y="411481"/>
            <a:ext cx="8231293" cy="914400"/>
          </a:xfrm>
          <a:prstGeom prst="rect">
            <a:avLst/>
          </a:prstGeom>
        </p:spPr>
        <p:txBody>
          <a:bodyPr/>
          <a:lstStyle/>
          <a:p>
            <a:r>
              <a:rPr lang="en-US"/>
              <a:t>[Slide title]</a:t>
            </a:r>
          </a:p>
        </p:txBody>
      </p:sp>
      <p:sp>
        <p:nvSpPr>
          <p:cNvPr id="2" name="Picture Placeholder 2">
            <a:extLst>
              <a:ext uri="{FF2B5EF4-FFF2-40B4-BE49-F238E27FC236}">
                <a16:creationId xmlns:a16="http://schemas.microsoft.com/office/drawing/2014/main" id="{E4C4A4C8-609A-5582-34D3-DD47E15FD269}"/>
              </a:ext>
            </a:extLst>
          </p:cNvPr>
          <p:cNvSpPr>
            <a:spLocks noGrp="1"/>
          </p:cNvSpPr>
          <p:nvPr>
            <p:ph type="pic" sz="quarter" idx="10"/>
          </p:nvPr>
        </p:nvSpPr>
        <p:spPr>
          <a:xfrm>
            <a:off x="548639" y="1600200"/>
            <a:ext cx="3450336" cy="169164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8" name="Text Placeholder 3">
            <a:extLst>
              <a:ext uri="{FF2B5EF4-FFF2-40B4-BE49-F238E27FC236}">
                <a16:creationId xmlns:a16="http://schemas.microsoft.com/office/drawing/2014/main" id="{AE500155-914F-3AB3-C892-09CE75C54487}"/>
              </a:ext>
            </a:extLst>
          </p:cNvPr>
          <p:cNvSpPr>
            <a:spLocks noGrp="1"/>
          </p:cNvSpPr>
          <p:nvPr>
            <p:ph type="body" sz="quarter" idx="12" hasCustomPrompt="1"/>
          </p:nvPr>
        </p:nvSpPr>
        <p:spPr>
          <a:xfrm>
            <a:off x="548637" y="3520440"/>
            <a:ext cx="3450336" cy="365760"/>
          </a:xfrm>
          <a:prstGeom prst="rect">
            <a:avLst/>
          </a:prstGeom>
        </p:spPr>
        <p:txBody>
          <a:bodyPr/>
          <a:lstStyle>
            <a:lvl1pPr marL="0" indent="0">
              <a:spcBef>
                <a:spcPts val="0"/>
              </a:spcBef>
              <a:buFontTx/>
              <a:buNone/>
              <a:defRPr sz="1800" b="1"/>
            </a:lvl1pPr>
            <a:lvl2pPr marL="0" indent="0">
              <a:spcBef>
                <a:spcPts val="0"/>
              </a:spcBef>
              <a:buFontTx/>
              <a:buNone/>
              <a:defRPr sz="1800" b="1"/>
            </a:lvl2pPr>
            <a:lvl3pPr marL="0" indent="0">
              <a:spcBef>
                <a:spcPts val="0"/>
              </a:spcBef>
              <a:buFontTx/>
              <a:buNone/>
              <a:defRPr sz="1800" b="1"/>
            </a:lvl3pPr>
            <a:lvl4pPr marL="0" indent="0">
              <a:spcBef>
                <a:spcPts val="0"/>
              </a:spcBef>
              <a:buFontTx/>
              <a:buNone/>
              <a:defRPr sz="1800" b="1"/>
            </a:lvl4pPr>
            <a:lvl5pPr marL="0" indent="0">
              <a:spcBef>
                <a:spcPts val="0"/>
              </a:spcBef>
              <a:buFontTx/>
              <a:buNone/>
              <a:defRPr sz="1800" b="1"/>
            </a:lvl5pPr>
            <a:lvl6pPr marL="0" indent="0">
              <a:spcBef>
                <a:spcPts val="0"/>
              </a:spcBef>
              <a:buFontTx/>
              <a:buNone/>
              <a:defRPr sz="1800" b="1"/>
            </a:lvl6pPr>
            <a:lvl7pPr marL="0" indent="0">
              <a:spcBef>
                <a:spcPts val="0"/>
              </a:spcBef>
              <a:buFontTx/>
              <a:buNone/>
              <a:defRPr sz="1800" b="1"/>
            </a:lvl7pPr>
            <a:lvl8pPr marL="0" indent="0">
              <a:spcBef>
                <a:spcPts val="0"/>
              </a:spcBef>
              <a:buFontTx/>
              <a:buNone/>
              <a:defRPr sz="1800" b="1"/>
            </a:lvl8pPr>
            <a:lvl9pPr marL="0" indent="0">
              <a:spcBef>
                <a:spcPts val="0"/>
              </a:spcBef>
              <a:buFontTx/>
              <a:buNone/>
              <a:defRPr sz="1800" b="1"/>
            </a:lvl9pPr>
          </a:lstStyle>
          <a:p>
            <a:pPr lvl="0"/>
            <a:r>
              <a:rPr lang="en-US"/>
              <a:t>[Subtitle]</a:t>
            </a:r>
          </a:p>
        </p:txBody>
      </p:sp>
      <p:sp>
        <p:nvSpPr>
          <p:cNvPr id="3" name="Content Placeholder 4"/>
          <p:cNvSpPr>
            <a:spLocks noGrp="1"/>
          </p:cNvSpPr>
          <p:nvPr>
            <p:ph sz="half" idx="1"/>
          </p:nvPr>
        </p:nvSpPr>
        <p:spPr>
          <a:xfrm>
            <a:off x="548639" y="3931920"/>
            <a:ext cx="3450336" cy="2240280"/>
          </a:xfrm>
          <a:prstGeom prst="rect">
            <a:avLst/>
          </a:prstGeom>
        </p:spPr>
        <p:txBody>
          <a:bodyPr/>
          <a:lstStyle>
            <a:lvl1pPr marL="137160" indent="-137160">
              <a:defRPr sz="1500"/>
            </a:lvl1pPr>
            <a:lvl2pPr marL="274320" indent="-137160">
              <a:defRPr sz="1500"/>
            </a:lvl2pPr>
            <a:lvl3pPr marL="411480" indent="-137160">
              <a:defRPr sz="1500"/>
            </a:lvl3pPr>
            <a:lvl4pPr marL="548640" indent="-137160">
              <a:defRPr sz="1500"/>
            </a:lvl4pPr>
            <a:lvl5pPr marL="685800" indent="-137160">
              <a:defRPr sz="1500"/>
            </a:lvl5pPr>
            <a:lvl6pPr marL="822960" indent="-137160">
              <a:defRPr sz="1500"/>
            </a:lvl6pPr>
            <a:lvl7pPr marL="960120" indent="-137160">
              <a:defRPr sz="1500"/>
            </a:lvl7pPr>
            <a:lvl8pPr marL="1097280" indent="-137160">
              <a:defRPr sz="1500"/>
            </a:lvl8pPr>
            <a:lvl9pPr marL="1234440" indent="-137160">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5">
            <a:extLst>
              <a:ext uri="{FF2B5EF4-FFF2-40B4-BE49-F238E27FC236}">
                <a16:creationId xmlns:a16="http://schemas.microsoft.com/office/drawing/2014/main" id="{FC3A5FBE-3D66-4376-9A16-FE11155BA55E}"/>
              </a:ext>
            </a:extLst>
          </p:cNvPr>
          <p:cNvSpPr>
            <a:spLocks noGrp="1"/>
          </p:cNvSpPr>
          <p:nvPr>
            <p:ph type="pic" sz="quarter" idx="11"/>
          </p:nvPr>
        </p:nvSpPr>
        <p:spPr>
          <a:xfrm>
            <a:off x="4370831" y="1600200"/>
            <a:ext cx="3450336" cy="169164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9" name="Text Placeholder 6">
            <a:extLst>
              <a:ext uri="{FF2B5EF4-FFF2-40B4-BE49-F238E27FC236}">
                <a16:creationId xmlns:a16="http://schemas.microsoft.com/office/drawing/2014/main" id="{CD5289C6-6376-08BD-CF12-DE93A92EFB78}"/>
              </a:ext>
            </a:extLst>
          </p:cNvPr>
          <p:cNvSpPr>
            <a:spLocks noGrp="1"/>
          </p:cNvSpPr>
          <p:nvPr>
            <p:ph type="body" sz="quarter" idx="13" hasCustomPrompt="1"/>
          </p:nvPr>
        </p:nvSpPr>
        <p:spPr>
          <a:xfrm>
            <a:off x="4370831" y="3520440"/>
            <a:ext cx="3450336" cy="365760"/>
          </a:xfrm>
          <a:prstGeom prst="rect">
            <a:avLst/>
          </a:prstGeom>
        </p:spPr>
        <p:txBody>
          <a:bodyPr/>
          <a:lstStyle>
            <a:lvl1pPr marL="0" indent="0">
              <a:spcBef>
                <a:spcPts val="0"/>
              </a:spcBef>
              <a:buFontTx/>
              <a:buNone/>
              <a:defRPr sz="1800" b="1"/>
            </a:lvl1pPr>
            <a:lvl2pPr marL="0" indent="0">
              <a:spcBef>
                <a:spcPts val="0"/>
              </a:spcBef>
              <a:buFontTx/>
              <a:buNone/>
              <a:defRPr sz="1800" b="1"/>
            </a:lvl2pPr>
            <a:lvl3pPr marL="0" indent="0">
              <a:spcBef>
                <a:spcPts val="0"/>
              </a:spcBef>
              <a:buFontTx/>
              <a:buNone/>
              <a:defRPr sz="1800" b="1"/>
            </a:lvl3pPr>
            <a:lvl4pPr marL="0" indent="0">
              <a:spcBef>
                <a:spcPts val="0"/>
              </a:spcBef>
              <a:buFontTx/>
              <a:buNone/>
              <a:defRPr sz="1800" b="1"/>
            </a:lvl4pPr>
            <a:lvl5pPr marL="0" indent="0">
              <a:spcBef>
                <a:spcPts val="0"/>
              </a:spcBef>
              <a:buFontTx/>
              <a:buNone/>
              <a:defRPr sz="1800" b="1"/>
            </a:lvl5pPr>
            <a:lvl6pPr marL="0" indent="0">
              <a:spcBef>
                <a:spcPts val="0"/>
              </a:spcBef>
              <a:buFontTx/>
              <a:buNone/>
              <a:defRPr sz="1800" b="1"/>
            </a:lvl6pPr>
            <a:lvl7pPr marL="0" indent="0">
              <a:spcBef>
                <a:spcPts val="0"/>
              </a:spcBef>
              <a:buFontTx/>
              <a:buNone/>
              <a:defRPr sz="1800" b="1"/>
            </a:lvl7pPr>
            <a:lvl8pPr marL="0" indent="0">
              <a:spcBef>
                <a:spcPts val="0"/>
              </a:spcBef>
              <a:buFontTx/>
              <a:buNone/>
              <a:defRPr sz="1800" b="1"/>
            </a:lvl8pPr>
            <a:lvl9pPr marL="0" indent="0">
              <a:spcBef>
                <a:spcPts val="0"/>
              </a:spcBef>
              <a:buFontTx/>
              <a:buNone/>
              <a:defRPr sz="1800" b="1"/>
            </a:lvl9pPr>
          </a:lstStyle>
          <a:p>
            <a:pPr lvl="0"/>
            <a:r>
              <a:rPr lang="en-US"/>
              <a:t>[Subtitle]</a:t>
            </a:r>
          </a:p>
        </p:txBody>
      </p:sp>
      <p:sp>
        <p:nvSpPr>
          <p:cNvPr id="4" name="Content Placeholder 7"/>
          <p:cNvSpPr>
            <a:spLocks noGrp="1"/>
          </p:cNvSpPr>
          <p:nvPr>
            <p:ph sz="half" idx="2"/>
          </p:nvPr>
        </p:nvSpPr>
        <p:spPr>
          <a:xfrm>
            <a:off x="4370831" y="3931920"/>
            <a:ext cx="3450336" cy="2240280"/>
          </a:xfrm>
          <a:prstGeom prst="rect">
            <a:avLst/>
          </a:prstGeom>
        </p:spPr>
        <p:txBody>
          <a:bodyPr/>
          <a:lstStyle>
            <a:lvl1pPr marL="137160" indent="-137160">
              <a:defRPr sz="1500"/>
            </a:lvl1pPr>
            <a:lvl2pPr marL="274320" indent="-137160">
              <a:defRPr sz="1500"/>
            </a:lvl2pPr>
            <a:lvl3pPr marL="411480" indent="-137160">
              <a:defRPr sz="1500"/>
            </a:lvl3pPr>
            <a:lvl4pPr marL="548640" indent="-137160">
              <a:defRPr sz="1500"/>
            </a:lvl4pPr>
            <a:lvl5pPr marL="685800" indent="-137160">
              <a:defRPr sz="1500"/>
            </a:lvl5pPr>
            <a:lvl6pPr marL="822960" indent="-137160">
              <a:defRPr sz="1500"/>
            </a:lvl6pPr>
            <a:lvl7pPr marL="960120" indent="-137160">
              <a:defRPr sz="1500"/>
            </a:lvl7pPr>
            <a:lvl8pPr marL="1097280" indent="-137160">
              <a:defRPr sz="1500"/>
            </a:lvl8pPr>
            <a:lvl9pPr marL="1234440" indent="-137160">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8">
            <a:extLst>
              <a:ext uri="{FF2B5EF4-FFF2-40B4-BE49-F238E27FC236}">
                <a16:creationId xmlns:a16="http://schemas.microsoft.com/office/drawing/2014/main" id="{2F1293E6-42E9-E8B5-FFA8-86FB82D4865C}"/>
              </a:ext>
            </a:extLst>
          </p:cNvPr>
          <p:cNvSpPr>
            <a:spLocks noGrp="1"/>
          </p:cNvSpPr>
          <p:nvPr>
            <p:ph type="pic" sz="quarter" idx="15"/>
          </p:nvPr>
        </p:nvSpPr>
        <p:spPr>
          <a:xfrm>
            <a:off x="8193023" y="1600200"/>
            <a:ext cx="3450336" cy="169164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11" name="Text Placeholder 9">
            <a:extLst>
              <a:ext uri="{FF2B5EF4-FFF2-40B4-BE49-F238E27FC236}">
                <a16:creationId xmlns:a16="http://schemas.microsoft.com/office/drawing/2014/main" id="{1A0087B1-BE04-FAAE-807C-18D539A58557}"/>
              </a:ext>
            </a:extLst>
          </p:cNvPr>
          <p:cNvSpPr>
            <a:spLocks noGrp="1"/>
          </p:cNvSpPr>
          <p:nvPr>
            <p:ph type="body" sz="quarter" idx="16" hasCustomPrompt="1"/>
          </p:nvPr>
        </p:nvSpPr>
        <p:spPr>
          <a:xfrm>
            <a:off x="8193023" y="3520440"/>
            <a:ext cx="3450336" cy="365760"/>
          </a:xfrm>
          <a:prstGeom prst="rect">
            <a:avLst/>
          </a:prstGeom>
        </p:spPr>
        <p:txBody>
          <a:bodyPr/>
          <a:lstStyle>
            <a:lvl1pPr marL="0" indent="0">
              <a:spcBef>
                <a:spcPts val="0"/>
              </a:spcBef>
              <a:buFontTx/>
              <a:buNone/>
              <a:defRPr sz="1800" b="1"/>
            </a:lvl1pPr>
            <a:lvl2pPr marL="0" indent="0">
              <a:spcBef>
                <a:spcPts val="0"/>
              </a:spcBef>
              <a:buFontTx/>
              <a:buNone/>
              <a:defRPr sz="1800" b="1"/>
            </a:lvl2pPr>
            <a:lvl3pPr marL="0" indent="0">
              <a:spcBef>
                <a:spcPts val="0"/>
              </a:spcBef>
              <a:buFontTx/>
              <a:buNone/>
              <a:defRPr sz="1800" b="1"/>
            </a:lvl3pPr>
            <a:lvl4pPr marL="0" indent="0">
              <a:spcBef>
                <a:spcPts val="0"/>
              </a:spcBef>
              <a:buFontTx/>
              <a:buNone/>
              <a:defRPr sz="1800" b="1"/>
            </a:lvl4pPr>
            <a:lvl5pPr marL="0" indent="0">
              <a:spcBef>
                <a:spcPts val="0"/>
              </a:spcBef>
              <a:buFontTx/>
              <a:buNone/>
              <a:defRPr sz="1800" b="1"/>
            </a:lvl5pPr>
            <a:lvl6pPr marL="0" indent="0">
              <a:spcBef>
                <a:spcPts val="0"/>
              </a:spcBef>
              <a:buFontTx/>
              <a:buNone/>
              <a:defRPr sz="1800" b="1"/>
            </a:lvl6pPr>
            <a:lvl7pPr marL="0" indent="0">
              <a:spcBef>
                <a:spcPts val="0"/>
              </a:spcBef>
              <a:buFontTx/>
              <a:buNone/>
              <a:defRPr sz="1800" b="1"/>
            </a:lvl7pPr>
            <a:lvl8pPr marL="0" indent="0">
              <a:spcBef>
                <a:spcPts val="0"/>
              </a:spcBef>
              <a:buFontTx/>
              <a:buNone/>
              <a:defRPr sz="1800" b="1"/>
            </a:lvl8pPr>
            <a:lvl9pPr marL="0" indent="0">
              <a:spcBef>
                <a:spcPts val="0"/>
              </a:spcBef>
              <a:buFontTx/>
              <a:buNone/>
              <a:defRPr sz="1800" b="1"/>
            </a:lvl9pPr>
          </a:lstStyle>
          <a:p>
            <a:pPr lvl="0"/>
            <a:r>
              <a:rPr lang="en-US"/>
              <a:t>[Subtitle]</a:t>
            </a:r>
          </a:p>
        </p:txBody>
      </p:sp>
      <p:sp>
        <p:nvSpPr>
          <p:cNvPr id="12" name="Content Placeholder 10">
            <a:extLst>
              <a:ext uri="{FF2B5EF4-FFF2-40B4-BE49-F238E27FC236}">
                <a16:creationId xmlns:a16="http://schemas.microsoft.com/office/drawing/2014/main" id="{9A4D43E8-8B9E-0180-3592-10B667D09516}"/>
              </a:ext>
            </a:extLst>
          </p:cNvPr>
          <p:cNvSpPr>
            <a:spLocks noGrp="1"/>
          </p:cNvSpPr>
          <p:nvPr>
            <p:ph sz="half" idx="17"/>
          </p:nvPr>
        </p:nvSpPr>
        <p:spPr>
          <a:xfrm>
            <a:off x="8193023" y="3931920"/>
            <a:ext cx="3450336" cy="2240280"/>
          </a:xfrm>
          <a:prstGeom prst="rect">
            <a:avLst/>
          </a:prstGeom>
        </p:spPr>
        <p:txBody>
          <a:bodyPr/>
          <a:lstStyle>
            <a:lvl1pPr marL="137160" indent="-137160">
              <a:defRPr sz="1500"/>
            </a:lvl1pPr>
            <a:lvl2pPr marL="274320" indent="-137160">
              <a:defRPr sz="1500"/>
            </a:lvl2pPr>
            <a:lvl3pPr marL="411480" indent="-137160">
              <a:defRPr sz="1500"/>
            </a:lvl3pPr>
            <a:lvl4pPr marL="548640" indent="-137160">
              <a:defRPr sz="1500"/>
            </a:lvl4pPr>
            <a:lvl5pPr marL="685800" indent="-137160">
              <a:defRPr sz="1500"/>
            </a:lvl5pPr>
            <a:lvl6pPr marL="822960" indent="-137160">
              <a:defRPr sz="1500"/>
            </a:lvl6pPr>
            <a:lvl7pPr marL="960120" indent="-137160">
              <a:defRPr sz="1500"/>
            </a:lvl7pPr>
            <a:lvl8pPr marL="1097280" indent="-137160">
              <a:defRPr sz="1500"/>
            </a:lvl8pPr>
            <a:lvl9pPr marL="1234440" indent="-137160">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Date Placeholder 12">
            <a:extLst>
              <a:ext uri="{FF2B5EF4-FFF2-40B4-BE49-F238E27FC236}">
                <a16:creationId xmlns:a16="http://schemas.microsoft.com/office/drawing/2014/main" id="{BCC41EC7-A74C-7FAC-CAAF-B45134A90C1F}"/>
              </a:ext>
            </a:extLst>
          </p:cNvPr>
          <p:cNvSpPr>
            <a:spLocks noGrp="1"/>
          </p:cNvSpPr>
          <p:nvPr>
            <p:ph type="dt" sz="half" idx="18"/>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14" name="Slide Number Placeholder 13">
            <a:extLst>
              <a:ext uri="{FF2B5EF4-FFF2-40B4-BE49-F238E27FC236}">
                <a16:creationId xmlns:a16="http://schemas.microsoft.com/office/drawing/2014/main" id="{0DCE38A9-CABF-9588-DDD8-93DD198F7EC2}"/>
              </a:ext>
            </a:extLst>
          </p:cNvPr>
          <p:cNvSpPr>
            <a:spLocks noGrp="1"/>
          </p:cNvSpPr>
          <p:nvPr>
            <p:ph type="sldNum" sz="quarter" idx="19"/>
          </p:nvPr>
        </p:nvSpPr>
        <p:spPr>
          <a:xfrm>
            <a:off x="11210716" y="6629400"/>
            <a:ext cx="442001" cy="228600"/>
          </a:xfrm>
          <a:prstGeom prst="rect">
            <a:avLst/>
          </a:prstGeom>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4170959491"/>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2218">
          <p15:clr>
            <a:srgbClr val="A4A3A4"/>
          </p15:clr>
        </p15:guide>
        <p15:guide id="3" orient="horz" pos="3888">
          <p15:clr>
            <a:srgbClr val="A4A3A4"/>
          </p15:clr>
        </p15:guide>
        <p15:guide id="4" orient="horz" pos="2074">
          <p15:clr>
            <a:srgbClr val="A4A3A4"/>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and 4 Images">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17D0BA3-CE88-4FFE-E80D-CD039190BDDD}"/>
              </a:ext>
            </a:extLst>
          </p:cNvPr>
          <p:cNvSpPr>
            <a:spLocks noGrp="1"/>
          </p:cNvSpPr>
          <p:nvPr>
            <p:ph type="title" hasCustomPrompt="1"/>
          </p:nvPr>
        </p:nvSpPr>
        <p:spPr>
          <a:xfrm>
            <a:off x="548640" y="411481"/>
            <a:ext cx="8231293" cy="914400"/>
          </a:xfrm>
          <a:prstGeom prst="rect">
            <a:avLst/>
          </a:prstGeom>
        </p:spPr>
        <p:txBody>
          <a:bodyPr/>
          <a:lstStyle/>
          <a:p>
            <a:r>
              <a:rPr lang="en-US"/>
              <a:t>[Slide title]</a:t>
            </a:r>
          </a:p>
        </p:txBody>
      </p:sp>
      <p:sp>
        <p:nvSpPr>
          <p:cNvPr id="2" name="Picture Placeholder 2">
            <a:extLst>
              <a:ext uri="{FF2B5EF4-FFF2-40B4-BE49-F238E27FC236}">
                <a16:creationId xmlns:a16="http://schemas.microsoft.com/office/drawing/2014/main" id="{E4C4A4C8-609A-5582-34D3-DD47E15FD269}"/>
              </a:ext>
            </a:extLst>
          </p:cNvPr>
          <p:cNvSpPr>
            <a:spLocks noGrp="1"/>
          </p:cNvSpPr>
          <p:nvPr>
            <p:ph type="pic" sz="quarter" idx="10"/>
          </p:nvPr>
        </p:nvSpPr>
        <p:spPr>
          <a:xfrm>
            <a:off x="548641" y="1600200"/>
            <a:ext cx="2499359" cy="123444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8" name="Text Placeholder 3">
            <a:extLst>
              <a:ext uri="{FF2B5EF4-FFF2-40B4-BE49-F238E27FC236}">
                <a16:creationId xmlns:a16="http://schemas.microsoft.com/office/drawing/2014/main" id="{AE500155-914F-3AB3-C892-09CE75C54487}"/>
              </a:ext>
            </a:extLst>
          </p:cNvPr>
          <p:cNvSpPr>
            <a:spLocks noGrp="1"/>
          </p:cNvSpPr>
          <p:nvPr>
            <p:ph type="body" sz="quarter" idx="12" hasCustomPrompt="1"/>
          </p:nvPr>
        </p:nvSpPr>
        <p:spPr>
          <a:xfrm>
            <a:off x="548639" y="3063240"/>
            <a:ext cx="2499359" cy="365760"/>
          </a:xfrm>
          <a:prstGeom prst="rect">
            <a:avLst/>
          </a:prstGeom>
        </p:spPr>
        <p:txBody>
          <a:bodyPr/>
          <a:lstStyle>
            <a:lvl1pPr marL="0" indent="0">
              <a:spcBef>
                <a:spcPts val="0"/>
              </a:spcBef>
              <a:buFontTx/>
              <a:buNone/>
              <a:defRPr sz="1600" b="1"/>
            </a:lvl1pPr>
            <a:lvl2pPr marL="0" indent="0">
              <a:spcBef>
                <a:spcPts val="0"/>
              </a:spcBef>
              <a:buFontTx/>
              <a:buNone/>
              <a:defRPr sz="1600" b="1"/>
            </a:lvl2pPr>
            <a:lvl3pPr marL="0" indent="0">
              <a:spcBef>
                <a:spcPts val="0"/>
              </a:spcBef>
              <a:buFontTx/>
              <a:buNone/>
              <a:defRPr sz="1600" b="1"/>
            </a:lvl3pPr>
            <a:lvl4pPr marL="0" indent="0">
              <a:spcBef>
                <a:spcPts val="0"/>
              </a:spcBef>
              <a:buFontTx/>
              <a:buNone/>
              <a:defRPr sz="1600" b="1"/>
            </a:lvl4pPr>
            <a:lvl5pPr marL="0" indent="0">
              <a:spcBef>
                <a:spcPts val="0"/>
              </a:spcBef>
              <a:buFontTx/>
              <a:buNone/>
              <a:defRPr sz="1600" b="1"/>
            </a:lvl5pPr>
            <a:lvl6pPr marL="0" indent="0">
              <a:spcBef>
                <a:spcPts val="0"/>
              </a:spcBef>
              <a:buFontTx/>
              <a:buNone/>
              <a:defRPr sz="1600" b="1"/>
            </a:lvl6pPr>
            <a:lvl7pPr marL="0" indent="0">
              <a:spcBef>
                <a:spcPts val="0"/>
              </a:spcBef>
              <a:buFontTx/>
              <a:buNone/>
              <a:defRPr sz="1600" b="1"/>
            </a:lvl7pPr>
            <a:lvl8pPr marL="0" indent="0">
              <a:spcBef>
                <a:spcPts val="0"/>
              </a:spcBef>
              <a:buFontTx/>
              <a:buNone/>
              <a:defRPr sz="1600" b="1"/>
            </a:lvl8pPr>
            <a:lvl9pPr marL="0" indent="0">
              <a:spcBef>
                <a:spcPts val="0"/>
              </a:spcBef>
              <a:buFontTx/>
              <a:buNone/>
              <a:defRPr sz="1600" b="1"/>
            </a:lvl9pPr>
          </a:lstStyle>
          <a:p>
            <a:pPr lvl="0"/>
            <a:r>
              <a:rPr lang="en-US"/>
              <a:t>[Subtitle]</a:t>
            </a:r>
          </a:p>
        </p:txBody>
      </p:sp>
      <p:sp>
        <p:nvSpPr>
          <p:cNvPr id="3" name="Content Placeholder 4"/>
          <p:cNvSpPr>
            <a:spLocks noGrp="1"/>
          </p:cNvSpPr>
          <p:nvPr>
            <p:ph sz="half" idx="1"/>
          </p:nvPr>
        </p:nvSpPr>
        <p:spPr>
          <a:xfrm>
            <a:off x="548641" y="3474720"/>
            <a:ext cx="2499359" cy="2697480"/>
          </a:xfrm>
          <a:prstGeom prst="rect">
            <a:avLst/>
          </a:prstGeo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5">
            <a:extLst>
              <a:ext uri="{FF2B5EF4-FFF2-40B4-BE49-F238E27FC236}">
                <a16:creationId xmlns:a16="http://schemas.microsoft.com/office/drawing/2014/main" id="{FC3A5FBE-3D66-4376-9A16-FE11155BA55E}"/>
              </a:ext>
            </a:extLst>
          </p:cNvPr>
          <p:cNvSpPr>
            <a:spLocks noGrp="1"/>
          </p:cNvSpPr>
          <p:nvPr>
            <p:ph type="pic" sz="quarter" idx="11"/>
          </p:nvPr>
        </p:nvSpPr>
        <p:spPr>
          <a:xfrm>
            <a:off x="3428805" y="1600200"/>
            <a:ext cx="2499359" cy="123444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9" name="Text Placeholder 6">
            <a:extLst>
              <a:ext uri="{FF2B5EF4-FFF2-40B4-BE49-F238E27FC236}">
                <a16:creationId xmlns:a16="http://schemas.microsoft.com/office/drawing/2014/main" id="{CD5289C6-6376-08BD-CF12-DE93A92EFB78}"/>
              </a:ext>
            </a:extLst>
          </p:cNvPr>
          <p:cNvSpPr>
            <a:spLocks noGrp="1"/>
          </p:cNvSpPr>
          <p:nvPr>
            <p:ph type="body" sz="quarter" idx="13" hasCustomPrompt="1"/>
          </p:nvPr>
        </p:nvSpPr>
        <p:spPr>
          <a:xfrm>
            <a:off x="3428805" y="3063240"/>
            <a:ext cx="2499359" cy="365760"/>
          </a:xfrm>
          <a:prstGeom prst="rect">
            <a:avLst/>
          </a:prstGeom>
        </p:spPr>
        <p:txBody>
          <a:bodyPr/>
          <a:lstStyle>
            <a:lvl1pPr marL="0" indent="0">
              <a:spcBef>
                <a:spcPts val="0"/>
              </a:spcBef>
              <a:buFontTx/>
              <a:buNone/>
              <a:defRPr sz="1600" b="1"/>
            </a:lvl1pPr>
            <a:lvl2pPr marL="0" indent="0">
              <a:spcBef>
                <a:spcPts val="0"/>
              </a:spcBef>
              <a:buFontTx/>
              <a:buNone/>
              <a:defRPr sz="1600" b="1"/>
            </a:lvl2pPr>
            <a:lvl3pPr marL="0" indent="0">
              <a:spcBef>
                <a:spcPts val="0"/>
              </a:spcBef>
              <a:buFontTx/>
              <a:buNone/>
              <a:defRPr sz="1600" b="1"/>
            </a:lvl3pPr>
            <a:lvl4pPr marL="0" indent="0">
              <a:spcBef>
                <a:spcPts val="0"/>
              </a:spcBef>
              <a:buFontTx/>
              <a:buNone/>
              <a:defRPr sz="1600" b="1"/>
            </a:lvl4pPr>
            <a:lvl5pPr marL="0" indent="0">
              <a:spcBef>
                <a:spcPts val="0"/>
              </a:spcBef>
              <a:buFontTx/>
              <a:buNone/>
              <a:defRPr sz="1600" b="1"/>
            </a:lvl5pPr>
            <a:lvl6pPr marL="0" indent="0">
              <a:spcBef>
                <a:spcPts val="0"/>
              </a:spcBef>
              <a:buFontTx/>
              <a:buNone/>
              <a:defRPr sz="1600" b="1"/>
            </a:lvl6pPr>
            <a:lvl7pPr marL="0" indent="0">
              <a:spcBef>
                <a:spcPts val="0"/>
              </a:spcBef>
              <a:buFontTx/>
              <a:buNone/>
              <a:defRPr sz="1600" b="1"/>
            </a:lvl7pPr>
            <a:lvl8pPr marL="0" indent="0">
              <a:spcBef>
                <a:spcPts val="0"/>
              </a:spcBef>
              <a:buFontTx/>
              <a:buNone/>
              <a:defRPr sz="1600" b="1"/>
            </a:lvl8pPr>
            <a:lvl9pPr marL="0" indent="0">
              <a:spcBef>
                <a:spcPts val="0"/>
              </a:spcBef>
              <a:buFontTx/>
              <a:buNone/>
              <a:defRPr sz="1600" b="1"/>
            </a:lvl9pPr>
          </a:lstStyle>
          <a:p>
            <a:pPr lvl="0"/>
            <a:r>
              <a:rPr lang="en-US"/>
              <a:t>[Subtitle]</a:t>
            </a:r>
          </a:p>
        </p:txBody>
      </p:sp>
      <p:sp>
        <p:nvSpPr>
          <p:cNvPr id="4" name="Content Placeholder 7"/>
          <p:cNvSpPr>
            <a:spLocks noGrp="1"/>
          </p:cNvSpPr>
          <p:nvPr>
            <p:ph sz="half" idx="2"/>
          </p:nvPr>
        </p:nvSpPr>
        <p:spPr>
          <a:xfrm>
            <a:off x="3428805" y="3474720"/>
            <a:ext cx="2499359" cy="2697480"/>
          </a:xfrm>
          <a:prstGeom prst="rect">
            <a:avLst/>
          </a:prstGeo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8">
            <a:extLst>
              <a:ext uri="{FF2B5EF4-FFF2-40B4-BE49-F238E27FC236}">
                <a16:creationId xmlns:a16="http://schemas.microsoft.com/office/drawing/2014/main" id="{2F1293E6-42E9-E8B5-FFA8-86FB82D4865C}"/>
              </a:ext>
            </a:extLst>
          </p:cNvPr>
          <p:cNvSpPr>
            <a:spLocks noGrp="1"/>
          </p:cNvSpPr>
          <p:nvPr>
            <p:ph type="pic" sz="quarter" idx="15"/>
          </p:nvPr>
        </p:nvSpPr>
        <p:spPr>
          <a:xfrm>
            <a:off x="6263841" y="1600200"/>
            <a:ext cx="2499359" cy="123444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11" name="Text Placeholder 9">
            <a:extLst>
              <a:ext uri="{FF2B5EF4-FFF2-40B4-BE49-F238E27FC236}">
                <a16:creationId xmlns:a16="http://schemas.microsoft.com/office/drawing/2014/main" id="{1A0087B1-BE04-FAAE-807C-18D539A58557}"/>
              </a:ext>
            </a:extLst>
          </p:cNvPr>
          <p:cNvSpPr>
            <a:spLocks noGrp="1"/>
          </p:cNvSpPr>
          <p:nvPr>
            <p:ph type="body" sz="quarter" idx="16" hasCustomPrompt="1"/>
          </p:nvPr>
        </p:nvSpPr>
        <p:spPr>
          <a:xfrm>
            <a:off x="6263841" y="3063240"/>
            <a:ext cx="2499359" cy="365760"/>
          </a:xfrm>
          <a:prstGeom prst="rect">
            <a:avLst/>
          </a:prstGeom>
        </p:spPr>
        <p:txBody>
          <a:bodyPr/>
          <a:lstStyle>
            <a:lvl1pPr marL="0" indent="0">
              <a:spcBef>
                <a:spcPts val="0"/>
              </a:spcBef>
              <a:buFontTx/>
              <a:buNone/>
              <a:defRPr sz="1600" b="1"/>
            </a:lvl1pPr>
            <a:lvl2pPr marL="0" indent="0">
              <a:spcBef>
                <a:spcPts val="0"/>
              </a:spcBef>
              <a:buFontTx/>
              <a:buNone/>
              <a:defRPr sz="1600" b="1"/>
            </a:lvl2pPr>
            <a:lvl3pPr marL="0" indent="0">
              <a:spcBef>
                <a:spcPts val="0"/>
              </a:spcBef>
              <a:buFontTx/>
              <a:buNone/>
              <a:defRPr sz="1600" b="1"/>
            </a:lvl3pPr>
            <a:lvl4pPr marL="0" indent="0">
              <a:spcBef>
                <a:spcPts val="0"/>
              </a:spcBef>
              <a:buFontTx/>
              <a:buNone/>
              <a:defRPr sz="1600" b="1"/>
            </a:lvl4pPr>
            <a:lvl5pPr marL="0" indent="0">
              <a:spcBef>
                <a:spcPts val="0"/>
              </a:spcBef>
              <a:buFontTx/>
              <a:buNone/>
              <a:defRPr sz="1600" b="1"/>
            </a:lvl5pPr>
            <a:lvl6pPr marL="0" indent="0">
              <a:spcBef>
                <a:spcPts val="0"/>
              </a:spcBef>
              <a:buFontTx/>
              <a:buNone/>
              <a:defRPr sz="1600" b="1"/>
            </a:lvl6pPr>
            <a:lvl7pPr marL="0" indent="0">
              <a:spcBef>
                <a:spcPts val="0"/>
              </a:spcBef>
              <a:buFontTx/>
              <a:buNone/>
              <a:defRPr sz="1600" b="1"/>
            </a:lvl7pPr>
            <a:lvl8pPr marL="0" indent="0">
              <a:spcBef>
                <a:spcPts val="0"/>
              </a:spcBef>
              <a:buFontTx/>
              <a:buNone/>
              <a:defRPr sz="1600" b="1"/>
            </a:lvl8pPr>
            <a:lvl9pPr marL="0" indent="0">
              <a:spcBef>
                <a:spcPts val="0"/>
              </a:spcBef>
              <a:buFontTx/>
              <a:buNone/>
              <a:defRPr sz="1600" b="1"/>
            </a:lvl9pPr>
          </a:lstStyle>
          <a:p>
            <a:pPr lvl="0"/>
            <a:r>
              <a:rPr lang="en-US"/>
              <a:t>[Subtitle]</a:t>
            </a:r>
          </a:p>
        </p:txBody>
      </p:sp>
      <p:sp>
        <p:nvSpPr>
          <p:cNvPr id="12" name="Content Placeholder 10">
            <a:extLst>
              <a:ext uri="{FF2B5EF4-FFF2-40B4-BE49-F238E27FC236}">
                <a16:creationId xmlns:a16="http://schemas.microsoft.com/office/drawing/2014/main" id="{9A4D43E8-8B9E-0180-3592-10B667D09516}"/>
              </a:ext>
            </a:extLst>
          </p:cNvPr>
          <p:cNvSpPr>
            <a:spLocks noGrp="1"/>
          </p:cNvSpPr>
          <p:nvPr>
            <p:ph sz="half" idx="17"/>
          </p:nvPr>
        </p:nvSpPr>
        <p:spPr>
          <a:xfrm>
            <a:off x="6263841" y="3474720"/>
            <a:ext cx="2499359" cy="2697480"/>
          </a:xfrm>
          <a:prstGeom prst="rect">
            <a:avLst/>
          </a:prstGeo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11">
            <a:extLst>
              <a:ext uri="{FF2B5EF4-FFF2-40B4-BE49-F238E27FC236}">
                <a16:creationId xmlns:a16="http://schemas.microsoft.com/office/drawing/2014/main" id="{D206E8B5-48CF-3920-10E8-5C214FEE93B1}"/>
              </a:ext>
            </a:extLst>
          </p:cNvPr>
          <p:cNvSpPr>
            <a:spLocks noGrp="1"/>
          </p:cNvSpPr>
          <p:nvPr>
            <p:ph type="pic" sz="quarter" idx="19"/>
          </p:nvPr>
        </p:nvSpPr>
        <p:spPr>
          <a:xfrm>
            <a:off x="9144001" y="1600200"/>
            <a:ext cx="2499359" cy="123444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14" name="Text Placeholder 12">
            <a:extLst>
              <a:ext uri="{FF2B5EF4-FFF2-40B4-BE49-F238E27FC236}">
                <a16:creationId xmlns:a16="http://schemas.microsoft.com/office/drawing/2014/main" id="{30A8711B-6FCD-CC40-76D9-6F2EED66A6EF}"/>
              </a:ext>
            </a:extLst>
          </p:cNvPr>
          <p:cNvSpPr>
            <a:spLocks noGrp="1"/>
          </p:cNvSpPr>
          <p:nvPr>
            <p:ph type="body" sz="quarter" idx="20" hasCustomPrompt="1"/>
          </p:nvPr>
        </p:nvSpPr>
        <p:spPr>
          <a:xfrm>
            <a:off x="9144001" y="3063240"/>
            <a:ext cx="2499359" cy="365760"/>
          </a:xfrm>
          <a:prstGeom prst="rect">
            <a:avLst/>
          </a:prstGeom>
        </p:spPr>
        <p:txBody>
          <a:bodyPr/>
          <a:lstStyle>
            <a:lvl1pPr marL="0" indent="0">
              <a:spcBef>
                <a:spcPts val="0"/>
              </a:spcBef>
              <a:buFontTx/>
              <a:buNone/>
              <a:defRPr sz="1600" b="1"/>
            </a:lvl1pPr>
            <a:lvl2pPr marL="0" indent="0">
              <a:spcBef>
                <a:spcPts val="0"/>
              </a:spcBef>
              <a:buFontTx/>
              <a:buNone/>
              <a:defRPr sz="1600" b="1"/>
            </a:lvl2pPr>
            <a:lvl3pPr marL="0" indent="0">
              <a:spcBef>
                <a:spcPts val="0"/>
              </a:spcBef>
              <a:buFontTx/>
              <a:buNone/>
              <a:defRPr sz="1600" b="1"/>
            </a:lvl3pPr>
            <a:lvl4pPr marL="0" indent="0">
              <a:spcBef>
                <a:spcPts val="0"/>
              </a:spcBef>
              <a:buFontTx/>
              <a:buNone/>
              <a:defRPr sz="1600" b="1"/>
            </a:lvl4pPr>
            <a:lvl5pPr marL="0" indent="0">
              <a:spcBef>
                <a:spcPts val="0"/>
              </a:spcBef>
              <a:buFontTx/>
              <a:buNone/>
              <a:defRPr sz="1600" b="1"/>
            </a:lvl5pPr>
            <a:lvl6pPr marL="0" indent="0">
              <a:spcBef>
                <a:spcPts val="0"/>
              </a:spcBef>
              <a:buFontTx/>
              <a:buNone/>
              <a:defRPr sz="1600" b="1"/>
            </a:lvl6pPr>
            <a:lvl7pPr marL="0" indent="0">
              <a:spcBef>
                <a:spcPts val="0"/>
              </a:spcBef>
              <a:buFontTx/>
              <a:buNone/>
              <a:defRPr sz="1600" b="1"/>
            </a:lvl7pPr>
            <a:lvl8pPr marL="0" indent="0">
              <a:spcBef>
                <a:spcPts val="0"/>
              </a:spcBef>
              <a:buFontTx/>
              <a:buNone/>
              <a:defRPr sz="1600" b="1"/>
            </a:lvl8pPr>
            <a:lvl9pPr marL="0" indent="0">
              <a:spcBef>
                <a:spcPts val="0"/>
              </a:spcBef>
              <a:buFontTx/>
              <a:buNone/>
              <a:defRPr sz="1600" b="1"/>
            </a:lvl9pPr>
          </a:lstStyle>
          <a:p>
            <a:pPr lvl="0"/>
            <a:r>
              <a:rPr lang="en-US"/>
              <a:t>[Subtitle]</a:t>
            </a:r>
          </a:p>
        </p:txBody>
      </p:sp>
      <p:sp>
        <p:nvSpPr>
          <p:cNvPr id="15" name="Content Placeholder 13">
            <a:extLst>
              <a:ext uri="{FF2B5EF4-FFF2-40B4-BE49-F238E27FC236}">
                <a16:creationId xmlns:a16="http://schemas.microsoft.com/office/drawing/2014/main" id="{ABA13BFB-DABC-41BC-F712-51774CC8BA1C}"/>
              </a:ext>
            </a:extLst>
          </p:cNvPr>
          <p:cNvSpPr>
            <a:spLocks noGrp="1"/>
          </p:cNvSpPr>
          <p:nvPr>
            <p:ph sz="half" idx="21"/>
          </p:nvPr>
        </p:nvSpPr>
        <p:spPr>
          <a:xfrm>
            <a:off x="9144001" y="3474720"/>
            <a:ext cx="2499359" cy="2697480"/>
          </a:xfrm>
          <a:prstGeom prst="rect">
            <a:avLst/>
          </a:prstGeo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Date Placeholder 15">
            <a:extLst>
              <a:ext uri="{FF2B5EF4-FFF2-40B4-BE49-F238E27FC236}">
                <a16:creationId xmlns:a16="http://schemas.microsoft.com/office/drawing/2014/main" id="{6FA3AB29-95C5-BB81-8596-7248603E0DBA}"/>
              </a:ext>
            </a:extLst>
          </p:cNvPr>
          <p:cNvSpPr>
            <a:spLocks noGrp="1"/>
          </p:cNvSpPr>
          <p:nvPr>
            <p:ph type="dt" sz="half" idx="22"/>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17" name="Slide Number Placeholder 16">
            <a:extLst>
              <a:ext uri="{FF2B5EF4-FFF2-40B4-BE49-F238E27FC236}">
                <a16:creationId xmlns:a16="http://schemas.microsoft.com/office/drawing/2014/main" id="{F8249F74-522A-F15A-97B8-27047D5DEDAE}"/>
              </a:ext>
            </a:extLst>
          </p:cNvPr>
          <p:cNvSpPr>
            <a:spLocks noGrp="1"/>
          </p:cNvSpPr>
          <p:nvPr>
            <p:ph type="sldNum" sz="quarter" idx="23"/>
          </p:nvPr>
        </p:nvSpPr>
        <p:spPr>
          <a:xfrm>
            <a:off x="11210716" y="6629400"/>
            <a:ext cx="442001" cy="228600"/>
          </a:xfrm>
          <a:prstGeom prst="rect">
            <a:avLst/>
          </a:prstGeom>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3094769796"/>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1786">
          <p15:clr>
            <a:srgbClr val="A4A3A4"/>
          </p15:clr>
        </p15:guide>
        <p15:guide id="3" orient="horz" pos="3888">
          <p15:clr>
            <a:srgbClr val="A4A3A4"/>
          </p15:clr>
        </p15:guide>
        <p15:guide id="4" orient="horz" pos="1930">
          <p15:clr>
            <a:srgbClr val="A4A3A4"/>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Section Header">
    <p:bg>
      <p:bgPr>
        <a:solidFill>
          <a:srgbClr val="221F20"/>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48640" y="411481"/>
            <a:ext cx="8231293" cy="1189037"/>
          </a:xfrm>
          <a:prstGeom prst="rect">
            <a:avLst/>
          </a:prstGeom>
        </p:spPr>
        <p:txBody>
          <a:bodyPr anchor="t" anchorCtr="0"/>
          <a:lstStyle>
            <a:lvl1pPr>
              <a:lnSpc>
                <a:spcPct val="80000"/>
              </a:lnSpc>
              <a:defRPr sz="4000" spc="-100" baseline="0">
                <a:solidFill>
                  <a:schemeClr val="tx2"/>
                </a:solidFill>
              </a:defRPr>
            </a:lvl1pPr>
          </a:lstStyle>
          <a:p>
            <a:r>
              <a:rPr lang="en-US"/>
              <a:t>[Section title]</a:t>
            </a:r>
          </a:p>
        </p:txBody>
      </p:sp>
      <p:sp>
        <p:nvSpPr>
          <p:cNvPr id="9" name="Text Placeholder 2">
            <a:extLst>
              <a:ext uri="{FF2B5EF4-FFF2-40B4-BE49-F238E27FC236}">
                <a16:creationId xmlns:a16="http://schemas.microsoft.com/office/drawing/2014/main" id="{B62121C3-FD56-A9B2-1088-141E0BDB4C18}"/>
              </a:ext>
            </a:extLst>
          </p:cNvPr>
          <p:cNvSpPr>
            <a:spLocks noGrp="1"/>
          </p:cNvSpPr>
          <p:nvPr>
            <p:ph type="body" sz="quarter" idx="11" hasCustomPrompt="1"/>
          </p:nvPr>
        </p:nvSpPr>
        <p:spPr>
          <a:xfrm>
            <a:off x="548640" y="2148840"/>
            <a:ext cx="6795135" cy="4023360"/>
          </a:xfrm>
          <a:prstGeom prst="rect">
            <a:avLst/>
          </a:prstGeom>
        </p:spPr>
        <p:txBody>
          <a:bodyPr/>
          <a:lstStyle>
            <a:lvl1pPr marL="0" indent="0">
              <a:spcBef>
                <a:spcPts val="0"/>
              </a:spcBef>
              <a:buFontTx/>
              <a:buNone/>
              <a:defRPr sz="2800"/>
            </a:lvl1pPr>
            <a:lvl2pPr marL="182880" indent="-182880">
              <a:spcBef>
                <a:spcPts val="1000"/>
              </a:spcBef>
              <a:buFont typeface="Arial" panose="020B0604020202020204" pitchFamily="34" charset="0"/>
              <a:buChar char="▪"/>
              <a:defRPr/>
            </a:lvl2pPr>
            <a:lvl3pPr marL="365760">
              <a:defRPr/>
            </a:lvl3pPr>
            <a:lvl4pPr marL="548640">
              <a:defRPr/>
            </a:lvl4pPr>
            <a:lvl5pPr marL="731520">
              <a:defRPr/>
            </a:lvl5pPr>
            <a:lvl6pPr marL="914400">
              <a:defRPr/>
            </a:lvl6pPr>
            <a:lvl7pPr marL="1097280">
              <a:defRPr/>
            </a:lvl7pPr>
            <a:lvl8pPr marL="1280160">
              <a:defRPr/>
            </a:lvl8pPr>
            <a:lvl9pPr marL="1463040">
              <a:defRPr/>
            </a:lvl9pPr>
          </a:lstStyle>
          <a:p>
            <a:pPr lvl="0"/>
            <a:r>
              <a:rPr lang="en-US"/>
              <a:t>[Optional section subtitle]</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Date Placeholder 4">
            <a:extLst>
              <a:ext uri="{FF2B5EF4-FFF2-40B4-BE49-F238E27FC236}">
                <a16:creationId xmlns:a16="http://schemas.microsoft.com/office/drawing/2014/main" id="{B1DBADC8-E5B3-9DDB-F294-C14F7AA987B8}"/>
              </a:ext>
            </a:extLst>
          </p:cNvPr>
          <p:cNvSpPr>
            <a:spLocks noGrp="1"/>
          </p:cNvSpPr>
          <p:nvPr>
            <p:ph type="dt" sz="half" idx="12"/>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6" name="Slide Number Placeholder 5">
            <a:extLst>
              <a:ext uri="{FF2B5EF4-FFF2-40B4-BE49-F238E27FC236}">
                <a16:creationId xmlns:a16="http://schemas.microsoft.com/office/drawing/2014/main" id="{4A7DADDA-8448-690C-2CAB-FA7E28471B81}"/>
              </a:ext>
            </a:extLst>
          </p:cNvPr>
          <p:cNvSpPr>
            <a:spLocks noGrp="1"/>
          </p:cNvSpPr>
          <p:nvPr>
            <p:ph type="sldNum" sz="quarter" idx="13"/>
          </p:nvPr>
        </p:nvSpPr>
        <p:spPr>
          <a:xfrm>
            <a:off x="11210716" y="6629400"/>
            <a:ext cx="442001" cy="228600"/>
          </a:xfrm>
          <a:prstGeom prst="rect">
            <a:avLst/>
          </a:prstGeom>
        </p:spPr>
        <p:txBody>
          <a:bodyPr/>
          <a:lstStyle/>
          <a:p>
            <a:fld id="{79D051F2-C7C4-43BD-B552-C78CE0DE4128}" type="slidenum">
              <a:rPr lang="en-US" smtClean="0"/>
              <a:t>‹#›</a:t>
            </a:fld>
            <a:endParaRPr lang="en-US"/>
          </a:p>
        </p:txBody>
      </p:sp>
      <p:sp>
        <p:nvSpPr>
          <p:cNvPr id="13" name="Rectangle 15">
            <a:extLst>
              <a:ext uri="{FF2B5EF4-FFF2-40B4-BE49-F238E27FC236}">
                <a16:creationId xmlns:a16="http://schemas.microsoft.com/office/drawing/2014/main" id="{29767174-7781-C263-3756-CD54301026CD}"/>
              </a:ext>
            </a:extLst>
          </p:cNvPr>
          <p:cNvSpPr>
            <a:spLocks noChangeArrowheads="1"/>
          </p:cNvSpPr>
          <p:nvPr/>
        </p:nvSpPr>
        <p:spPr bwMode="auto">
          <a:xfrm>
            <a:off x="1386840" y="6657945"/>
            <a:ext cx="9418320" cy="200055"/>
          </a:xfrm>
          <a:prstGeom prst="rect">
            <a:avLst/>
          </a:prstGeom>
          <a:noFill/>
          <a:ln w="9525">
            <a:noFill/>
            <a:miter lim="800000"/>
            <a:headEnd/>
            <a:tailEnd/>
          </a:ln>
        </p:spPr>
        <p:txBody>
          <a:bodyPr wrap="square" lIns="0" rIns="0" anchor="b">
            <a:spAutoFit/>
          </a:bodyPr>
          <a:lstStyle/>
          <a:p>
            <a:pPr algn="ctr">
              <a:defRPr/>
            </a:pPr>
            <a:r>
              <a:rPr lang="en-US" sz="700" b="1" dirty="0">
                <a:solidFill>
                  <a:srgbClr val="2DAA27"/>
                </a:solidFill>
                <a:latin typeface="+mn-lt"/>
                <a:cs typeface="Arial Bold" panose="020B0704020202020204" pitchFamily="34" charset="0"/>
              </a:rPr>
              <a:t>UNCLASSIFIED</a:t>
            </a:r>
            <a:endParaRPr lang="en-US" sz="700" b="1" dirty="0">
              <a:solidFill>
                <a:schemeClr val="tx1"/>
              </a:solidFill>
              <a:latin typeface="+mn-lt"/>
              <a:cs typeface="Arial Bold" panose="020B0704020202020204" pitchFamily="34" charset="0"/>
            </a:endParaRPr>
          </a:p>
        </p:txBody>
      </p:sp>
      <p:sp>
        <p:nvSpPr>
          <p:cNvPr id="14" name="Rectangle 13">
            <a:extLst>
              <a:ext uri="{FF2B5EF4-FFF2-40B4-BE49-F238E27FC236}">
                <a16:creationId xmlns:a16="http://schemas.microsoft.com/office/drawing/2014/main" id="{D36F2182-1ACE-5AD5-681B-31F3C2187042}"/>
              </a:ext>
            </a:extLst>
          </p:cNvPr>
          <p:cNvSpPr>
            <a:spLocks noChangeArrowheads="1"/>
          </p:cNvSpPr>
          <p:nvPr/>
        </p:nvSpPr>
        <p:spPr bwMode="auto">
          <a:xfrm>
            <a:off x="1386840" y="0"/>
            <a:ext cx="9418320" cy="200055"/>
          </a:xfrm>
          <a:prstGeom prst="rect">
            <a:avLst/>
          </a:prstGeom>
          <a:noFill/>
          <a:ln w="9525">
            <a:noFill/>
            <a:miter lim="800000"/>
            <a:headEnd/>
            <a:tailEnd/>
          </a:ln>
        </p:spPr>
        <p:txBody>
          <a:bodyPr wrap="square" anchor="t" anchorCtr="0">
            <a:spAutoFit/>
          </a:bodyPr>
          <a:lstStyle/>
          <a:p>
            <a:pPr algn="ctr">
              <a:defRPr/>
            </a:pPr>
            <a:r>
              <a:rPr lang="en-US" sz="700" b="1" dirty="0">
                <a:solidFill>
                  <a:srgbClr val="2DAA27"/>
                </a:solidFill>
                <a:latin typeface="+mn-lt"/>
                <a:cs typeface="Arial Bold" panose="020B0704020202020204" pitchFamily="34" charset="0"/>
              </a:rPr>
              <a:t>UNCLASSIFIED</a:t>
            </a:r>
            <a:endParaRPr lang="en-US" sz="700" b="1" dirty="0">
              <a:solidFill>
                <a:schemeClr val="tx1"/>
              </a:solidFill>
              <a:latin typeface="+mn-lt"/>
              <a:cs typeface="Arial Bold" panose="020B0704020202020204" pitchFamily="34" charset="0"/>
            </a:endParaRPr>
          </a:p>
        </p:txBody>
      </p:sp>
      <p:pic>
        <p:nvPicPr>
          <p:cNvPr id="3" name="Picture 2">
            <a:extLst>
              <a:ext uri="{FF2B5EF4-FFF2-40B4-BE49-F238E27FC236}">
                <a16:creationId xmlns:a16="http://schemas.microsoft.com/office/drawing/2014/main" id="{9A0C2669-2091-19FC-7FA5-E8DD4A44F8CF}"/>
              </a:ext>
            </a:extLst>
          </p:cNvPr>
          <p:cNvPicPr>
            <a:picLocks noChangeAspect="1"/>
          </p:cNvPicPr>
          <p:nvPr/>
        </p:nvPicPr>
        <p:blipFill>
          <a:blip r:embed="rId2"/>
          <a:srcRect/>
          <a:stretch/>
        </p:blipFill>
        <p:spPr>
          <a:xfrm>
            <a:off x="10004616" y="411162"/>
            <a:ext cx="1629707" cy="478023"/>
          </a:xfrm>
          <a:prstGeom prst="rect">
            <a:avLst/>
          </a:prstGeom>
        </p:spPr>
      </p:pic>
    </p:spTree>
    <p:extLst>
      <p:ext uri="{BB962C8B-B14F-4D97-AF65-F5344CB8AC3E}">
        <p14:creationId xmlns:p14="http://schemas.microsoft.com/office/powerpoint/2010/main" val="94392800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ection Header - Image">
    <p:bg>
      <p:bgPr>
        <a:solidFill>
          <a:schemeClr val="tx1"/>
        </a:solidFill>
        <a:effectLst/>
      </p:bgPr>
    </p:bg>
    <p:spTree>
      <p:nvGrpSpPr>
        <p:cNvPr id="1" name=""/>
        <p:cNvGrpSpPr/>
        <p:nvPr/>
      </p:nvGrpSpPr>
      <p:grpSpPr>
        <a:xfrm>
          <a:off x="0" y="0"/>
          <a:ext cx="0" cy="0"/>
          <a:chOff x="0" y="0"/>
          <a:chExt cx="0" cy="0"/>
        </a:xfrm>
      </p:grpSpPr>
      <p:sp>
        <p:nvSpPr>
          <p:cNvPr id="3" name="Picture Placeholder 1">
            <a:extLst>
              <a:ext uri="{FF2B5EF4-FFF2-40B4-BE49-F238E27FC236}">
                <a16:creationId xmlns:a16="http://schemas.microsoft.com/office/drawing/2014/main" id="{D68235BF-5094-B6AD-6429-61352C54DE99}"/>
              </a:ext>
            </a:extLst>
          </p:cNvPr>
          <p:cNvSpPr>
            <a:spLocks noGrp="1"/>
          </p:cNvSpPr>
          <p:nvPr>
            <p:ph type="pic" sz="quarter" idx="10"/>
          </p:nvPr>
        </p:nvSpPr>
        <p:spPr>
          <a:xfrm>
            <a:off x="0" y="228600"/>
            <a:ext cx="12192000" cy="6400800"/>
          </a:xfrm>
          <a:prstGeom prst="rect">
            <a:avLst/>
          </a:prstGeom>
          <a:solidFill>
            <a:srgbClr val="565557"/>
          </a:solidFill>
        </p:spPr>
        <p:txBody>
          <a:bodyPr anchor="ctr" anchorCtr="0"/>
          <a:lstStyle>
            <a:lvl1pPr marL="0" indent="0" algn="ctr">
              <a:buFontTx/>
              <a:buNone/>
              <a:defRPr sz="1000">
                <a:solidFill>
                  <a:srgbClr val="FFFFFF"/>
                </a:solidFill>
              </a:defRPr>
            </a:lvl1pPr>
          </a:lstStyle>
          <a:p>
            <a:r>
              <a:rPr lang="en-US"/>
              <a:t>Click icon to add picture</a:t>
            </a:r>
            <a:endParaRPr lang="en-US" dirty="0"/>
          </a:p>
        </p:txBody>
      </p:sp>
      <p:sp>
        <p:nvSpPr>
          <p:cNvPr id="2" name="Title 2"/>
          <p:cNvSpPr>
            <a:spLocks noGrp="1"/>
          </p:cNvSpPr>
          <p:nvPr>
            <p:ph type="title" hasCustomPrompt="1"/>
          </p:nvPr>
        </p:nvSpPr>
        <p:spPr>
          <a:xfrm>
            <a:off x="548640" y="411481"/>
            <a:ext cx="8231293" cy="1189037"/>
          </a:xfrm>
          <a:prstGeom prst="rect">
            <a:avLst/>
          </a:prstGeom>
        </p:spPr>
        <p:txBody>
          <a:bodyPr anchor="t" anchorCtr="0"/>
          <a:lstStyle>
            <a:lvl1pPr>
              <a:lnSpc>
                <a:spcPct val="80000"/>
              </a:lnSpc>
              <a:defRPr sz="4000" spc="-100" baseline="0">
                <a:solidFill>
                  <a:schemeClr val="tx2"/>
                </a:solidFill>
              </a:defRPr>
            </a:lvl1pPr>
          </a:lstStyle>
          <a:p>
            <a:r>
              <a:rPr lang="en-US"/>
              <a:t>[Section title]</a:t>
            </a:r>
          </a:p>
        </p:txBody>
      </p:sp>
      <p:sp>
        <p:nvSpPr>
          <p:cNvPr id="4" name="Text Placeholder 3">
            <a:extLst>
              <a:ext uri="{FF2B5EF4-FFF2-40B4-BE49-F238E27FC236}">
                <a16:creationId xmlns:a16="http://schemas.microsoft.com/office/drawing/2014/main" id="{CADC6E9F-9E2F-3968-F76A-CD8240DB9C82}"/>
              </a:ext>
            </a:extLst>
          </p:cNvPr>
          <p:cNvSpPr>
            <a:spLocks noGrp="1"/>
          </p:cNvSpPr>
          <p:nvPr>
            <p:ph type="body" sz="quarter" idx="11" hasCustomPrompt="1"/>
          </p:nvPr>
        </p:nvSpPr>
        <p:spPr>
          <a:xfrm>
            <a:off x="548640" y="2148840"/>
            <a:ext cx="6795135" cy="914400"/>
          </a:xfrm>
          <a:prstGeom prst="rect">
            <a:avLst/>
          </a:prstGeom>
        </p:spPr>
        <p:txBody>
          <a:bodyPr/>
          <a:lstStyle>
            <a:lvl1pPr marL="0" indent="0">
              <a:spcBef>
                <a:spcPts val="0"/>
              </a:spcBef>
              <a:buFontTx/>
              <a:buNone/>
              <a:defRPr sz="2800"/>
            </a:lvl1pPr>
            <a:lvl2pPr marL="182880" indent="-182880">
              <a:spcBef>
                <a:spcPts val="1000"/>
              </a:spcBef>
              <a:buFont typeface="Arial" panose="020B0604020202020204" pitchFamily="34" charset="0"/>
              <a:buChar char="▪"/>
              <a:defRPr/>
            </a:lvl2pPr>
            <a:lvl3pPr marL="365760">
              <a:defRPr/>
            </a:lvl3pPr>
            <a:lvl4pPr marL="548640">
              <a:defRPr/>
            </a:lvl4pPr>
            <a:lvl5pPr marL="731520">
              <a:defRPr/>
            </a:lvl5pPr>
            <a:lvl6pPr marL="914400">
              <a:defRPr/>
            </a:lvl6pPr>
            <a:lvl7pPr marL="1097280">
              <a:defRPr/>
            </a:lvl7pPr>
            <a:lvl8pPr marL="1280160">
              <a:defRPr/>
            </a:lvl8pPr>
            <a:lvl9pPr marL="1463040">
              <a:defRPr/>
            </a:lvl9pPr>
          </a:lstStyle>
          <a:p>
            <a:pPr lvl="0"/>
            <a:r>
              <a:rPr lang="en-US"/>
              <a:t>[Optional section subtitle]</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Date Placeholder 4">
            <a:extLst>
              <a:ext uri="{FF2B5EF4-FFF2-40B4-BE49-F238E27FC236}">
                <a16:creationId xmlns:a16="http://schemas.microsoft.com/office/drawing/2014/main" id="{9B2EB74B-4EFA-464C-722C-FBCA5174031B}"/>
              </a:ext>
            </a:extLst>
          </p:cNvPr>
          <p:cNvSpPr>
            <a:spLocks noGrp="1"/>
          </p:cNvSpPr>
          <p:nvPr>
            <p:ph type="dt" sz="half" idx="12"/>
          </p:nvPr>
        </p:nvSpPr>
        <p:spPr>
          <a:xfrm>
            <a:off x="547688" y="6629400"/>
            <a:ext cx="823912" cy="228600"/>
          </a:xfrm>
          <a:prstGeom prst="rect">
            <a:avLst/>
          </a:prstGeom>
        </p:spPr>
        <p:txBody>
          <a:bodyPr/>
          <a:lstStyle>
            <a:lvl1pPr>
              <a:defRPr>
                <a:solidFill>
                  <a:schemeClr val="bg1"/>
                </a:solidFill>
              </a:defRPr>
            </a:lvl1pPr>
          </a:lstStyle>
          <a:p>
            <a:fld id="{971AFA9C-17DA-4726-B9E3-ADECF7729AF7}" type="datetimeFigureOut">
              <a:rPr lang="en-US" smtClean="0"/>
              <a:t>7/21/2026</a:t>
            </a:fld>
            <a:endParaRPr lang="en-US"/>
          </a:p>
        </p:txBody>
      </p:sp>
      <p:sp>
        <p:nvSpPr>
          <p:cNvPr id="6" name="Slide Number Placeholder 5">
            <a:extLst>
              <a:ext uri="{FF2B5EF4-FFF2-40B4-BE49-F238E27FC236}">
                <a16:creationId xmlns:a16="http://schemas.microsoft.com/office/drawing/2014/main" id="{D8C19503-16E7-50C5-8995-F8E0DCB6B626}"/>
              </a:ext>
            </a:extLst>
          </p:cNvPr>
          <p:cNvSpPr>
            <a:spLocks noGrp="1"/>
          </p:cNvSpPr>
          <p:nvPr>
            <p:ph type="sldNum" sz="quarter" idx="13"/>
          </p:nvPr>
        </p:nvSpPr>
        <p:spPr>
          <a:xfrm>
            <a:off x="11210716" y="6629400"/>
            <a:ext cx="442001" cy="228600"/>
          </a:xfrm>
          <a:prstGeom prst="rect">
            <a:avLst/>
          </a:prstGeom>
        </p:spPr>
        <p:txBody>
          <a:bodyPr/>
          <a:lstStyle>
            <a:lvl1pPr>
              <a:defRPr>
                <a:solidFill>
                  <a:schemeClr val="bg1"/>
                </a:solidFill>
              </a:defRPr>
            </a:lvl1pPr>
          </a:lstStyle>
          <a:p>
            <a:fld id="{79D051F2-C7C4-43BD-B552-C78CE0DE4128}" type="slidenum">
              <a:rPr lang="en-US" smtClean="0"/>
              <a:t>‹#›</a:t>
            </a:fld>
            <a:endParaRPr lang="en-US"/>
          </a:p>
        </p:txBody>
      </p:sp>
      <p:pic>
        <p:nvPicPr>
          <p:cNvPr id="7" name="Picture 6">
            <a:extLst>
              <a:ext uri="{FF2B5EF4-FFF2-40B4-BE49-F238E27FC236}">
                <a16:creationId xmlns:a16="http://schemas.microsoft.com/office/drawing/2014/main" id="{B8E613F9-1842-268A-DF27-3F9D76502705}"/>
              </a:ext>
            </a:extLst>
          </p:cNvPr>
          <p:cNvPicPr>
            <a:picLocks noChangeAspect="1"/>
          </p:cNvPicPr>
          <p:nvPr/>
        </p:nvPicPr>
        <p:blipFill>
          <a:blip r:embed="rId2"/>
          <a:srcRect/>
          <a:stretch/>
        </p:blipFill>
        <p:spPr>
          <a:xfrm>
            <a:off x="10004616" y="411162"/>
            <a:ext cx="1629707" cy="478023"/>
          </a:xfrm>
          <a:prstGeom prst="rect">
            <a:avLst/>
          </a:prstGeom>
        </p:spPr>
      </p:pic>
    </p:spTree>
    <p:extLst>
      <p:ext uri="{BB962C8B-B14F-4D97-AF65-F5344CB8AC3E}">
        <p14:creationId xmlns:p14="http://schemas.microsoft.com/office/powerpoint/2010/main" val="135764675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Section Header - White 01">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48640" y="411481"/>
            <a:ext cx="8231293" cy="1189037"/>
          </a:xfrm>
          <a:prstGeom prst="rect">
            <a:avLst/>
          </a:prstGeom>
        </p:spPr>
        <p:txBody>
          <a:bodyPr anchor="t" anchorCtr="0"/>
          <a:lstStyle>
            <a:lvl1pPr>
              <a:lnSpc>
                <a:spcPct val="80000"/>
              </a:lnSpc>
              <a:defRPr sz="4000" spc="-100" baseline="0">
                <a:solidFill>
                  <a:schemeClr val="tx2"/>
                </a:solidFill>
              </a:defRPr>
            </a:lvl1pPr>
          </a:lstStyle>
          <a:p>
            <a:r>
              <a:rPr lang="en-US"/>
              <a:t>[Section title]</a:t>
            </a:r>
          </a:p>
        </p:txBody>
      </p:sp>
      <p:sp>
        <p:nvSpPr>
          <p:cNvPr id="4" name="Text Placeholder 2">
            <a:extLst>
              <a:ext uri="{FF2B5EF4-FFF2-40B4-BE49-F238E27FC236}">
                <a16:creationId xmlns:a16="http://schemas.microsoft.com/office/drawing/2014/main" id="{3EF29EDB-49B7-13CD-321C-E88CD44FB7C6}"/>
              </a:ext>
            </a:extLst>
          </p:cNvPr>
          <p:cNvSpPr>
            <a:spLocks noGrp="1"/>
          </p:cNvSpPr>
          <p:nvPr>
            <p:ph type="body" sz="quarter" idx="11" hasCustomPrompt="1"/>
          </p:nvPr>
        </p:nvSpPr>
        <p:spPr>
          <a:xfrm>
            <a:off x="548640" y="2148840"/>
            <a:ext cx="6795135" cy="4023360"/>
          </a:xfrm>
          <a:prstGeom prst="rect">
            <a:avLst/>
          </a:prstGeom>
        </p:spPr>
        <p:txBody>
          <a:bodyPr/>
          <a:lstStyle>
            <a:lvl1pPr marL="0" indent="0">
              <a:spcBef>
                <a:spcPts val="0"/>
              </a:spcBef>
              <a:buFontTx/>
              <a:buNone/>
              <a:defRPr sz="2800"/>
            </a:lvl1pPr>
            <a:lvl2pPr marL="182880" indent="-182880">
              <a:spcBef>
                <a:spcPts val="1000"/>
              </a:spcBef>
              <a:buFont typeface="Arial" panose="020B0604020202020204" pitchFamily="34" charset="0"/>
              <a:buChar char="▪"/>
              <a:defRPr/>
            </a:lvl2pPr>
            <a:lvl3pPr marL="365760">
              <a:defRPr/>
            </a:lvl3pPr>
            <a:lvl4pPr marL="548640">
              <a:defRPr/>
            </a:lvl4pPr>
            <a:lvl5pPr marL="731520">
              <a:defRPr/>
            </a:lvl5pPr>
            <a:lvl6pPr marL="914400">
              <a:defRPr/>
            </a:lvl6pPr>
            <a:lvl7pPr marL="1097280">
              <a:defRPr/>
            </a:lvl7pPr>
            <a:lvl8pPr marL="1280160">
              <a:defRPr/>
            </a:lvl8pPr>
            <a:lvl9pPr marL="1463040">
              <a:defRPr/>
            </a:lvl9pPr>
          </a:lstStyle>
          <a:p>
            <a:pPr lvl="0"/>
            <a:r>
              <a:rPr lang="en-US"/>
              <a:t>[Optional section subtitle]</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Date Placeholder 4">
            <a:extLst>
              <a:ext uri="{FF2B5EF4-FFF2-40B4-BE49-F238E27FC236}">
                <a16:creationId xmlns:a16="http://schemas.microsoft.com/office/drawing/2014/main" id="{D8CC6170-ECB5-A830-2874-091E36410134}"/>
              </a:ext>
            </a:extLst>
          </p:cNvPr>
          <p:cNvSpPr>
            <a:spLocks noGrp="1"/>
          </p:cNvSpPr>
          <p:nvPr>
            <p:ph type="dt" sz="half" idx="12"/>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6" name="Slide Number Placeholder 5">
            <a:extLst>
              <a:ext uri="{FF2B5EF4-FFF2-40B4-BE49-F238E27FC236}">
                <a16:creationId xmlns:a16="http://schemas.microsoft.com/office/drawing/2014/main" id="{DCB1CE1D-5DB3-7DB4-A801-B688218E7EC6}"/>
              </a:ext>
            </a:extLst>
          </p:cNvPr>
          <p:cNvSpPr>
            <a:spLocks noGrp="1"/>
          </p:cNvSpPr>
          <p:nvPr>
            <p:ph type="sldNum" sz="quarter" idx="13"/>
          </p:nvPr>
        </p:nvSpPr>
        <p:spPr>
          <a:xfrm>
            <a:off x="11210716" y="6629400"/>
            <a:ext cx="442001" cy="228600"/>
          </a:xfrm>
          <a:prstGeom prst="rect">
            <a:avLst/>
          </a:prstGeom>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283863101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Section Header - White 0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48641" y="411480"/>
            <a:ext cx="5365327" cy="914400"/>
          </a:xfrm>
          <a:prstGeom prst="rect">
            <a:avLst/>
          </a:prstGeom>
        </p:spPr>
        <p:txBody>
          <a:bodyPr anchor="t" anchorCtr="0"/>
          <a:lstStyle>
            <a:lvl1pPr>
              <a:lnSpc>
                <a:spcPct val="90000"/>
              </a:lnSpc>
              <a:defRPr sz="2400" spc="0" baseline="0">
                <a:solidFill>
                  <a:schemeClr val="tx1"/>
                </a:solidFill>
              </a:defRPr>
            </a:lvl1pPr>
          </a:lstStyle>
          <a:p>
            <a:r>
              <a:rPr lang="en-US"/>
              <a:t>[Section title]</a:t>
            </a:r>
          </a:p>
        </p:txBody>
      </p:sp>
      <p:sp>
        <p:nvSpPr>
          <p:cNvPr id="4" name="Text Placeholder 2">
            <a:extLst>
              <a:ext uri="{FF2B5EF4-FFF2-40B4-BE49-F238E27FC236}">
                <a16:creationId xmlns:a16="http://schemas.microsoft.com/office/drawing/2014/main" id="{3EF29EDB-49B7-13CD-321C-E88CD44FB7C6}"/>
              </a:ext>
            </a:extLst>
          </p:cNvPr>
          <p:cNvSpPr>
            <a:spLocks noGrp="1"/>
          </p:cNvSpPr>
          <p:nvPr>
            <p:ph type="body" sz="quarter" idx="11" hasCustomPrompt="1"/>
          </p:nvPr>
        </p:nvSpPr>
        <p:spPr>
          <a:xfrm>
            <a:off x="548640" y="1600200"/>
            <a:ext cx="6795135" cy="4572000"/>
          </a:xfrm>
          <a:prstGeom prst="rect">
            <a:avLst/>
          </a:prstGeom>
        </p:spPr>
        <p:txBody>
          <a:bodyPr/>
          <a:lstStyle>
            <a:lvl1pPr marL="0" indent="0">
              <a:lnSpc>
                <a:spcPct val="90000"/>
              </a:lnSpc>
              <a:spcBef>
                <a:spcPts val="0"/>
              </a:spcBef>
              <a:buFontTx/>
              <a:buNone/>
              <a:defRPr sz="3600"/>
            </a:lvl1pPr>
            <a:lvl2pPr marL="182880" indent="-182880">
              <a:spcBef>
                <a:spcPts val="1000"/>
              </a:spcBef>
              <a:buFont typeface="Arial" panose="020B0604020202020204" pitchFamily="34" charset="0"/>
              <a:buChar char="▪"/>
              <a:defRPr/>
            </a:lvl2pPr>
            <a:lvl3pPr marL="365760">
              <a:defRPr/>
            </a:lvl3pPr>
            <a:lvl4pPr marL="548640">
              <a:defRPr/>
            </a:lvl4pPr>
            <a:lvl5pPr marL="731520">
              <a:defRPr/>
            </a:lvl5pPr>
            <a:lvl6pPr marL="914400">
              <a:defRPr/>
            </a:lvl6pPr>
            <a:lvl7pPr marL="1097280">
              <a:defRPr/>
            </a:lvl7pPr>
            <a:lvl8pPr marL="1280160">
              <a:defRPr/>
            </a:lvl8pPr>
            <a:lvl9pPr marL="1463040">
              <a:defRPr/>
            </a:lvl9pPr>
          </a:lstStyle>
          <a:p>
            <a:pPr lvl="0"/>
            <a:r>
              <a:rPr lang="en-US"/>
              <a:t>[Long section description]</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Date Placeholder 4">
            <a:extLst>
              <a:ext uri="{FF2B5EF4-FFF2-40B4-BE49-F238E27FC236}">
                <a16:creationId xmlns:a16="http://schemas.microsoft.com/office/drawing/2014/main" id="{23A978CF-9C5E-3CFC-1FBF-80FF0C14A03A}"/>
              </a:ext>
            </a:extLst>
          </p:cNvPr>
          <p:cNvSpPr>
            <a:spLocks noGrp="1"/>
          </p:cNvSpPr>
          <p:nvPr>
            <p:ph type="dt" sz="half" idx="12"/>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6" name="Slide Number Placeholder 5">
            <a:extLst>
              <a:ext uri="{FF2B5EF4-FFF2-40B4-BE49-F238E27FC236}">
                <a16:creationId xmlns:a16="http://schemas.microsoft.com/office/drawing/2014/main" id="{A2496E61-43C3-4A10-6216-8AA17EF97B83}"/>
              </a:ext>
            </a:extLst>
          </p:cNvPr>
          <p:cNvSpPr>
            <a:spLocks noGrp="1"/>
          </p:cNvSpPr>
          <p:nvPr>
            <p:ph type="sldNum" sz="quarter" idx="13"/>
          </p:nvPr>
        </p:nvSpPr>
        <p:spPr>
          <a:xfrm>
            <a:off x="11210716" y="6629400"/>
            <a:ext cx="442001" cy="228600"/>
          </a:xfrm>
          <a:prstGeom prst="rect">
            <a:avLst/>
          </a:prstGeom>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84587663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Section Header - Half Image">
    <p:bg>
      <p:bgPr>
        <a:solidFill>
          <a:srgbClr val="221F20"/>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48641" y="411481"/>
            <a:ext cx="5365327" cy="1189037"/>
          </a:xfrm>
          <a:prstGeom prst="rect">
            <a:avLst/>
          </a:prstGeom>
        </p:spPr>
        <p:txBody>
          <a:bodyPr anchor="t" anchorCtr="0"/>
          <a:lstStyle>
            <a:lvl1pPr>
              <a:lnSpc>
                <a:spcPct val="80000"/>
              </a:lnSpc>
              <a:defRPr sz="4000" spc="-100" baseline="0">
                <a:solidFill>
                  <a:schemeClr val="tx2"/>
                </a:solidFill>
              </a:defRPr>
            </a:lvl1pPr>
          </a:lstStyle>
          <a:p>
            <a:r>
              <a:rPr lang="en-US"/>
              <a:t>[Section title]</a:t>
            </a:r>
          </a:p>
        </p:txBody>
      </p:sp>
      <p:sp>
        <p:nvSpPr>
          <p:cNvPr id="7" name="Text Placeholder 2">
            <a:extLst>
              <a:ext uri="{FF2B5EF4-FFF2-40B4-BE49-F238E27FC236}">
                <a16:creationId xmlns:a16="http://schemas.microsoft.com/office/drawing/2014/main" id="{FD05FCA9-6234-AA37-16E9-CA72B744A81B}"/>
              </a:ext>
            </a:extLst>
          </p:cNvPr>
          <p:cNvSpPr>
            <a:spLocks noGrp="1"/>
          </p:cNvSpPr>
          <p:nvPr>
            <p:ph type="body" sz="quarter" idx="11" hasCustomPrompt="1"/>
          </p:nvPr>
        </p:nvSpPr>
        <p:spPr>
          <a:xfrm>
            <a:off x="548640" y="2148840"/>
            <a:ext cx="5365325" cy="4023360"/>
          </a:xfrm>
          <a:prstGeom prst="rect">
            <a:avLst/>
          </a:prstGeom>
        </p:spPr>
        <p:txBody>
          <a:bodyPr/>
          <a:lstStyle>
            <a:lvl1pPr marL="0" indent="0">
              <a:spcBef>
                <a:spcPts val="1000"/>
              </a:spcBef>
              <a:buFontTx/>
              <a:buNone/>
              <a:defRPr/>
            </a:lvl1pPr>
            <a:lvl2pPr marL="182880" indent="-182880">
              <a:spcBef>
                <a:spcPts val="1000"/>
              </a:spcBef>
              <a:buFont typeface="Arial" panose="020B0604020202020204" pitchFamily="34" charset="0"/>
              <a:buChar char="▪"/>
              <a:defRPr/>
            </a:lvl2pPr>
            <a:lvl3pPr marL="365760">
              <a:defRPr/>
            </a:lvl3pPr>
            <a:lvl4pPr marL="548640">
              <a:defRPr/>
            </a:lvl4pPr>
            <a:lvl5pPr marL="731520">
              <a:defRPr/>
            </a:lvl5pPr>
            <a:lvl6pPr marL="914400">
              <a:defRPr/>
            </a:lvl6pPr>
            <a:lvl7pPr marL="1097280">
              <a:defRPr/>
            </a:lvl7pPr>
            <a:lvl8pPr marL="1280160">
              <a:defRPr/>
            </a:lvl8pPr>
            <a:lvl9pPr marL="1463040">
              <a:defRPr/>
            </a:lvl9pPr>
          </a:lstStyle>
          <a:p>
            <a:pPr lvl="0"/>
            <a:r>
              <a:rPr lang="en-US"/>
              <a:t>[Optional section description]</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3" name="Date Placeholder 2">
            <a:extLst>
              <a:ext uri="{FF2B5EF4-FFF2-40B4-BE49-F238E27FC236}">
                <a16:creationId xmlns:a16="http://schemas.microsoft.com/office/drawing/2014/main" id="{3F98909E-3F3B-28FF-B01F-B77401FC0BCC}"/>
              </a:ext>
            </a:extLst>
          </p:cNvPr>
          <p:cNvSpPr>
            <a:spLocks noGrp="1"/>
          </p:cNvSpPr>
          <p:nvPr>
            <p:ph type="dt" sz="half" idx="12"/>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4" name="Slide Number Placeholder 3">
            <a:extLst>
              <a:ext uri="{FF2B5EF4-FFF2-40B4-BE49-F238E27FC236}">
                <a16:creationId xmlns:a16="http://schemas.microsoft.com/office/drawing/2014/main" id="{FC4506F2-72D4-8024-72B5-E5E4464D05D0}"/>
              </a:ext>
            </a:extLst>
          </p:cNvPr>
          <p:cNvSpPr>
            <a:spLocks noGrp="1"/>
          </p:cNvSpPr>
          <p:nvPr>
            <p:ph type="sldNum" sz="quarter" idx="13"/>
          </p:nvPr>
        </p:nvSpPr>
        <p:spPr>
          <a:xfrm>
            <a:off x="11210716" y="6629400"/>
            <a:ext cx="442001" cy="228600"/>
          </a:xfrm>
          <a:prstGeom prst="rect">
            <a:avLst/>
          </a:prstGeom>
        </p:spPr>
        <p:txBody>
          <a:bodyPr/>
          <a:lstStyle/>
          <a:p>
            <a:fld id="{79D051F2-C7C4-43BD-B552-C78CE0DE4128}" type="slidenum">
              <a:rPr lang="en-US" smtClean="0"/>
              <a:t>‹#›</a:t>
            </a:fld>
            <a:endParaRPr lang="en-US"/>
          </a:p>
        </p:txBody>
      </p:sp>
      <p:sp>
        <p:nvSpPr>
          <p:cNvPr id="10" name="Picture Placeholder 3">
            <a:extLst>
              <a:ext uri="{FF2B5EF4-FFF2-40B4-BE49-F238E27FC236}">
                <a16:creationId xmlns:a16="http://schemas.microsoft.com/office/drawing/2014/main" id="{6FB94CE1-6713-07D6-4B5A-4A8C98A3721E}"/>
              </a:ext>
            </a:extLst>
          </p:cNvPr>
          <p:cNvSpPr>
            <a:spLocks noGrp="1"/>
          </p:cNvSpPr>
          <p:nvPr>
            <p:ph type="pic" sz="quarter" idx="10"/>
          </p:nvPr>
        </p:nvSpPr>
        <p:spPr>
          <a:xfrm>
            <a:off x="6278037" y="1076324"/>
            <a:ext cx="5365748" cy="5095875"/>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14" name="Rectangle 15">
            <a:extLst>
              <a:ext uri="{FF2B5EF4-FFF2-40B4-BE49-F238E27FC236}">
                <a16:creationId xmlns:a16="http://schemas.microsoft.com/office/drawing/2014/main" id="{F827E20F-449C-FD35-0420-0D0665538DFA}"/>
              </a:ext>
            </a:extLst>
          </p:cNvPr>
          <p:cNvSpPr>
            <a:spLocks noChangeArrowheads="1"/>
          </p:cNvSpPr>
          <p:nvPr/>
        </p:nvSpPr>
        <p:spPr bwMode="auto">
          <a:xfrm>
            <a:off x="1386840" y="6657945"/>
            <a:ext cx="9418320" cy="200055"/>
          </a:xfrm>
          <a:prstGeom prst="rect">
            <a:avLst/>
          </a:prstGeom>
          <a:noFill/>
          <a:ln w="9525">
            <a:noFill/>
            <a:miter lim="800000"/>
            <a:headEnd/>
            <a:tailEnd/>
          </a:ln>
        </p:spPr>
        <p:txBody>
          <a:bodyPr wrap="square" lIns="0" rIns="0" anchor="b">
            <a:spAutoFit/>
          </a:bodyPr>
          <a:lstStyle/>
          <a:p>
            <a:pPr algn="ctr">
              <a:defRPr/>
            </a:pPr>
            <a:r>
              <a:rPr lang="en-US" sz="700" b="1" dirty="0">
                <a:solidFill>
                  <a:srgbClr val="2DAA27"/>
                </a:solidFill>
                <a:latin typeface="+mn-lt"/>
                <a:cs typeface="Arial Bold" panose="020B0704020202020204" pitchFamily="34" charset="0"/>
              </a:rPr>
              <a:t>UNCLASSIFIED</a:t>
            </a:r>
            <a:endParaRPr lang="en-US" sz="700" b="1" dirty="0">
              <a:solidFill>
                <a:schemeClr val="tx1"/>
              </a:solidFill>
              <a:latin typeface="+mn-lt"/>
              <a:cs typeface="Arial Bold" panose="020B0704020202020204" pitchFamily="34" charset="0"/>
            </a:endParaRPr>
          </a:p>
        </p:txBody>
      </p:sp>
      <p:sp>
        <p:nvSpPr>
          <p:cNvPr id="15" name="Rectangle 14">
            <a:extLst>
              <a:ext uri="{FF2B5EF4-FFF2-40B4-BE49-F238E27FC236}">
                <a16:creationId xmlns:a16="http://schemas.microsoft.com/office/drawing/2014/main" id="{9B78D2D4-DCB9-0AD3-0C18-6C6757224CC2}"/>
              </a:ext>
            </a:extLst>
          </p:cNvPr>
          <p:cNvSpPr>
            <a:spLocks noChangeArrowheads="1"/>
          </p:cNvSpPr>
          <p:nvPr/>
        </p:nvSpPr>
        <p:spPr bwMode="auto">
          <a:xfrm>
            <a:off x="1386840" y="0"/>
            <a:ext cx="9418320" cy="200055"/>
          </a:xfrm>
          <a:prstGeom prst="rect">
            <a:avLst/>
          </a:prstGeom>
          <a:noFill/>
          <a:ln w="9525">
            <a:noFill/>
            <a:miter lim="800000"/>
            <a:headEnd/>
            <a:tailEnd/>
          </a:ln>
        </p:spPr>
        <p:txBody>
          <a:bodyPr wrap="square" anchor="t" anchorCtr="0">
            <a:spAutoFit/>
          </a:bodyPr>
          <a:lstStyle/>
          <a:p>
            <a:pPr algn="ctr">
              <a:defRPr/>
            </a:pPr>
            <a:r>
              <a:rPr lang="en-US" sz="700" b="1" dirty="0">
                <a:solidFill>
                  <a:srgbClr val="2DAA27"/>
                </a:solidFill>
                <a:latin typeface="+mn-lt"/>
                <a:cs typeface="Arial Bold" panose="020B0704020202020204" pitchFamily="34" charset="0"/>
              </a:rPr>
              <a:t>UNCLASSIFIED</a:t>
            </a:r>
            <a:endParaRPr lang="en-US" sz="700" b="1" dirty="0">
              <a:solidFill>
                <a:schemeClr val="tx1"/>
              </a:solidFill>
              <a:latin typeface="+mn-lt"/>
              <a:cs typeface="Arial Bold" panose="020B0704020202020204" pitchFamily="34" charset="0"/>
            </a:endParaRPr>
          </a:p>
        </p:txBody>
      </p:sp>
      <p:pic>
        <p:nvPicPr>
          <p:cNvPr id="5" name="Picture 4">
            <a:extLst>
              <a:ext uri="{FF2B5EF4-FFF2-40B4-BE49-F238E27FC236}">
                <a16:creationId xmlns:a16="http://schemas.microsoft.com/office/drawing/2014/main" id="{010600B0-1249-F5D8-D1B7-CC4F0AD64E01}"/>
              </a:ext>
            </a:extLst>
          </p:cNvPr>
          <p:cNvPicPr>
            <a:picLocks noChangeAspect="1"/>
          </p:cNvPicPr>
          <p:nvPr/>
        </p:nvPicPr>
        <p:blipFill>
          <a:blip r:embed="rId2"/>
          <a:srcRect/>
          <a:stretch/>
        </p:blipFill>
        <p:spPr>
          <a:xfrm>
            <a:off x="10004616" y="411162"/>
            <a:ext cx="1629707" cy="478023"/>
          </a:xfrm>
          <a:prstGeom prst="rect">
            <a:avLst/>
          </a:prstGeom>
        </p:spPr>
      </p:pic>
    </p:spTree>
    <p:extLst>
      <p:ext uri="{BB962C8B-B14F-4D97-AF65-F5344CB8AC3E}">
        <p14:creationId xmlns:p14="http://schemas.microsoft.com/office/powerpoint/2010/main" val="246410545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Section Header - Half Image - White">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48641" y="411481"/>
            <a:ext cx="5365327" cy="1189037"/>
          </a:xfrm>
          <a:prstGeom prst="rect">
            <a:avLst/>
          </a:prstGeom>
        </p:spPr>
        <p:txBody>
          <a:bodyPr anchor="t" anchorCtr="0"/>
          <a:lstStyle>
            <a:lvl1pPr>
              <a:lnSpc>
                <a:spcPct val="80000"/>
              </a:lnSpc>
              <a:defRPr sz="4000" spc="-100" baseline="0">
                <a:solidFill>
                  <a:schemeClr val="tx2"/>
                </a:solidFill>
              </a:defRPr>
            </a:lvl1pPr>
          </a:lstStyle>
          <a:p>
            <a:r>
              <a:rPr lang="en-US"/>
              <a:t>[Section title]</a:t>
            </a:r>
          </a:p>
        </p:txBody>
      </p:sp>
      <p:sp>
        <p:nvSpPr>
          <p:cNvPr id="7" name="Text Placeholder 2">
            <a:extLst>
              <a:ext uri="{FF2B5EF4-FFF2-40B4-BE49-F238E27FC236}">
                <a16:creationId xmlns:a16="http://schemas.microsoft.com/office/drawing/2014/main" id="{FD05FCA9-6234-AA37-16E9-CA72B744A81B}"/>
              </a:ext>
            </a:extLst>
          </p:cNvPr>
          <p:cNvSpPr>
            <a:spLocks noGrp="1"/>
          </p:cNvSpPr>
          <p:nvPr>
            <p:ph type="body" sz="quarter" idx="11" hasCustomPrompt="1"/>
          </p:nvPr>
        </p:nvSpPr>
        <p:spPr>
          <a:xfrm>
            <a:off x="548640" y="2148840"/>
            <a:ext cx="5365325" cy="4023360"/>
          </a:xfrm>
          <a:prstGeom prst="rect">
            <a:avLst/>
          </a:prstGeom>
        </p:spPr>
        <p:txBody>
          <a:bodyPr/>
          <a:lstStyle>
            <a:lvl1pPr marL="0" indent="0">
              <a:spcBef>
                <a:spcPts val="1000"/>
              </a:spcBef>
              <a:buFontTx/>
              <a:buNone/>
              <a:defRPr/>
            </a:lvl1pPr>
            <a:lvl2pPr marL="182880" indent="-182880">
              <a:spcBef>
                <a:spcPts val="1000"/>
              </a:spcBef>
              <a:buFont typeface="Arial" panose="020B0604020202020204" pitchFamily="34" charset="0"/>
              <a:buChar char="▪"/>
              <a:defRPr/>
            </a:lvl2pPr>
            <a:lvl3pPr marL="365760">
              <a:defRPr/>
            </a:lvl3pPr>
            <a:lvl4pPr marL="548640">
              <a:defRPr/>
            </a:lvl4pPr>
            <a:lvl5pPr marL="731520">
              <a:defRPr/>
            </a:lvl5pPr>
            <a:lvl6pPr marL="914400">
              <a:defRPr/>
            </a:lvl6pPr>
            <a:lvl7pPr marL="1097280">
              <a:defRPr/>
            </a:lvl7pPr>
            <a:lvl8pPr marL="1280160">
              <a:defRPr/>
            </a:lvl8pPr>
            <a:lvl9pPr marL="1463040">
              <a:defRPr/>
            </a:lvl9pPr>
          </a:lstStyle>
          <a:p>
            <a:pPr lvl="0"/>
            <a:r>
              <a:rPr lang="en-US"/>
              <a:t>[Optional section description]</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Picture Placeholder 3">
            <a:extLst>
              <a:ext uri="{FF2B5EF4-FFF2-40B4-BE49-F238E27FC236}">
                <a16:creationId xmlns:a16="http://schemas.microsoft.com/office/drawing/2014/main" id="{99F1DF14-7FE6-F760-F31F-7EF2AD60D9CA}"/>
              </a:ext>
            </a:extLst>
          </p:cNvPr>
          <p:cNvSpPr>
            <a:spLocks noGrp="1"/>
          </p:cNvSpPr>
          <p:nvPr>
            <p:ph type="pic" sz="quarter" idx="10"/>
          </p:nvPr>
        </p:nvSpPr>
        <p:spPr>
          <a:xfrm>
            <a:off x="6278037" y="1076324"/>
            <a:ext cx="5365748" cy="5095875"/>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3" name="Date Placeholder 2">
            <a:extLst>
              <a:ext uri="{FF2B5EF4-FFF2-40B4-BE49-F238E27FC236}">
                <a16:creationId xmlns:a16="http://schemas.microsoft.com/office/drawing/2014/main" id="{20223B66-3A13-0C9F-B944-AC25D742AF96}"/>
              </a:ext>
            </a:extLst>
          </p:cNvPr>
          <p:cNvSpPr>
            <a:spLocks noGrp="1"/>
          </p:cNvSpPr>
          <p:nvPr>
            <p:ph type="dt" sz="half" idx="12"/>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4" name="Slide Number Placeholder 3">
            <a:extLst>
              <a:ext uri="{FF2B5EF4-FFF2-40B4-BE49-F238E27FC236}">
                <a16:creationId xmlns:a16="http://schemas.microsoft.com/office/drawing/2014/main" id="{131544B9-C835-CF1D-D28F-2122F2789519}"/>
              </a:ext>
            </a:extLst>
          </p:cNvPr>
          <p:cNvSpPr>
            <a:spLocks noGrp="1"/>
          </p:cNvSpPr>
          <p:nvPr>
            <p:ph type="sldNum" sz="quarter" idx="13"/>
          </p:nvPr>
        </p:nvSpPr>
        <p:spPr>
          <a:xfrm>
            <a:off x="11210716" y="6629400"/>
            <a:ext cx="442001" cy="228600"/>
          </a:xfrm>
          <a:prstGeom prst="rect">
            <a:avLst/>
          </a:prstGeom>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133884385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48640" y="411481"/>
            <a:ext cx="8231293" cy="914400"/>
          </a:xfrm>
          <a:prstGeom prst="rect">
            <a:avLst/>
          </a:prstGeom>
        </p:spPr>
        <p:txBody>
          <a:bodyPr/>
          <a:lstStyle/>
          <a:p>
            <a:r>
              <a:rPr lang="en-US"/>
              <a:t>[Slide title]</a:t>
            </a:r>
          </a:p>
        </p:txBody>
      </p:sp>
      <p:sp>
        <p:nvSpPr>
          <p:cNvPr id="4" name="Date Placeholder 3">
            <a:extLst>
              <a:ext uri="{FF2B5EF4-FFF2-40B4-BE49-F238E27FC236}">
                <a16:creationId xmlns:a16="http://schemas.microsoft.com/office/drawing/2014/main" id="{4379C0D1-24E4-F8B5-5008-90B631F4469A}"/>
              </a:ext>
            </a:extLst>
          </p:cNvPr>
          <p:cNvSpPr>
            <a:spLocks noGrp="1"/>
          </p:cNvSpPr>
          <p:nvPr>
            <p:ph type="dt" sz="half" idx="10"/>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5" name="Slide Number Placeholder 4">
            <a:extLst>
              <a:ext uri="{FF2B5EF4-FFF2-40B4-BE49-F238E27FC236}">
                <a16:creationId xmlns:a16="http://schemas.microsoft.com/office/drawing/2014/main" id="{1FD0708B-B177-BDB5-031F-585D18C07E8A}"/>
              </a:ext>
            </a:extLst>
          </p:cNvPr>
          <p:cNvSpPr>
            <a:spLocks noGrp="1"/>
          </p:cNvSpPr>
          <p:nvPr>
            <p:ph type="sldNum" sz="quarter" idx="11"/>
          </p:nvPr>
        </p:nvSpPr>
        <p:spPr>
          <a:xfrm>
            <a:off x="11210716" y="6629400"/>
            <a:ext cx="442001" cy="228600"/>
          </a:xfrm>
          <a:prstGeom prst="rect">
            <a:avLst/>
          </a:prstGeom>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4065142214"/>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Title Only - Black">
    <p:bg>
      <p:bgPr>
        <a:solidFill>
          <a:srgbClr val="221F20"/>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48640" y="411481"/>
            <a:ext cx="8231293" cy="914400"/>
          </a:xfrm>
          <a:prstGeom prst="rect">
            <a:avLst/>
          </a:prstGeom>
        </p:spPr>
        <p:txBody>
          <a:bodyPr/>
          <a:lstStyle/>
          <a:p>
            <a:r>
              <a:rPr lang="en-US"/>
              <a:t>[Slide title]</a:t>
            </a:r>
          </a:p>
        </p:txBody>
      </p:sp>
      <p:sp>
        <p:nvSpPr>
          <p:cNvPr id="4" name="Date Placeholder 3">
            <a:extLst>
              <a:ext uri="{FF2B5EF4-FFF2-40B4-BE49-F238E27FC236}">
                <a16:creationId xmlns:a16="http://schemas.microsoft.com/office/drawing/2014/main" id="{53232747-3E71-8E75-327E-02C587769F40}"/>
              </a:ext>
            </a:extLst>
          </p:cNvPr>
          <p:cNvSpPr>
            <a:spLocks noGrp="1"/>
          </p:cNvSpPr>
          <p:nvPr>
            <p:ph type="dt" sz="half" idx="10"/>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5" name="Slide Number Placeholder 4">
            <a:extLst>
              <a:ext uri="{FF2B5EF4-FFF2-40B4-BE49-F238E27FC236}">
                <a16:creationId xmlns:a16="http://schemas.microsoft.com/office/drawing/2014/main" id="{36282339-D15E-F6F1-894B-9E0056121556}"/>
              </a:ext>
            </a:extLst>
          </p:cNvPr>
          <p:cNvSpPr>
            <a:spLocks noGrp="1"/>
          </p:cNvSpPr>
          <p:nvPr>
            <p:ph type="sldNum" sz="quarter" idx="11"/>
          </p:nvPr>
        </p:nvSpPr>
        <p:spPr>
          <a:xfrm>
            <a:off x="11210716" y="6629400"/>
            <a:ext cx="442001" cy="228600"/>
          </a:xfrm>
          <a:prstGeom prst="rect">
            <a:avLst/>
          </a:prstGeom>
        </p:spPr>
        <p:txBody>
          <a:bodyPr/>
          <a:lstStyle/>
          <a:p>
            <a:fld id="{79D051F2-C7C4-43BD-B552-C78CE0DE4128}" type="slidenum">
              <a:rPr lang="en-US" smtClean="0"/>
              <a:t>‹#›</a:t>
            </a:fld>
            <a:endParaRPr lang="en-US"/>
          </a:p>
        </p:txBody>
      </p:sp>
      <p:sp>
        <p:nvSpPr>
          <p:cNvPr id="12" name="Rectangle 15">
            <a:extLst>
              <a:ext uri="{FF2B5EF4-FFF2-40B4-BE49-F238E27FC236}">
                <a16:creationId xmlns:a16="http://schemas.microsoft.com/office/drawing/2014/main" id="{833783EA-3887-4D75-CFC6-A032432DD7AD}"/>
              </a:ext>
            </a:extLst>
          </p:cNvPr>
          <p:cNvSpPr>
            <a:spLocks noChangeArrowheads="1"/>
          </p:cNvSpPr>
          <p:nvPr/>
        </p:nvSpPr>
        <p:spPr bwMode="auto">
          <a:xfrm>
            <a:off x="1386840" y="6657945"/>
            <a:ext cx="9418320" cy="200055"/>
          </a:xfrm>
          <a:prstGeom prst="rect">
            <a:avLst/>
          </a:prstGeom>
          <a:noFill/>
          <a:ln w="9525">
            <a:noFill/>
            <a:miter lim="800000"/>
            <a:headEnd/>
            <a:tailEnd/>
          </a:ln>
        </p:spPr>
        <p:txBody>
          <a:bodyPr wrap="square" lIns="0" rIns="0" anchor="b">
            <a:spAutoFit/>
          </a:bodyPr>
          <a:lstStyle/>
          <a:p>
            <a:pPr algn="ctr">
              <a:defRPr/>
            </a:pPr>
            <a:r>
              <a:rPr lang="en-US" sz="700" b="1" dirty="0">
                <a:solidFill>
                  <a:srgbClr val="2DAA27"/>
                </a:solidFill>
                <a:latin typeface="+mn-lt"/>
                <a:cs typeface="Arial Bold" panose="020B0704020202020204" pitchFamily="34" charset="0"/>
              </a:rPr>
              <a:t>UNCLASSIFIED</a:t>
            </a:r>
            <a:endParaRPr lang="en-US" sz="700" b="1" dirty="0">
              <a:solidFill>
                <a:schemeClr val="tx1"/>
              </a:solidFill>
              <a:latin typeface="+mn-lt"/>
              <a:cs typeface="Arial Bold" panose="020B0704020202020204" pitchFamily="34" charset="0"/>
            </a:endParaRPr>
          </a:p>
        </p:txBody>
      </p:sp>
      <p:sp>
        <p:nvSpPr>
          <p:cNvPr id="13" name="Rectangle 12">
            <a:extLst>
              <a:ext uri="{FF2B5EF4-FFF2-40B4-BE49-F238E27FC236}">
                <a16:creationId xmlns:a16="http://schemas.microsoft.com/office/drawing/2014/main" id="{AC42907C-64C3-CBB8-169A-BB3EFFC55BCC}"/>
              </a:ext>
            </a:extLst>
          </p:cNvPr>
          <p:cNvSpPr>
            <a:spLocks noChangeArrowheads="1"/>
          </p:cNvSpPr>
          <p:nvPr/>
        </p:nvSpPr>
        <p:spPr bwMode="auto">
          <a:xfrm>
            <a:off x="1386840" y="0"/>
            <a:ext cx="9418320" cy="200055"/>
          </a:xfrm>
          <a:prstGeom prst="rect">
            <a:avLst/>
          </a:prstGeom>
          <a:noFill/>
          <a:ln w="9525">
            <a:noFill/>
            <a:miter lim="800000"/>
            <a:headEnd/>
            <a:tailEnd/>
          </a:ln>
        </p:spPr>
        <p:txBody>
          <a:bodyPr wrap="square" anchor="t" anchorCtr="0">
            <a:spAutoFit/>
          </a:bodyPr>
          <a:lstStyle/>
          <a:p>
            <a:pPr algn="ctr">
              <a:defRPr/>
            </a:pPr>
            <a:r>
              <a:rPr lang="en-US" sz="700" b="1" dirty="0">
                <a:solidFill>
                  <a:srgbClr val="2DAA27"/>
                </a:solidFill>
                <a:latin typeface="+mn-lt"/>
                <a:cs typeface="Arial Bold" panose="020B0704020202020204" pitchFamily="34" charset="0"/>
              </a:rPr>
              <a:t>UNCLASSIFIED</a:t>
            </a:r>
            <a:endParaRPr lang="en-US" sz="700" b="1" dirty="0">
              <a:solidFill>
                <a:schemeClr val="tx1"/>
              </a:solidFill>
              <a:latin typeface="+mn-lt"/>
              <a:cs typeface="Arial Bold" panose="020B0704020202020204" pitchFamily="34" charset="0"/>
            </a:endParaRPr>
          </a:p>
        </p:txBody>
      </p:sp>
      <p:pic>
        <p:nvPicPr>
          <p:cNvPr id="3" name="Picture 2">
            <a:extLst>
              <a:ext uri="{FF2B5EF4-FFF2-40B4-BE49-F238E27FC236}">
                <a16:creationId xmlns:a16="http://schemas.microsoft.com/office/drawing/2014/main" id="{444B3BC7-1721-F04F-32EA-9BA47104C8AA}"/>
              </a:ext>
            </a:extLst>
          </p:cNvPr>
          <p:cNvPicPr>
            <a:picLocks noChangeAspect="1"/>
          </p:cNvPicPr>
          <p:nvPr/>
        </p:nvPicPr>
        <p:blipFill>
          <a:blip r:embed="rId2"/>
          <a:srcRect/>
          <a:stretch/>
        </p:blipFill>
        <p:spPr>
          <a:xfrm>
            <a:off x="10004616" y="411162"/>
            <a:ext cx="1629707" cy="478023"/>
          </a:xfrm>
          <a:prstGeom prst="rect">
            <a:avLst/>
          </a:prstGeom>
        </p:spPr>
      </p:pic>
    </p:spTree>
    <p:extLst>
      <p:ext uri="{BB962C8B-B14F-4D97-AF65-F5344CB8AC3E}">
        <p14:creationId xmlns:p14="http://schemas.microsoft.com/office/powerpoint/2010/main" val="12283531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E663EDA0-A0A8-B169-0C67-503B7AD628A6}"/>
              </a:ext>
            </a:extLst>
          </p:cNvPr>
          <p:cNvSpPr>
            <a:spLocks noGrp="1"/>
          </p:cNvSpPr>
          <p:nvPr>
            <p:ph type="dt" sz="half" idx="10"/>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4" name="Slide Number Placeholder 3">
            <a:extLst>
              <a:ext uri="{FF2B5EF4-FFF2-40B4-BE49-F238E27FC236}">
                <a16:creationId xmlns:a16="http://schemas.microsoft.com/office/drawing/2014/main" id="{8ED91F9A-E3C3-E735-5763-000960145427}"/>
              </a:ext>
            </a:extLst>
          </p:cNvPr>
          <p:cNvSpPr>
            <a:spLocks noGrp="1"/>
          </p:cNvSpPr>
          <p:nvPr>
            <p:ph type="sldNum" sz="quarter" idx="11"/>
          </p:nvPr>
        </p:nvSpPr>
        <p:spPr>
          <a:xfrm>
            <a:off x="11210716" y="6629400"/>
            <a:ext cx="442001" cy="228600"/>
          </a:xfrm>
          <a:prstGeom prst="rect">
            <a:avLst/>
          </a:prstGeom>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4125085601"/>
      </p:ext>
    </p:extLst>
  </p:cSld>
  <p:clrMapOvr>
    <a:masterClrMapping/>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Blank - Black">
    <p:bg>
      <p:bgPr>
        <a:solidFill>
          <a:srgbClr val="221F20"/>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D4D7CC9F-EDC9-A6F7-DA66-4A306089A171}"/>
              </a:ext>
            </a:extLst>
          </p:cNvPr>
          <p:cNvSpPr>
            <a:spLocks noGrp="1"/>
          </p:cNvSpPr>
          <p:nvPr>
            <p:ph type="dt" sz="half" idx="10"/>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4" name="Slide Number Placeholder 3">
            <a:extLst>
              <a:ext uri="{FF2B5EF4-FFF2-40B4-BE49-F238E27FC236}">
                <a16:creationId xmlns:a16="http://schemas.microsoft.com/office/drawing/2014/main" id="{F09D9C3A-06B5-D7B7-AE0A-005090EAD783}"/>
              </a:ext>
            </a:extLst>
          </p:cNvPr>
          <p:cNvSpPr>
            <a:spLocks noGrp="1"/>
          </p:cNvSpPr>
          <p:nvPr>
            <p:ph type="sldNum" sz="quarter" idx="11"/>
          </p:nvPr>
        </p:nvSpPr>
        <p:spPr>
          <a:xfrm>
            <a:off x="11210716" y="6629400"/>
            <a:ext cx="442001" cy="228600"/>
          </a:xfrm>
          <a:prstGeom prst="rect">
            <a:avLst/>
          </a:prstGeom>
        </p:spPr>
        <p:txBody>
          <a:bodyPr/>
          <a:lstStyle/>
          <a:p>
            <a:fld id="{79D051F2-C7C4-43BD-B552-C78CE0DE4128}" type="slidenum">
              <a:rPr lang="en-US" smtClean="0"/>
              <a:t>‹#›</a:t>
            </a:fld>
            <a:endParaRPr lang="en-US"/>
          </a:p>
        </p:txBody>
      </p:sp>
      <p:sp>
        <p:nvSpPr>
          <p:cNvPr id="11" name="Rectangle 15">
            <a:extLst>
              <a:ext uri="{FF2B5EF4-FFF2-40B4-BE49-F238E27FC236}">
                <a16:creationId xmlns:a16="http://schemas.microsoft.com/office/drawing/2014/main" id="{B76758EE-15B3-7721-5E75-E147C8870680}"/>
              </a:ext>
            </a:extLst>
          </p:cNvPr>
          <p:cNvSpPr>
            <a:spLocks noChangeArrowheads="1"/>
          </p:cNvSpPr>
          <p:nvPr/>
        </p:nvSpPr>
        <p:spPr bwMode="auto">
          <a:xfrm>
            <a:off x="1386840" y="6657945"/>
            <a:ext cx="9418320" cy="200055"/>
          </a:xfrm>
          <a:prstGeom prst="rect">
            <a:avLst/>
          </a:prstGeom>
          <a:noFill/>
          <a:ln w="9525">
            <a:noFill/>
            <a:miter lim="800000"/>
            <a:headEnd/>
            <a:tailEnd/>
          </a:ln>
        </p:spPr>
        <p:txBody>
          <a:bodyPr wrap="square" lIns="0" rIns="0" anchor="b">
            <a:spAutoFit/>
          </a:bodyPr>
          <a:lstStyle/>
          <a:p>
            <a:pPr algn="ctr">
              <a:defRPr/>
            </a:pPr>
            <a:r>
              <a:rPr lang="en-US" sz="700" b="1" dirty="0">
                <a:solidFill>
                  <a:srgbClr val="2DAA27"/>
                </a:solidFill>
                <a:latin typeface="+mn-lt"/>
                <a:cs typeface="Arial Bold" panose="020B0704020202020204" pitchFamily="34" charset="0"/>
              </a:rPr>
              <a:t>UNCLASSIFIED</a:t>
            </a:r>
            <a:endParaRPr lang="en-US" sz="700" b="1" dirty="0">
              <a:solidFill>
                <a:schemeClr val="tx1"/>
              </a:solidFill>
              <a:latin typeface="+mn-lt"/>
              <a:cs typeface="Arial Bold" panose="020B0704020202020204" pitchFamily="34" charset="0"/>
            </a:endParaRPr>
          </a:p>
        </p:txBody>
      </p:sp>
      <p:sp>
        <p:nvSpPr>
          <p:cNvPr id="12" name="Rectangle 11">
            <a:extLst>
              <a:ext uri="{FF2B5EF4-FFF2-40B4-BE49-F238E27FC236}">
                <a16:creationId xmlns:a16="http://schemas.microsoft.com/office/drawing/2014/main" id="{7CC5DC3A-1F9F-1C52-8FA1-007E776E4AAA}"/>
              </a:ext>
            </a:extLst>
          </p:cNvPr>
          <p:cNvSpPr>
            <a:spLocks noChangeArrowheads="1"/>
          </p:cNvSpPr>
          <p:nvPr/>
        </p:nvSpPr>
        <p:spPr bwMode="auto">
          <a:xfrm>
            <a:off x="1386840" y="0"/>
            <a:ext cx="9418320" cy="200055"/>
          </a:xfrm>
          <a:prstGeom prst="rect">
            <a:avLst/>
          </a:prstGeom>
          <a:noFill/>
          <a:ln w="9525">
            <a:noFill/>
            <a:miter lim="800000"/>
            <a:headEnd/>
            <a:tailEnd/>
          </a:ln>
        </p:spPr>
        <p:txBody>
          <a:bodyPr wrap="square" anchor="t" anchorCtr="0">
            <a:spAutoFit/>
          </a:bodyPr>
          <a:lstStyle/>
          <a:p>
            <a:pPr algn="ctr">
              <a:defRPr/>
            </a:pPr>
            <a:r>
              <a:rPr lang="en-US" sz="700" b="1" dirty="0">
                <a:solidFill>
                  <a:srgbClr val="2DAA27"/>
                </a:solidFill>
                <a:latin typeface="+mn-lt"/>
                <a:cs typeface="Arial Bold" panose="020B0704020202020204" pitchFamily="34" charset="0"/>
              </a:rPr>
              <a:t>UNCLASSIFIED</a:t>
            </a:r>
            <a:endParaRPr lang="en-US" sz="700" b="1" dirty="0">
              <a:solidFill>
                <a:schemeClr val="tx1"/>
              </a:solidFill>
              <a:latin typeface="+mn-lt"/>
              <a:cs typeface="Arial Bold" panose="020B0704020202020204" pitchFamily="34" charset="0"/>
            </a:endParaRPr>
          </a:p>
        </p:txBody>
      </p:sp>
      <p:pic>
        <p:nvPicPr>
          <p:cNvPr id="2" name="Picture 1">
            <a:extLst>
              <a:ext uri="{FF2B5EF4-FFF2-40B4-BE49-F238E27FC236}">
                <a16:creationId xmlns:a16="http://schemas.microsoft.com/office/drawing/2014/main" id="{69D1ED16-EB0F-ACBF-80D9-A9A76A8D7524}"/>
              </a:ext>
            </a:extLst>
          </p:cNvPr>
          <p:cNvPicPr>
            <a:picLocks noChangeAspect="1"/>
          </p:cNvPicPr>
          <p:nvPr/>
        </p:nvPicPr>
        <p:blipFill>
          <a:blip r:embed="rId2"/>
          <a:srcRect/>
          <a:stretch/>
        </p:blipFill>
        <p:spPr>
          <a:xfrm>
            <a:off x="10004616" y="411162"/>
            <a:ext cx="1629707" cy="478023"/>
          </a:xfrm>
          <a:prstGeom prst="rect">
            <a:avLst/>
          </a:prstGeom>
        </p:spPr>
      </p:pic>
    </p:spTree>
    <p:extLst>
      <p:ext uri="{BB962C8B-B14F-4D97-AF65-F5344CB8AC3E}">
        <p14:creationId xmlns:p14="http://schemas.microsoft.com/office/powerpoint/2010/main" val="280677626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Thank You">
    <p:bg>
      <p:bgPr>
        <a:solidFill>
          <a:srgbClr val="221F20"/>
        </a:solidFill>
        <a:effectLst/>
      </p:bgPr>
    </p:bg>
    <p:spTree>
      <p:nvGrpSpPr>
        <p:cNvPr id="1" name=""/>
        <p:cNvGrpSpPr/>
        <p:nvPr/>
      </p:nvGrpSpPr>
      <p:grpSpPr>
        <a:xfrm>
          <a:off x="0" y="0"/>
          <a:ext cx="0" cy="0"/>
          <a:chOff x="0" y="0"/>
          <a:chExt cx="0" cy="0"/>
        </a:xfrm>
      </p:grpSpPr>
      <p:sp>
        <p:nvSpPr>
          <p:cNvPr id="7" name="TextBox">
            <a:extLst>
              <a:ext uri="{FF2B5EF4-FFF2-40B4-BE49-F238E27FC236}">
                <a16:creationId xmlns:a16="http://schemas.microsoft.com/office/drawing/2014/main" id="{9FBB499C-D22E-E02E-342C-293D573F4036}"/>
              </a:ext>
            </a:extLst>
          </p:cNvPr>
          <p:cNvSpPr txBox="1"/>
          <p:nvPr/>
        </p:nvSpPr>
        <p:spPr>
          <a:xfrm>
            <a:off x="548216" y="2148840"/>
            <a:ext cx="11094720" cy="1371600"/>
          </a:xfrm>
          <a:prstGeom prst="rect">
            <a:avLst/>
          </a:prstGeom>
          <a:noFill/>
        </p:spPr>
        <p:txBody>
          <a:bodyPr wrap="square" lIns="0" tIns="0" rIns="0" bIns="0" rtlCol="0">
            <a:noAutofit/>
          </a:bodyPr>
          <a:lstStyle/>
          <a:p>
            <a:pPr marL="0" indent="0">
              <a:lnSpc>
                <a:spcPct val="90000"/>
              </a:lnSpc>
              <a:spcBef>
                <a:spcPts val="0"/>
              </a:spcBef>
              <a:buSzPct val="100000"/>
              <a:buFontTx/>
              <a:buNone/>
            </a:pPr>
            <a:r>
              <a:rPr lang="en-US" sz="4800" cap="all" baseline="0">
                <a:solidFill>
                  <a:srgbClr val="FFCC01"/>
                </a:solidFill>
              </a:rPr>
              <a:t>THANK YOU.</a:t>
            </a:r>
          </a:p>
        </p:txBody>
      </p:sp>
      <p:sp>
        <p:nvSpPr>
          <p:cNvPr id="5" name="Text Placeholder 1">
            <a:extLst>
              <a:ext uri="{FF2B5EF4-FFF2-40B4-BE49-F238E27FC236}">
                <a16:creationId xmlns:a16="http://schemas.microsoft.com/office/drawing/2014/main" id="{900DDD06-33DA-C48B-4271-22D241C5EC75}"/>
              </a:ext>
            </a:extLst>
          </p:cNvPr>
          <p:cNvSpPr>
            <a:spLocks noGrp="1"/>
          </p:cNvSpPr>
          <p:nvPr>
            <p:ph type="body" sz="quarter" idx="10" hasCustomPrompt="1"/>
          </p:nvPr>
        </p:nvSpPr>
        <p:spPr>
          <a:xfrm>
            <a:off x="548218" y="4819414"/>
            <a:ext cx="5365749" cy="1371599"/>
          </a:xfrm>
          <a:prstGeom prst="rect">
            <a:avLst/>
          </a:prstGeom>
        </p:spPr>
        <p:txBody>
          <a:bodyPr anchor="b" anchorCtr="0"/>
          <a:lstStyle>
            <a:lvl1pPr marL="0" indent="0">
              <a:spcBef>
                <a:spcPts val="0"/>
              </a:spcBef>
              <a:buFontTx/>
              <a:buNone/>
              <a:defRPr sz="1200"/>
            </a:lvl1pPr>
            <a:lvl2pPr marL="0" indent="0">
              <a:spcBef>
                <a:spcPts val="0"/>
              </a:spcBef>
              <a:buFontTx/>
              <a:buNone/>
              <a:defRPr sz="1200"/>
            </a:lvl2pPr>
            <a:lvl3pPr marL="0" indent="0">
              <a:spcBef>
                <a:spcPts val="0"/>
              </a:spcBef>
              <a:buFontTx/>
              <a:buNone/>
              <a:defRPr sz="1200"/>
            </a:lvl3pPr>
            <a:lvl4pPr marL="0" indent="0">
              <a:spcBef>
                <a:spcPts val="0"/>
              </a:spcBef>
              <a:buFontTx/>
              <a:buNone/>
              <a:defRPr sz="1200"/>
            </a:lvl4pPr>
            <a:lvl5pPr marL="0" indent="0">
              <a:spcBef>
                <a:spcPts val="0"/>
              </a:spcBef>
              <a:buFontTx/>
              <a:buNone/>
              <a:defRPr sz="1200"/>
            </a:lvl5pPr>
            <a:lvl6pPr marL="0" indent="0">
              <a:spcBef>
                <a:spcPts val="0"/>
              </a:spcBef>
              <a:buFontTx/>
              <a:buNone/>
              <a:defRPr sz="1200"/>
            </a:lvl6pPr>
            <a:lvl7pPr marL="0" indent="0">
              <a:spcBef>
                <a:spcPts val="0"/>
              </a:spcBef>
              <a:buFontTx/>
              <a:buNone/>
              <a:defRPr sz="1200"/>
            </a:lvl7pPr>
            <a:lvl8pPr marL="0" indent="0">
              <a:spcBef>
                <a:spcPts val="0"/>
              </a:spcBef>
              <a:buFontTx/>
              <a:buNone/>
              <a:defRPr sz="1200"/>
            </a:lvl8pPr>
            <a:lvl9pPr marL="0" indent="0">
              <a:spcBef>
                <a:spcPts val="0"/>
              </a:spcBef>
              <a:buFontTx/>
              <a:buNone/>
              <a:defRPr sz="1200"/>
            </a:lvl9pPr>
          </a:lstStyle>
          <a:p>
            <a:pPr lvl="0"/>
            <a:r>
              <a:rPr lang="en-US"/>
              <a:t>[Optional contact information]</a:t>
            </a:r>
          </a:p>
        </p:txBody>
      </p:sp>
      <p:sp>
        <p:nvSpPr>
          <p:cNvPr id="2" name="Date Placeholder 1">
            <a:extLst>
              <a:ext uri="{FF2B5EF4-FFF2-40B4-BE49-F238E27FC236}">
                <a16:creationId xmlns:a16="http://schemas.microsoft.com/office/drawing/2014/main" id="{8D632A57-06FC-652E-6EE4-1F70D322E5B3}"/>
              </a:ext>
            </a:extLst>
          </p:cNvPr>
          <p:cNvSpPr>
            <a:spLocks noGrp="1"/>
          </p:cNvSpPr>
          <p:nvPr>
            <p:ph type="dt" sz="half" idx="11"/>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4" name="Slide Number Placeholder 3">
            <a:extLst>
              <a:ext uri="{FF2B5EF4-FFF2-40B4-BE49-F238E27FC236}">
                <a16:creationId xmlns:a16="http://schemas.microsoft.com/office/drawing/2014/main" id="{69E1E829-FABB-578E-0154-2C87BBF4E6A0}"/>
              </a:ext>
            </a:extLst>
          </p:cNvPr>
          <p:cNvSpPr>
            <a:spLocks noGrp="1"/>
          </p:cNvSpPr>
          <p:nvPr>
            <p:ph type="sldNum" sz="quarter" idx="12"/>
          </p:nvPr>
        </p:nvSpPr>
        <p:spPr>
          <a:xfrm>
            <a:off x="11210716" y="6629400"/>
            <a:ext cx="442001" cy="228600"/>
          </a:xfrm>
          <a:prstGeom prst="rect">
            <a:avLst/>
          </a:prstGeom>
        </p:spPr>
        <p:txBody>
          <a:bodyPr/>
          <a:lstStyle/>
          <a:p>
            <a:fld id="{79D051F2-C7C4-43BD-B552-C78CE0DE4128}" type="slidenum">
              <a:rPr lang="en-US" smtClean="0"/>
              <a:t>‹#›</a:t>
            </a:fld>
            <a:endParaRPr lang="en-US"/>
          </a:p>
        </p:txBody>
      </p:sp>
      <p:pic>
        <p:nvPicPr>
          <p:cNvPr id="6" name="Picture 5">
            <a:extLst>
              <a:ext uri="{FF2B5EF4-FFF2-40B4-BE49-F238E27FC236}">
                <a16:creationId xmlns:a16="http://schemas.microsoft.com/office/drawing/2014/main" id="{B3490B06-8AF4-4B9B-7F1E-C2E93EEF2F63}"/>
              </a:ext>
            </a:extLst>
          </p:cNvPr>
          <p:cNvPicPr>
            <a:picLocks noChangeAspect="1"/>
          </p:cNvPicPr>
          <p:nvPr/>
        </p:nvPicPr>
        <p:blipFill>
          <a:blip r:embed="rId2"/>
          <a:srcRect/>
          <a:stretch/>
        </p:blipFill>
        <p:spPr>
          <a:xfrm>
            <a:off x="10004616" y="411162"/>
            <a:ext cx="1629707" cy="478023"/>
          </a:xfrm>
          <a:prstGeom prst="rect">
            <a:avLst/>
          </a:prstGeom>
        </p:spPr>
      </p:pic>
    </p:spTree>
    <p:extLst>
      <p:ext uri="{BB962C8B-B14F-4D97-AF65-F5344CB8AC3E}">
        <p14:creationId xmlns:p14="http://schemas.microsoft.com/office/powerpoint/2010/main" val="755770750"/>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Logo">
    <p:bg>
      <p:bgPr>
        <a:solidFill>
          <a:srgbClr val="221F20"/>
        </a:solidFill>
        <a:effectLst/>
      </p:bgPr>
    </p:bg>
    <p:spTree>
      <p:nvGrpSpPr>
        <p:cNvPr id="1" name=""/>
        <p:cNvGrpSpPr/>
        <p:nvPr/>
      </p:nvGrpSpPr>
      <p:grpSpPr>
        <a:xfrm>
          <a:off x="0" y="0"/>
          <a:ext cx="0" cy="0"/>
          <a:chOff x="0" y="0"/>
          <a:chExt cx="0" cy="0"/>
        </a:xfrm>
      </p:grpSpPr>
      <p:pic>
        <p:nvPicPr>
          <p:cNvPr id="2" name="U.S. Army" descr="U.S. Army">
            <a:extLst>
              <a:ext uri="{FF2B5EF4-FFF2-40B4-BE49-F238E27FC236}">
                <a16:creationId xmlns:a16="http://schemas.microsoft.com/office/drawing/2014/main" id="{0B06A788-76BC-690C-D43E-FC2BDE0FB202}"/>
              </a:ext>
            </a:extLst>
          </p:cNvPr>
          <p:cNvPicPr>
            <a:picLocks noChangeAspect="1"/>
          </p:cNvPicPr>
          <p:nvPr/>
        </p:nvPicPr>
        <p:blipFill>
          <a:blip r:embed="rId2"/>
          <a:stretch>
            <a:fillRect/>
          </a:stretch>
        </p:blipFill>
        <p:spPr bwMode="black">
          <a:xfrm>
            <a:off x="2827020" y="2194560"/>
            <a:ext cx="6537960" cy="2468880"/>
          </a:xfrm>
          <a:prstGeom prst="rect">
            <a:avLst/>
          </a:prstGeom>
        </p:spPr>
      </p:pic>
    </p:spTree>
    <p:extLst>
      <p:ext uri="{BB962C8B-B14F-4D97-AF65-F5344CB8AC3E}">
        <p14:creationId xmlns:p14="http://schemas.microsoft.com/office/powerpoint/2010/main" val="53405031"/>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9A25F-48AD-B7A3-3D9B-3DC3D785A85D}"/>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312A15-0410-A7CA-A9D8-43BD6886A5E6}"/>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F8027A1-7EB5-0678-EB0F-650BD7B194F1}"/>
              </a:ext>
            </a:extLst>
          </p:cNvPr>
          <p:cNvSpPr>
            <a:spLocks noGrp="1"/>
          </p:cNvSpPr>
          <p:nvPr>
            <p:ph type="dt" sz="half" idx="10"/>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5" name="Footer Placeholder 4">
            <a:extLst>
              <a:ext uri="{FF2B5EF4-FFF2-40B4-BE49-F238E27FC236}">
                <a16:creationId xmlns:a16="http://schemas.microsoft.com/office/drawing/2014/main" id="{30BCD30D-C707-EB24-E631-D0451E6B5FA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8F5385-DE6D-8457-5ACD-902B1E9353D0}"/>
              </a:ext>
            </a:extLst>
          </p:cNvPr>
          <p:cNvSpPr>
            <a:spLocks noGrp="1"/>
          </p:cNvSpPr>
          <p:nvPr>
            <p:ph type="sldNum" sz="quarter" idx="12"/>
          </p:nvPr>
        </p:nvSpPr>
        <p:spPr>
          <a:xfrm>
            <a:off x="11210716" y="6629400"/>
            <a:ext cx="442001" cy="228600"/>
          </a:xfrm>
          <a:prstGeom prst="rect">
            <a:avLst/>
          </a:prstGeom>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318288788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D7D6D-A7B7-74EA-6F74-BAC982964024}"/>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238D3C-1A6F-289C-01D0-FC0269EF3E56}"/>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496C649-11FB-438A-AD59-9806225D32F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DB33B82-9CC4-ADC8-65F7-7702DD6C0DA7}"/>
              </a:ext>
            </a:extLst>
          </p:cNvPr>
          <p:cNvSpPr>
            <a:spLocks noGrp="1"/>
          </p:cNvSpPr>
          <p:nvPr>
            <p:ph type="dt" sz="half" idx="10"/>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6" name="Footer Placeholder 5">
            <a:extLst>
              <a:ext uri="{FF2B5EF4-FFF2-40B4-BE49-F238E27FC236}">
                <a16:creationId xmlns:a16="http://schemas.microsoft.com/office/drawing/2014/main" id="{5D491D42-AB19-DC33-0C4F-15A205A2A0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055D150-C001-8E81-3EC1-3DDA1A934637}"/>
              </a:ext>
            </a:extLst>
          </p:cNvPr>
          <p:cNvSpPr>
            <a:spLocks noGrp="1"/>
          </p:cNvSpPr>
          <p:nvPr>
            <p:ph type="sldNum" sz="quarter" idx="12"/>
          </p:nvPr>
        </p:nvSpPr>
        <p:spPr>
          <a:xfrm>
            <a:off x="11210716" y="6629400"/>
            <a:ext cx="442001" cy="228600"/>
          </a:xfrm>
          <a:prstGeom prst="rect">
            <a:avLst/>
          </a:prstGeom>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291717601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E6D627-4126-76BB-49CC-802CFFF6F9F1}"/>
              </a:ext>
            </a:extLst>
          </p:cNvPr>
          <p:cNvSpPr>
            <a:spLocks noGrp="1"/>
          </p:cNvSpPr>
          <p:nvPr>
            <p:ph type="title"/>
          </p:nvPr>
        </p:nvSpPr>
        <p:spPr>
          <a:xfrm>
            <a:off x="548640" y="411481"/>
            <a:ext cx="8231293" cy="914400"/>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A6F3C272-A5FE-0B53-A485-80572D12E1FF}"/>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E64E39B-8710-B75C-19D6-9A82A326FA91}"/>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3456664-2E10-493D-CCC1-B9E27A5EB2F2}"/>
              </a:ext>
            </a:extLst>
          </p:cNvPr>
          <p:cNvSpPr>
            <a:spLocks noGrp="1"/>
          </p:cNvSpPr>
          <p:nvPr>
            <p:ph type="dt" sz="half" idx="10"/>
          </p:nvPr>
        </p:nvSpPr>
        <p:spPr>
          <a:xfrm>
            <a:off x="547688" y="6629400"/>
            <a:ext cx="823912" cy="228600"/>
          </a:xfrm>
          <a:prstGeom prst="rect">
            <a:avLst/>
          </a:prstGeom>
        </p:spPr>
        <p:txBody>
          <a:bodyPr/>
          <a:lstStyle/>
          <a:p>
            <a:fld id="{971AFA9C-17DA-4726-B9E3-ADECF7729AF7}" type="datetimeFigureOut">
              <a:rPr lang="en-US" smtClean="0"/>
              <a:t>7/21/2026</a:t>
            </a:fld>
            <a:endParaRPr lang="en-US"/>
          </a:p>
        </p:txBody>
      </p:sp>
      <p:sp>
        <p:nvSpPr>
          <p:cNvPr id="6" name="Footer Placeholder 5">
            <a:extLst>
              <a:ext uri="{FF2B5EF4-FFF2-40B4-BE49-F238E27FC236}">
                <a16:creationId xmlns:a16="http://schemas.microsoft.com/office/drawing/2014/main" id="{E4127F7E-8CC3-D827-3CEB-A0E08CA083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582C5AF-AA21-6708-D407-33B6906041B8}"/>
              </a:ext>
            </a:extLst>
          </p:cNvPr>
          <p:cNvSpPr>
            <a:spLocks noGrp="1"/>
          </p:cNvSpPr>
          <p:nvPr>
            <p:ph type="sldNum" sz="quarter" idx="12"/>
          </p:nvPr>
        </p:nvSpPr>
        <p:spPr>
          <a:xfrm>
            <a:off x="11210716" y="6629400"/>
            <a:ext cx="442001" cy="228600"/>
          </a:xfrm>
          <a:prstGeom prst="rect">
            <a:avLst/>
          </a:prstGeom>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61977117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p:cSld name="Title Slide">
    <p:bg>
      <p:bgPr>
        <a:solidFill>
          <a:srgbClr val="221F20"/>
        </a:solidFill>
        <a:effectLst/>
      </p:bgPr>
    </p:bg>
    <p:spTree>
      <p:nvGrpSpPr>
        <p:cNvPr id="1" name=""/>
        <p:cNvGrpSpPr/>
        <p:nvPr/>
      </p:nvGrpSpPr>
      <p:grpSpPr>
        <a:xfrm>
          <a:off x="0" y="0"/>
          <a:ext cx="0" cy="0"/>
          <a:chOff x="0" y="0"/>
          <a:chExt cx="0" cy="0"/>
        </a:xfrm>
      </p:grpSpPr>
      <p:sp>
        <p:nvSpPr>
          <p:cNvPr id="20" name="Date Placeholder 19">
            <a:extLst>
              <a:ext uri="{FF2B5EF4-FFF2-40B4-BE49-F238E27FC236}">
                <a16:creationId xmlns:a16="http://schemas.microsoft.com/office/drawing/2014/main" id="{39F9F092-1A2E-3BC5-0D99-EE4B132543F8}"/>
              </a:ext>
            </a:extLst>
          </p:cNvPr>
          <p:cNvSpPr>
            <a:spLocks noGrp="1"/>
          </p:cNvSpPr>
          <p:nvPr>
            <p:ph type="dt" sz="half" idx="49"/>
          </p:nvPr>
        </p:nvSpPr>
        <p:spPr/>
        <p:txBody>
          <a:bodyPr/>
          <a:lstStyle/>
          <a:p>
            <a:fld id="{971AFA9C-17DA-4726-B9E3-ADECF7729AF7}" type="datetimeFigureOut">
              <a:rPr lang="en-US" smtClean="0"/>
              <a:t>7/21/2026</a:t>
            </a:fld>
            <a:endParaRPr lang="en-US"/>
          </a:p>
        </p:txBody>
      </p:sp>
      <p:sp>
        <p:nvSpPr>
          <p:cNvPr id="21" name="Slide Number Placeholder 20">
            <a:extLst>
              <a:ext uri="{FF2B5EF4-FFF2-40B4-BE49-F238E27FC236}">
                <a16:creationId xmlns:a16="http://schemas.microsoft.com/office/drawing/2014/main" id="{4D3DAC6A-DFDF-B313-4DB4-FA56B489F422}"/>
              </a:ext>
            </a:extLst>
          </p:cNvPr>
          <p:cNvSpPr>
            <a:spLocks noGrp="1"/>
          </p:cNvSpPr>
          <p:nvPr>
            <p:ph type="sldNum" sz="quarter" idx="50"/>
          </p:nvPr>
        </p:nvSpPr>
        <p:spPr/>
        <p:txBody>
          <a:bodyPr/>
          <a:lstStyle/>
          <a:p>
            <a:fld id="{79D051F2-C7C4-43BD-B552-C78CE0DE4128}" type="slidenum">
              <a:rPr lang="en-US" smtClean="0"/>
              <a:t>‹#›</a:t>
            </a:fld>
            <a:endParaRPr lang="en-US"/>
          </a:p>
        </p:txBody>
      </p:sp>
      <p:sp>
        <p:nvSpPr>
          <p:cNvPr id="13" name="Text Placeholder 30">
            <a:extLst>
              <a:ext uri="{FF2B5EF4-FFF2-40B4-BE49-F238E27FC236}">
                <a16:creationId xmlns:a16="http://schemas.microsoft.com/office/drawing/2014/main" id="{FC933DC4-3663-15AC-8A64-D7573EE2EC9F}"/>
              </a:ext>
            </a:extLst>
          </p:cNvPr>
          <p:cNvSpPr>
            <a:spLocks noGrp="1"/>
          </p:cNvSpPr>
          <p:nvPr>
            <p:ph type="body" sz="quarter" idx="39" hasCustomPrompt="1"/>
          </p:nvPr>
        </p:nvSpPr>
        <p:spPr>
          <a:xfrm>
            <a:off x="547688" y="5133530"/>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Controlled by: </a:t>
            </a:r>
          </a:p>
        </p:txBody>
      </p:sp>
      <p:sp>
        <p:nvSpPr>
          <p:cNvPr id="22" name="Text Placeholder 30">
            <a:extLst>
              <a:ext uri="{FF2B5EF4-FFF2-40B4-BE49-F238E27FC236}">
                <a16:creationId xmlns:a16="http://schemas.microsoft.com/office/drawing/2014/main" id="{1FE393D1-D968-8D71-45F7-5B4A7CEF5CF9}"/>
              </a:ext>
            </a:extLst>
          </p:cNvPr>
          <p:cNvSpPr>
            <a:spLocks noGrp="1"/>
          </p:cNvSpPr>
          <p:nvPr>
            <p:ph type="body" sz="quarter" idx="40" hasCustomPrompt="1"/>
          </p:nvPr>
        </p:nvSpPr>
        <p:spPr>
          <a:xfrm>
            <a:off x="547688" y="4952738"/>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Controlled by: </a:t>
            </a:r>
          </a:p>
        </p:txBody>
      </p:sp>
      <p:sp>
        <p:nvSpPr>
          <p:cNvPr id="23" name="Text Placeholder 30">
            <a:extLst>
              <a:ext uri="{FF2B5EF4-FFF2-40B4-BE49-F238E27FC236}">
                <a16:creationId xmlns:a16="http://schemas.microsoft.com/office/drawing/2014/main" id="{DF69BC8A-AD59-63A3-64A2-27F7496859F1}"/>
              </a:ext>
            </a:extLst>
          </p:cNvPr>
          <p:cNvSpPr>
            <a:spLocks noGrp="1"/>
          </p:cNvSpPr>
          <p:nvPr>
            <p:ph type="body" sz="quarter" idx="41" hasCustomPrompt="1"/>
          </p:nvPr>
        </p:nvSpPr>
        <p:spPr>
          <a:xfrm>
            <a:off x="547688" y="5314322"/>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CUI Category: </a:t>
            </a:r>
          </a:p>
        </p:txBody>
      </p:sp>
      <p:sp>
        <p:nvSpPr>
          <p:cNvPr id="24" name="Text Placeholder 30">
            <a:extLst>
              <a:ext uri="{FF2B5EF4-FFF2-40B4-BE49-F238E27FC236}">
                <a16:creationId xmlns:a16="http://schemas.microsoft.com/office/drawing/2014/main" id="{EDE4793B-EE3D-A719-6990-5D9F67CBAF13}"/>
              </a:ext>
            </a:extLst>
          </p:cNvPr>
          <p:cNvSpPr>
            <a:spLocks noGrp="1"/>
          </p:cNvSpPr>
          <p:nvPr>
            <p:ph type="body" sz="quarter" idx="42" hasCustomPrompt="1"/>
          </p:nvPr>
        </p:nvSpPr>
        <p:spPr>
          <a:xfrm>
            <a:off x="547688" y="5495114"/>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Distribution Statement: </a:t>
            </a:r>
          </a:p>
        </p:txBody>
      </p:sp>
      <p:sp>
        <p:nvSpPr>
          <p:cNvPr id="25" name="Text Placeholder 30">
            <a:extLst>
              <a:ext uri="{FF2B5EF4-FFF2-40B4-BE49-F238E27FC236}">
                <a16:creationId xmlns:a16="http://schemas.microsoft.com/office/drawing/2014/main" id="{A24EE18E-6DA7-CB84-1F21-8DF1C7482384}"/>
              </a:ext>
            </a:extLst>
          </p:cNvPr>
          <p:cNvSpPr>
            <a:spLocks noGrp="1"/>
          </p:cNvSpPr>
          <p:nvPr>
            <p:ph type="body" sz="quarter" idx="43" hasCustomPrompt="1"/>
          </p:nvPr>
        </p:nvSpPr>
        <p:spPr>
          <a:xfrm>
            <a:off x="547688" y="5675906"/>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POC: </a:t>
            </a:r>
          </a:p>
        </p:txBody>
      </p:sp>
      <p:sp>
        <p:nvSpPr>
          <p:cNvPr id="26" name="Text Placeholder 30">
            <a:extLst>
              <a:ext uri="{FF2B5EF4-FFF2-40B4-BE49-F238E27FC236}">
                <a16:creationId xmlns:a16="http://schemas.microsoft.com/office/drawing/2014/main" id="{AAEE65B4-7FC0-51E0-61A9-DA039122F268}"/>
              </a:ext>
            </a:extLst>
          </p:cNvPr>
          <p:cNvSpPr>
            <a:spLocks noGrp="1"/>
          </p:cNvSpPr>
          <p:nvPr>
            <p:ph type="body" sz="quarter" idx="44"/>
          </p:nvPr>
        </p:nvSpPr>
        <p:spPr>
          <a:xfrm>
            <a:off x="1981200" y="5133530"/>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27" name="Text Placeholder 30">
            <a:extLst>
              <a:ext uri="{FF2B5EF4-FFF2-40B4-BE49-F238E27FC236}">
                <a16:creationId xmlns:a16="http://schemas.microsoft.com/office/drawing/2014/main" id="{6483CD3B-2F61-38F8-2851-B10539781BDC}"/>
              </a:ext>
            </a:extLst>
          </p:cNvPr>
          <p:cNvSpPr>
            <a:spLocks noGrp="1"/>
          </p:cNvSpPr>
          <p:nvPr>
            <p:ph type="body" sz="quarter" idx="45"/>
          </p:nvPr>
        </p:nvSpPr>
        <p:spPr>
          <a:xfrm>
            <a:off x="1981200" y="4952738"/>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28" name="Text Placeholder 30">
            <a:extLst>
              <a:ext uri="{FF2B5EF4-FFF2-40B4-BE49-F238E27FC236}">
                <a16:creationId xmlns:a16="http://schemas.microsoft.com/office/drawing/2014/main" id="{F72C11EB-F1A8-B896-9775-C7ADA2F83259}"/>
              </a:ext>
            </a:extLst>
          </p:cNvPr>
          <p:cNvSpPr>
            <a:spLocks noGrp="1"/>
          </p:cNvSpPr>
          <p:nvPr>
            <p:ph type="body" sz="quarter" idx="46"/>
          </p:nvPr>
        </p:nvSpPr>
        <p:spPr>
          <a:xfrm>
            <a:off x="1981200" y="5314322"/>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29" name="Text Placeholder 30">
            <a:extLst>
              <a:ext uri="{FF2B5EF4-FFF2-40B4-BE49-F238E27FC236}">
                <a16:creationId xmlns:a16="http://schemas.microsoft.com/office/drawing/2014/main" id="{4BF91907-2C5A-9E08-110C-64B850CA6482}"/>
              </a:ext>
            </a:extLst>
          </p:cNvPr>
          <p:cNvSpPr>
            <a:spLocks noGrp="1"/>
          </p:cNvSpPr>
          <p:nvPr>
            <p:ph type="body" sz="quarter" idx="47"/>
          </p:nvPr>
        </p:nvSpPr>
        <p:spPr>
          <a:xfrm>
            <a:off x="1981200" y="5495114"/>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30" name="Text Placeholder 30">
            <a:extLst>
              <a:ext uri="{FF2B5EF4-FFF2-40B4-BE49-F238E27FC236}">
                <a16:creationId xmlns:a16="http://schemas.microsoft.com/office/drawing/2014/main" id="{0F5C0BB3-E700-E0BE-1E5D-F32BFF0DB730}"/>
              </a:ext>
            </a:extLst>
          </p:cNvPr>
          <p:cNvSpPr>
            <a:spLocks noGrp="1"/>
          </p:cNvSpPr>
          <p:nvPr>
            <p:ph type="body" sz="quarter" idx="48"/>
          </p:nvPr>
        </p:nvSpPr>
        <p:spPr>
          <a:xfrm>
            <a:off x="1981200" y="5675906"/>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pic>
        <p:nvPicPr>
          <p:cNvPr id="5" name="U.S. Army" descr="U.S. Army">
            <a:extLst>
              <a:ext uri="{FF2B5EF4-FFF2-40B4-BE49-F238E27FC236}">
                <a16:creationId xmlns:a16="http://schemas.microsoft.com/office/drawing/2014/main" id="{8765D769-2E19-A1D0-70F0-660B5118F32F}"/>
              </a:ext>
            </a:extLst>
          </p:cNvPr>
          <p:cNvPicPr>
            <a:picLocks noChangeAspect="1"/>
          </p:cNvPicPr>
          <p:nvPr/>
        </p:nvPicPr>
        <p:blipFill>
          <a:blip r:embed="rId2"/>
          <a:stretch>
            <a:fillRect/>
          </a:stretch>
        </p:blipFill>
        <p:spPr bwMode="black">
          <a:xfrm>
            <a:off x="244899" y="112631"/>
            <a:ext cx="3246120" cy="1225808"/>
          </a:xfrm>
          <a:prstGeom prst="rect">
            <a:avLst/>
          </a:prstGeom>
        </p:spPr>
      </p:pic>
      <p:pic>
        <p:nvPicPr>
          <p:cNvPr id="7" name="Picture 6">
            <a:extLst>
              <a:ext uri="{FF2B5EF4-FFF2-40B4-BE49-F238E27FC236}">
                <a16:creationId xmlns:a16="http://schemas.microsoft.com/office/drawing/2014/main" id="{4367708F-A6ED-2C67-AAB2-F57AAA10F9A2}"/>
              </a:ext>
            </a:extLst>
          </p:cNvPr>
          <p:cNvPicPr>
            <a:picLocks noChangeAspect="1"/>
          </p:cNvPicPr>
          <p:nvPr/>
        </p:nvPicPr>
        <p:blipFill>
          <a:blip r:embed="rId3"/>
          <a:srcRect/>
          <a:stretch/>
        </p:blipFill>
        <p:spPr>
          <a:xfrm>
            <a:off x="10004616" y="411162"/>
            <a:ext cx="1629707" cy="478023"/>
          </a:xfrm>
          <a:prstGeom prst="rect">
            <a:avLst/>
          </a:prstGeom>
        </p:spPr>
      </p:pic>
      <p:grpSp>
        <p:nvGrpSpPr>
          <p:cNvPr id="4" name="Group">
            <a:extLst>
              <a:ext uri="{FF2B5EF4-FFF2-40B4-BE49-F238E27FC236}">
                <a16:creationId xmlns:a16="http://schemas.microsoft.com/office/drawing/2014/main" id="{0D2A18CE-EA59-FCDB-5CF9-72169831C632}"/>
              </a:ext>
              <a:ext uri="{C183D7F6-B498-43B3-948B-1728B52AA6E4}">
                <adec:decorative xmlns:adec="http://schemas.microsoft.com/office/drawing/2017/decorative" val="1"/>
              </a:ext>
            </a:extLst>
          </p:cNvPr>
          <p:cNvGrpSpPr/>
          <p:nvPr/>
        </p:nvGrpSpPr>
        <p:grpSpPr>
          <a:xfrm>
            <a:off x="548218" y="1974220"/>
            <a:ext cx="7173381" cy="2377440"/>
            <a:chOff x="411163" y="2240280"/>
            <a:chExt cx="6446837" cy="2377440"/>
          </a:xfrm>
        </p:grpSpPr>
        <p:sp>
          <p:nvSpPr>
            <p:cNvPr id="15" name="Rectangle">
              <a:extLst>
                <a:ext uri="{FF2B5EF4-FFF2-40B4-BE49-F238E27FC236}">
                  <a16:creationId xmlns:a16="http://schemas.microsoft.com/office/drawing/2014/main" id="{453FC9A3-D341-95FE-49D0-507EC65462D2}"/>
                </a:ext>
                <a:ext uri="{C183D7F6-B498-43B3-948B-1728B52AA6E4}">
                  <adec:decorative xmlns:adec="http://schemas.microsoft.com/office/drawing/2017/decorative" val="1"/>
                </a:ext>
              </a:extLst>
            </p:cNvPr>
            <p:cNvSpPr/>
            <p:nvPr userDrawn="1"/>
          </p:nvSpPr>
          <p:spPr>
            <a:xfrm>
              <a:off x="411163" y="2240280"/>
              <a:ext cx="6446837" cy="2377440"/>
            </a:xfrm>
            <a:prstGeom prst="rect">
              <a:avLst/>
            </a:prstGeom>
            <a:noFill/>
            <a:ln w="19050" cap="flat">
              <a:solidFill>
                <a:srgbClr val="FFCC01"/>
              </a:solidFill>
              <a:miter lim="800000"/>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1600"/>
            </a:p>
          </p:txBody>
        </p:sp>
        <p:cxnSp>
          <p:nvCxnSpPr>
            <p:cNvPr id="18" name="Line">
              <a:extLst>
                <a:ext uri="{FF2B5EF4-FFF2-40B4-BE49-F238E27FC236}">
                  <a16:creationId xmlns:a16="http://schemas.microsoft.com/office/drawing/2014/main" id="{2A030869-4AC4-CE94-F004-03103C4DBCA4}"/>
                </a:ext>
                <a:ext uri="{C183D7F6-B498-43B3-948B-1728B52AA6E4}">
                  <adec:decorative xmlns:adec="http://schemas.microsoft.com/office/drawing/2017/decorative" val="1"/>
                </a:ext>
              </a:extLst>
            </p:cNvPr>
            <p:cNvCxnSpPr>
              <a:cxnSpLocks/>
            </p:cNvCxnSpPr>
            <p:nvPr userDrawn="1"/>
          </p:nvCxnSpPr>
          <p:spPr>
            <a:xfrm>
              <a:off x="411163" y="3931920"/>
              <a:ext cx="6446837" cy="0"/>
            </a:xfrm>
            <a:prstGeom prst="line">
              <a:avLst/>
            </a:prstGeom>
            <a:ln w="19050" cap="flat">
              <a:solidFill>
                <a:srgbClr val="FFCC01"/>
              </a:solidFill>
              <a:miter lim="800000"/>
            </a:ln>
          </p:spPr>
          <p:style>
            <a:lnRef idx="1">
              <a:schemeClr val="accent1"/>
            </a:lnRef>
            <a:fillRef idx="0">
              <a:schemeClr val="accent1"/>
            </a:fillRef>
            <a:effectRef idx="0">
              <a:srgbClr val="000000"/>
            </a:effectRef>
            <a:fontRef idx="minor">
              <a:schemeClr val="lt1"/>
            </a:fontRef>
          </p:style>
        </p:cxnSp>
        <p:cxnSp>
          <p:nvCxnSpPr>
            <p:cNvPr id="19" name="Line">
              <a:extLst>
                <a:ext uri="{FF2B5EF4-FFF2-40B4-BE49-F238E27FC236}">
                  <a16:creationId xmlns:a16="http://schemas.microsoft.com/office/drawing/2014/main" id="{5AB8E5F3-02DC-C870-FF70-6B7F087F40F4}"/>
                </a:ext>
                <a:ext uri="{C183D7F6-B498-43B3-948B-1728B52AA6E4}">
                  <adec:decorative xmlns:adec="http://schemas.microsoft.com/office/drawing/2017/decorative" val="1"/>
                </a:ext>
              </a:extLst>
            </p:cNvPr>
            <p:cNvCxnSpPr>
              <a:cxnSpLocks/>
            </p:cNvCxnSpPr>
            <p:nvPr userDrawn="1"/>
          </p:nvCxnSpPr>
          <p:spPr>
            <a:xfrm>
              <a:off x="4274795" y="3931920"/>
              <a:ext cx="0" cy="685800"/>
            </a:xfrm>
            <a:prstGeom prst="line">
              <a:avLst/>
            </a:prstGeom>
            <a:ln w="19050" cap="flat">
              <a:solidFill>
                <a:srgbClr val="FFCC01"/>
              </a:solidFill>
              <a:miter lim="800000"/>
            </a:ln>
          </p:spPr>
          <p:style>
            <a:lnRef idx="1">
              <a:schemeClr val="accent1"/>
            </a:lnRef>
            <a:fillRef idx="0">
              <a:schemeClr val="accent1"/>
            </a:fillRef>
            <a:effectRef idx="0">
              <a:srgbClr val="000000"/>
            </a:effectRef>
            <a:fontRef idx="minor">
              <a:schemeClr val="lt1"/>
            </a:fontRef>
          </p:style>
        </p:cxnSp>
      </p:grpSp>
      <p:sp>
        <p:nvSpPr>
          <p:cNvPr id="31" name="Title 1">
            <a:extLst>
              <a:ext uri="{FF2B5EF4-FFF2-40B4-BE49-F238E27FC236}">
                <a16:creationId xmlns:a16="http://schemas.microsoft.com/office/drawing/2014/main" id="{0A3716E9-1A78-32FC-3DC4-30F600373863}"/>
              </a:ext>
            </a:extLst>
          </p:cNvPr>
          <p:cNvSpPr>
            <a:spLocks noGrp="1"/>
          </p:cNvSpPr>
          <p:nvPr>
            <p:ph type="ctrTitle" hasCustomPrompt="1"/>
          </p:nvPr>
        </p:nvSpPr>
        <p:spPr>
          <a:xfrm>
            <a:off x="914400" y="2202820"/>
            <a:ext cx="6429375" cy="1325880"/>
          </a:xfrm>
        </p:spPr>
        <p:txBody>
          <a:bodyPr anchor="t" anchorCtr="0"/>
          <a:lstStyle>
            <a:lvl1pPr algn="l">
              <a:lnSpc>
                <a:spcPct val="80000"/>
              </a:lnSpc>
              <a:defRPr sz="3600"/>
            </a:lvl1pPr>
          </a:lstStyle>
          <a:p>
            <a:r>
              <a:rPr kumimoji="0" lang="en-US" sz="3600" b="0" i="0" u="none" strike="noStrike" kern="1200" cap="all" spc="0" normalizeH="0" baseline="0" noProof="0">
                <a:ln>
                  <a:noFill/>
                </a:ln>
                <a:solidFill>
                  <a:srgbClr val="FFFFFF"/>
                </a:solidFill>
                <a:effectLst/>
                <a:uLnTx/>
                <a:uFillTx/>
                <a:latin typeface="Arial"/>
                <a:ea typeface="+mj-ea"/>
                <a:cs typeface="+mj-cs"/>
              </a:rPr>
              <a:t>PRESENTATION TITLE</a:t>
            </a:r>
            <a:br>
              <a:rPr kumimoji="0" lang="en-US" sz="3600" b="0" i="0" u="none" strike="noStrike" kern="1200" cap="all" spc="0" normalizeH="0" baseline="0" noProof="0">
                <a:ln>
                  <a:noFill/>
                </a:ln>
                <a:solidFill>
                  <a:srgbClr val="FFFFFF"/>
                </a:solidFill>
                <a:effectLst/>
                <a:uLnTx/>
                <a:uFillTx/>
                <a:latin typeface="Arial"/>
                <a:ea typeface="+mj-ea"/>
                <a:cs typeface="+mj-cs"/>
              </a:rPr>
            </a:br>
            <a:r>
              <a:rPr kumimoji="0" lang="en-US" sz="3600" b="0" i="0" u="none" strike="noStrike" kern="1200" cap="all" spc="0" normalizeH="0" baseline="0" noProof="0">
                <a:ln>
                  <a:noFill/>
                </a:ln>
                <a:solidFill>
                  <a:srgbClr val="FFFFFF"/>
                </a:solidFill>
                <a:effectLst/>
                <a:uLnTx/>
                <a:uFillTx/>
                <a:latin typeface="Arial"/>
                <a:ea typeface="+mj-ea"/>
                <a:cs typeface="+mj-cs"/>
              </a:rPr>
              <a:t>PRESENTATION TITLE</a:t>
            </a:r>
            <a:br>
              <a:rPr kumimoji="0" lang="en-US" sz="3600" b="0" i="0" u="none" strike="noStrike" kern="1200" cap="all" spc="0" normalizeH="0" baseline="0" noProof="0">
                <a:ln>
                  <a:noFill/>
                </a:ln>
                <a:solidFill>
                  <a:srgbClr val="FFFFFF"/>
                </a:solidFill>
                <a:effectLst/>
                <a:uLnTx/>
                <a:uFillTx/>
                <a:latin typeface="Arial"/>
                <a:ea typeface="+mj-ea"/>
                <a:cs typeface="+mj-cs"/>
              </a:rPr>
            </a:br>
            <a:r>
              <a:rPr kumimoji="0" lang="en-US" sz="3600" b="0" i="0" u="none" strike="noStrike" kern="1200" cap="all" spc="0" normalizeH="0" baseline="0" noProof="0">
                <a:ln>
                  <a:noFill/>
                </a:ln>
                <a:solidFill>
                  <a:srgbClr val="FFCC01"/>
                </a:solidFill>
                <a:effectLst/>
                <a:uLnTx/>
                <a:uFillTx/>
                <a:latin typeface="Arial"/>
                <a:ea typeface="+mj-ea"/>
                <a:cs typeface="+mj-cs"/>
              </a:rPr>
              <a:t>THREE LINES MAX</a:t>
            </a:r>
            <a:endParaRPr lang="en-US"/>
          </a:p>
        </p:txBody>
      </p:sp>
      <p:sp>
        <p:nvSpPr>
          <p:cNvPr id="32" name="Subtitle 2">
            <a:extLst>
              <a:ext uri="{FF2B5EF4-FFF2-40B4-BE49-F238E27FC236}">
                <a16:creationId xmlns:a16="http://schemas.microsoft.com/office/drawing/2014/main" id="{9BBCBD69-970D-2A8D-E951-CFBC732DBCF4}"/>
              </a:ext>
            </a:extLst>
          </p:cNvPr>
          <p:cNvSpPr>
            <a:spLocks noGrp="1"/>
          </p:cNvSpPr>
          <p:nvPr>
            <p:ph type="subTitle" idx="1" hasCustomPrompt="1"/>
          </p:nvPr>
        </p:nvSpPr>
        <p:spPr>
          <a:xfrm>
            <a:off x="914401" y="3784732"/>
            <a:ext cx="3565524" cy="457200"/>
          </a:xfrm>
        </p:spPr>
        <p:txBody>
          <a:bodyPr anchor="ctr" anchorCtr="0"/>
          <a:lstStyle>
            <a:lvl1pPr marL="0" indent="0" algn="l">
              <a:spcBef>
                <a:spcPts val="0"/>
              </a:spcBef>
              <a:buNone/>
              <a:defRPr sz="1200" b="1">
                <a:solidFill>
                  <a:schemeClr val="tx2"/>
                </a:solidFill>
              </a:defRPr>
            </a:lvl1pPr>
            <a:lvl2pPr marL="0" indent="0" algn="l">
              <a:spcBef>
                <a:spcPts val="0"/>
              </a:spcBef>
              <a:buNone/>
              <a:defRPr sz="1200" b="1">
                <a:solidFill>
                  <a:schemeClr val="tx2"/>
                </a:solidFill>
              </a:defRPr>
            </a:lvl2pPr>
            <a:lvl3pPr marL="0" indent="0" algn="l">
              <a:spcBef>
                <a:spcPts val="0"/>
              </a:spcBef>
              <a:buNone/>
              <a:defRPr sz="1200" b="1">
                <a:solidFill>
                  <a:schemeClr val="tx2"/>
                </a:solidFill>
              </a:defRPr>
            </a:lvl3pPr>
            <a:lvl4pPr marL="0" indent="0" algn="l">
              <a:spcBef>
                <a:spcPts val="0"/>
              </a:spcBef>
              <a:buNone/>
              <a:defRPr sz="1200" b="1">
                <a:solidFill>
                  <a:schemeClr val="tx2"/>
                </a:solidFill>
              </a:defRPr>
            </a:lvl4pPr>
            <a:lvl5pPr marL="0" indent="0" algn="l">
              <a:spcBef>
                <a:spcPts val="0"/>
              </a:spcBef>
              <a:buNone/>
              <a:defRPr sz="1200" b="1">
                <a:solidFill>
                  <a:schemeClr val="tx2"/>
                </a:solidFill>
              </a:defRPr>
            </a:lvl5pPr>
            <a:lvl6pPr marL="0" indent="0" algn="l">
              <a:spcBef>
                <a:spcPts val="0"/>
              </a:spcBef>
              <a:buNone/>
              <a:defRPr sz="1200" b="1">
                <a:solidFill>
                  <a:schemeClr val="tx2"/>
                </a:solidFill>
              </a:defRPr>
            </a:lvl6pPr>
            <a:lvl7pPr marL="0" indent="0" algn="l">
              <a:spcBef>
                <a:spcPts val="0"/>
              </a:spcBef>
              <a:buNone/>
              <a:defRPr sz="1200" b="1">
                <a:solidFill>
                  <a:schemeClr val="tx2"/>
                </a:solidFill>
              </a:defRPr>
            </a:lvl7pPr>
            <a:lvl8pPr marL="0" indent="0" algn="l">
              <a:spcBef>
                <a:spcPts val="0"/>
              </a:spcBef>
              <a:buNone/>
              <a:defRPr sz="1200" b="1">
                <a:solidFill>
                  <a:schemeClr val="tx2"/>
                </a:solidFill>
              </a:defRPr>
            </a:lvl8pPr>
            <a:lvl9pPr marL="0" indent="0" algn="l">
              <a:spcBef>
                <a:spcPts val="0"/>
              </a:spcBef>
              <a:buNone/>
              <a:defRPr sz="1200" b="1">
                <a:solidFill>
                  <a:schemeClr val="tx2"/>
                </a:solidFill>
              </a:defRPr>
            </a:lvl9pPr>
          </a:lstStyle>
          <a:p>
            <a:r>
              <a:rPr lang="en-US"/>
              <a:t>[Presentation subtitle/description]</a:t>
            </a:r>
          </a:p>
        </p:txBody>
      </p:sp>
      <p:sp>
        <p:nvSpPr>
          <p:cNvPr id="33" name="Text Placeholder 3">
            <a:extLst>
              <a:ext uri="{FF2B5EF4-FFF2-40B4-BE49-F238E27FC236}">
                <a16:creationId xmlns:a16="http://schemas.microsoft.com/office/drawing/2014/main" id="{845FCD4C-F9C5-DECB-5274-6DEC95A50B53}"/>
              </a:ext>
            </a:extLst>
          </p:cNvPr>
          <p:cNvSpPr>
            <a:spLocks noGrp="1"/>
          </p:cNvSpPr>
          <p:nvPr>
            <p:ph type="body" sz="quarter" idx="10" hasCustomPrompt="1"/>
          </p:nvPr>
        </p:nvSpPr>
        <p:spPr>
          <a:xfrm>
            <a:off x="5212079" y="3784732"/>
            <a:ext cx="2131695" cy="457200"/>
          </a:xfrm>
        </p:spPr>
        <p:txBody>
          <a:bodyPr anchor="ctr" anchorCtr="0"/>
          <a:lstStyle>
            <a:lvl1pPr marL="0" indent="0" algn="ctr">
              <a:lnSpc>
                <a:spcPct val="80000"/>
              </a:lnSpc>
              <a:spcBef>
                <a:spcPts val="0"/>
              </a:spcBef>
              <a:buFontTx/>
              <a:buNone/>
              <a:defRPr sz="1400" b="1" cap="all" baseline="0">
                <a:solidFill>
                  <a:schemeClr val="tx2"/>
                </a:solidFill>
              </a:defRPr>
            </a:lvl1pPr>
            <a:lvl2pPr marL="0" indent="0" algn="ctr">
              <a:lnSpc>
                <a:spcPct val="80000"/>
              </a:lnSpc>
              <a:spcBef>
                <a:spcPts val="0"/>
              </a:spcBef>
              <a:buFontTx/>
              <a:buNone/>
              <a:defRPr sz="1400" b="1" cap="all" baseline="0">
                <a:solidFill>
                  <a:schemeClr val="tx2"/>
                </a:solidFill>
              </a:defRPr>
            </a:lvl2pPr>
            <a:lvl3pPr marL="0" indent="0" algn="ctr">
              <a:lnSpc>
                <a:spcPct val="80000"/>
              </a:lnSpc>
              <a:spcBef>
                <a:spcPts val="0"/>
              </a:spcBef>
              <a:buFontTx/>
              <a:buNone/>
              <a:defRPr sz="1400" b="1" cap="all" baseline="0">
                <a:solidFill>
                  <a:schemeClr val="tx2"/>
                </a:solidFill>
              </a:defRPr>
            </a:lvl3pPr>
            <a:lvl4pPr marL="0" indent="0" algn="ctr">
              <a:lnSpc>
                <a:spcPct val="80000"/>
              </a:lnSpc>
              <a:spcBef>
                <a:spcPts val="0"/>
              </a:spcBef>
              <a:buFontTx/>
              <a:buNone/>
              <a:defRPr sz="1400" b="1" cap="all" baseline="0">
                <a:solidFill>
                  <a:schemeClr val="tx2"/>
                </a:solidFill>
              </a:defRPr>
            </a:lvl4pPr>
            <a:lvl5pPr marL="0" indent="0" algn="ctr">
              <a:lnSpc>
                <a:spcPct val="80000"/>
              </a:lnSpc>
              <a:spcBef>
                <a:spcPts val="0"/>
              </a:spcBef>
              <a:buFontTx/>
              <a:buNone/>
              <a:defRPr sz="1400" b="1" cap="all" baseline="0">
                <a:solidFill>
                  <a:schemeClr val="tx2"/>
                </a:solidFill>
              </a:defRPr>
            </a:lvl5pPr>
            <a:lvl6pPr marL="0" indent="0" algn="ctr">
              <a:lnSpc>
                <a:spcPct val="80000"/>
              </a:lnSpc>
              <a:spcBef>
                <a:spcPts val="0"/>
              </a:spcBef>
              <a:buFontTx/>
              <a:buNone/>
              <a:defRPr sz="1400" b="1" cap="all" baseline="0">
                <a:solidFill>
                  <a:schemeClr val="tx2"/>
                </a:solidFill>
              </a:defRPr>
            </a:lvl6pPr>
            <a:lvl7pPr marL="0" indent="0" algn="ctr">
              <a:lnSpc>
                <a:spcPct val="80000"/>
              </a:lnSpc>
              <a:spcBef>
                <a:spcPts val="0"/>
              </a:spcBef>
              <a:buFontTx/>
              <a:buNone/>
              <a:defRPr sz="1400" b="1" cap="all" baseline="0">
                <a:solidFill>
                  <a:schemeClr val="tx2"/>
                </a:solidFill>
              </a:defRPr>
            </a:lvl7pPr>
            <a:lvl8pPr marL="0" indent="0" algn="ctr">
              <a:lnSpc>
                <a:spcPct val="80000"/>
              </a:lnSpc>
              <a:spcBef>
                <a:spcPts val="0"/>
              </a:spcBef>
              <a:buFontTx/>
              <a:buNone/>
              <a:defRPr sz="1400" b="1" cap="all" baseline="0">
                <a:solidFill>
                  <a:schemeClr val="tx2"/>
                </a:solidFill>
              </a:defRPr>
            </a:lvl8pPr>
            <a:lvl9pPr marL="0" indent="0" algn="ctr">
              <a:lnSpc>
                <a:spcPct val="80000"/>
              </a:lnSpc>
              <a:spcBef>
                <a:spcPts val="0"/>
              </a:spcBef>
              <a:buFontTx/>
              <a:buNone/>
              <a:defRPr sz="1400" b="1" cap="all" baseline="0">
                <a:solidFill>
                  <a:schemeClr val="tx2"/>
                </a:solidFill>
              </a:defRPr>
            </a:lvl9pPr>
          </a:lstStyle>
          <a:p>
            <a:pPr lvl="0"/>
            <a:r>
              <a:rPr lang="en-US"/>
              <a:t>[00 Month 0000]</a:t>
            </a:r>
          </a:p>
        </p:txBody>
      </p:sp>
      <p:sp>
        <p:nvSpPr>
          <p:cNvPr id="2" name="Rectangle 1">
            <a:extLst>
              <a:ext uri="{FF2B5EF4-FFF2-40B4-BE49-F238E27FC236}">
                <a16:creationId xmlns:a16="http://schemas.microsoft.com/office/drawing/2014/main" id="{410D24ED-E5F8-CA86-25F1-78110A690DC5}"/>
              </a:ext>
            </a:extLst>
          </p:cNvPr>
          <p:cNvSpPr>
            <a:spLocks noChangeArrowheads="1"/>
          </p:cNvSpPr>
          <p:nvPr/>
        </p:nvSpPr>
        <p:spPr bwMode="auto">
          <a:xfrm>
            <a:off x="1386840" y="0"/>
            <a:ext cx="9418320" cy="200055"/>
          </a:xfrm>
          <a:prstGeom prst="rect">
            <a:avLst/>
          </a:prstGeom>
          <a:noFill/>
          <a:ln w="9525">
            <a:noFill/>
            <a:miter lim="800000"/>
            <a:headEnd/>
            <a:tailEnd/>
          </a:ln>
        </p:spPr>
        <p:txBody>
          <a:bodyPr wrap="square" anchor="t" anchorCtr="0">
            <a:spAutoFit/>
          </a:bodyPr>
          <a:lstStyle/>
          <a:p>
            <a:pPr algn="ctr">
              <a:defRPr/>
            </a:pPr>
            <a:r>
              <a:rPr lang="en-US" sz="700" b="1" dirty="0">
                <a:solidFill>
                  <a:srgbClr val="2DAA27"/>
                </a:solidFill>
                <a:latin typeface="+mn-lt"/>
                <a:cs typeface="Arial Bold" panose="020B0704020202020204" pitchFamily="34" charset="0"/>
              </a:rPr>
              <a:t>UNCLASSIFIED</a:t>
            </a:r>
          </a:p>
        </p:txBody>
      </p:sp>
      <p:sp>
        <p:nvSpPr>
          <p:cNvPr id="3" name="Rectangle 15">
            <a:extLst>
              <a:ext uri="{FF2B5EF4-FFF2-40B4-BE49-F238E27FC236}">
                <a16:creationId xmlns:a16="http://schemas.microsoft.com/office/drawing/2014/main" id="{5F51F9D9-5896-27C6-545B-841C41CB76F2}"/>
              </a:ext>
            </a:extLst>
          </p:cNvPr>
          <p:cNvSpPr>
            <a:spLocks noChangeArrowheads="1"/>
          </p:cNvSpPr>
          <p:nvPr/>
        </p:nvSpPr>
        <p:spPr bwMode="auto">
          <a:xfrm>
            <a:off x="1386840" y="6657945"/>
            <a:ext cx="9418320" cy="200055"/>
          </a:xfrm>
          <a:prstGeom prst="rect">
            <a:avLst/>
          </a:prstGeom>
          <a:noFill/>
          <a:ln w="9525">
            <a:noFill/>
            <a:miter lim="800000"/>
            <a:headEnd/>
            <a:tailEnd/>
          </a:ln>
        </p:spPr>
        <p:txBody>
          <a:bodyPr wrap="square" lIns="0" rIns="0" anchor="b">
            <a:spAutoFit/>
          </a:bodyPr>
          <a:lstStyle/>
          <a:p>
            <a:pPr algn="ctr">
              <a:defRPr/>
            </a:pPr>
            <a:r>
              <a:rPr lang="en-US" sz="700" b="1" dirty="0">
                <a:solidFill>
                  <a:srgbClr val="2DAA27"/>
                </a:solidFill>
                <a:latin typeface="+mn-lt"/>
                <a:cs typeface="Arial Bold" panose="020B0704020202020204" pitchFamily="34" charset="0"/>
              </a:rPr>
              <a:t>UNCLASSIFIED</a:t>
            </a:r>
          </a:p>
        </p:txBody>
      </p:sp>
    </p:spTree>
    <p:extLst>
      <p:ext uri="{BB962C8B-B14F-4D97-AF65-F5344CB8AC3E}">
        <p14:creationId xmlns:p14="http://schemas.microsoft.com/office/powerpoint/2010/main" val="918920967"/>
      </p:ext>
    </p:extLst>
  </p:cSld>
  <p:clrMapOvr>
    <a:overrideClrMapping bg1="dk1" tx1="lt1" bg2="dk2" tx2="lt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Title Slide - White">
    <p:bg>
      <p:bgRef idx="1001">
        <a:schemeClr val="bg1"/>
      </p:bgRef>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9D1B5714-1C67-5305-161F-BB8ABA64529E}"/>
              </a:ext>
            </a:extLst>
          </p:cNvPr>
          <p:cNvSpPr>
            <a:spLocks noGrp="1"/>
          </p:cNvSpPr>
          <p:nvPr>
            <p:ph type="dt" sz="half" idx="11"/>
          </p:nvPr>
        </p:nvSpPr>
        <p:spPr/>
        <p:txBody>
          <a:bodyPr/>
          <a:lstStyle/>
          <a:p>
            <a:fld id="{971AFA9C-17DA-4726-B9E3-ADECF7729AF7}" type="datetimeFigureOut">
              <a:rPr lang="en-US" smtClean="0"/>
              <a:t>7/21/2026</a:t>
            </a:fld>
            <a:endParaRPr lang="en-US"/>
          </a:p>
        </p:txBody>
      </p:sp>
      <p:sp>
        <p:nvSpPr>
          <p:cNvPr id="7" name="Slide Number Placeholder 6">
            <a:extLst>
              <a:ext uri="{FF2B5EF4-FFF2-40B4-BE49-F238E27FC236}">
                <a16:creationId xmlns:a16="http://schemas.microsoft.com/office/drawing/2014/main" id="{BC66A96F-567A-34EC-DC2C-66C406228A96}"/>
              </a:ext>
            </a:extLst>
          </p:cNvPr>
          <p:cNvSpPr>
            <a:spLocks noGrp="1"/>
          </p:cNvSpPr>
          <p:nvPr>
            <p:ph type="sldNum" sz="quarter" idx="12"/>
          </p:nvPr>
        </p:nvSpPr>
        <p:spPr/>
        <p:txBody>
          <a:bodyPr/>
          <a:lstStyle/>
          <a:p>
            <a:fld id="{79D051F2-C7C4-43BD-B552-C78CE0DE4128}" type="slidenum">
              <a:rPr lang="en-US" smtClean="0"/>
              <a:t>‹#›</a:t>
            </a:fld>
            <a:endParaRPr lang="en-US"/>
          </a:p>
        </p:txBody>
      </p:sp>
      <p:pic>
        <p:nvPicPr>
          <p:cNvPr id="8" name="U.S. Army" descr="U.S. Army">
            <a:extLst>
              <a:ext uri="{FF2B5EF4-FFF2-40B4-BE49-F238E27FC236}">
                <a16:creationId xmlns:a16="http://schemas.microsoft.com/office/drawing/2014/main" id="{C4525471-71C4-E84C-06B5-CF4BA10994C2}"/>
              </a:ext>
            </a:extLst>
          </p:cNvPr>
          <p:cNvPicPr>
            <a:picLocks noChangeAspect="1"/>
          </p:cNvPicPr>
          <p:nvPr/>
        </p:nvPicPr>
        <p:blipFill>
          <a:blip r:embed="rId2"/>
          <a:stretch>
            <a:fillRect/>
          </a:stretch>
        </p:blipFill>
        <p:spPr bwMode="black">
          <a:xfrm>
            <a:off x="180891" y="104974"/>
            <a:ext cx="3246120" cy="1225808"/>
          </a:xfrm>
          <a:prstGeom prst="rect">
            <a:avLst/>
          </a:prstGeom>
          <a:noFill/>
        </p:spPr>
      </p:pic>
      <p:sp>
        <p:nvSpPr>
          <p:cNvPr id="9" name="Text Placeholder 30">
            <a:extLst>
              <a:ext uri="{FF2B5EF4-FFF2-40B4-BE49-F238E27FC236}">
                <a16:creationId xmlns:a16="http://schemas.microsoft.com/office/drawing/2014/main" id="{00EB67EC-5954-991C-39BB-6509621390EB}"/>
              </a:ext>
            </a:extLst>
          </p:cNvPr>
          <p:cNvSpPr>
            <a:spLocks noGrp="1"/>
          </p:cNvSpPr>
          <p:nvPr>
            <p:ph type="body" sz="quarter" idx="39" hasCustomPrompt="1"/>
          </p:nvPr>
        </p:nvSpPr>
        <p:spPr>
          <a:xfrm>
            <a:off x="547688" y="5133530"/>
            <a:ext cx="1335568" cy="138499"/>
          </a:xfrm>
          <a:prstGeom prst="rect">
            <a:avLst/>
          </a:prstGeom>
          <a:no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Controlled by: </a:t>
            </a:r>
          </a:p>
        </p:txBody>
      </p:sp>
      <p:sp>
        <p:nvSpPr>
          <p:cNvPr id="13" name="Text Placeholder 30">
            <a:extLst>
              <a:ext uri="{FF2B5EF4-FFF2-40B4-BE49-F238E27FC236}">
                <a16:creationId xmlns:a16="http://schemas.microsoft.com/office/drawing/2014/main" id="{E6059881-3615-6A80-014A-12F5EBBBE25A}"/>
              </a:ext>
            </a:extLst>
          </p:cNvPr>
          <p:cNvSpPr>
            <a:spLocks noGrp="1"/>
          </p:cNvSpPr>
          <p:nvPr>
            <p:ph type="body" sz="quarter" idx="40" hasCustomPrompt="1"/>
          </p:nvPr>
        </p:nvSpPr>
        <p:spPr>
          <a:xfrm>
            <a:off x="547688" y="4952738"/>
            <a:ext cx="1335568" cy="138499"/>
          </a:xfrm>
          <a:prstGeom prst="rect">
            <a:avLst/>
          </a:prstGeom>
          <a:no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Controlled by: </a:t>
            </a:r>
          </a:p>
        </p:txBody>
      </p:sp>
      <p:sp>
        <p:nvSpPr>
          <p:cNvPr id="14" name="Text Placeholder 30">
            <a:extLst>
              <a:ext uri="{FF2B5EF4-FFF2-40B4-BE49-F238E27FC236}">
                <a16:creationId xmlns:a16="http://schemas.microsoft.com/office/drawing/2014/main" id="{E2D99AAA-01B9-ED71-F90F-711F200233EB}"/>
              </a:ext>
            </a:extLst>
          </p:cNvPr>
          <p:cNvSpPr>
            <a:spLocks noGrp="1"/>
          </p:cNvSpPr>
          <p:nvPr>
            <p:ph type="body" sz="quarter" idx="41" hasCustomPrompt="1"/>
          </p:nvPr>
        </p:nvSpPr>
        <p:spPr>
          <a:xfrm>
            <a:off x="547688" y="5314322"/>
            <a:ext cx="1335568" cy="138499"/>
          </a:xfrm>
          <a:prstGeom prst="rect">
            <a:avLst/>
          </a:prstGeom>
          <a:no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CUI Category: </a:t>
            </a:r>
          </a:p>
        </p:txBody>
      </p:sp>
      <p:sp>
        <p:nvSpPr>
          <p:cNvPr id="16" name="Text Placeholder 30">
            <a:extLst>
              <a:ext uri="{FF2B5EF4-FFF2-40B4-BE49-F238E27FC236}">
                <a16:creationId xmlns:a16="http://schemas.microsoft.com/office/drawing/2014/main" id="{AA78AC6A-4B5E-2F9D-94D1-897336CBC5FD}"/>
              </a:ext>
            </a:extLst>
          </p:cNvPr>
          <p:cNvSpPr>
            <a:spLocks noGrp="1"/>
          </p:cNvSpPr>
          <p:nvPr>
            <p:ph type="body" sz="quarter" idx="42" hasCustomPrompt="1"/>
          </p:nvPr>
        </p:nvSpPr>
        <p:spPr>
          <a:xfrm>
            <a:off x="547688" y="5495114"/>
            <a:ext cx="1335568" cy="138499"/>
          </a:xfrm>
          <a:prstGeom prst="rect">
            <a:avLst/>
          </a:prstGeom>
          <a:no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Distribution Statement: </a:t>
            </a:r>
          </a:p>
        </p:txBody>
      </p:sp>
      <p:sp>
        <p:nvSpPr>
          <p:cNvPr id="17" name="Text Placeholder 30">
            <a:extLst>
              <a:ext uri="{FF2B5EF4-FFF2-40B4-BE49-F238E27FC236}">
                <a16:creationId xmlns:a16="http://schemas.microsoft.com/office/drawing/2014/main" id="{E909E494-A135-FCDC-B270-D6B7047A3B14}"/>
              </a:ext>
            </a:extLst>
          </p:cNvPr>
          <p:cNvSpPr>
            <a:spLocks noGrp="1"/>
          </p:cNvSpPr>
          <p:nvPr>
            <p:ph type="body" sz="quarter" idx="43" hasCustomPrompt="1"/>
          </p:nvPr>
        </p:nvSpPr>
        <p:spPr>
          <a:xfrm>
            <a:off x="547688" y="5675906"/>
            <a:ext cx="1335568" cy="138499"/>
          </a:xfrm>
          <a:prstGeom prst="rect">
            <a:avLst/>
          </a:prstGeom>
          <a:no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POC: </a:t>
            </a:r>
          </a:p>
        </p:txBody>
      </p:sp>
      <p:sp>
        <p:nvSpPr>
          <p:cNvPr id="18" name="Text Placeholder 30">
            <a:extLst>
              <a:ext uri="{FF2B5EF4-FFF2-40B4-BE49-F238E27FC236}">
                <a16:creationId xmlns:a16="http://schemas.microsoft.com/office/drawing/2014/main" id="{99D08674-52BB-F86B-32DC-93D0F45597F7}"/>
              </a:ext>
            </a:extLst>
          </p:cNvPr>
          <p:cNvSpPr>
            <a:spLocks noGrp="1"/>
          </p:cNvSpPr>
          <p:nvPr>
            <p:ph type="body" sz="quarter" idx="44"/>
          </p:nvPr>
        </p:nvSpPr>
        <p:spPr>
          <a:xfrm>
            <a:off x="1981200" y="5133530"/>
            <a:ext cx="3124934" cy="138499"/>
          </a:xfrm>
          <a:prstGeom prst="rect">
            <a:avLst/>
          </a:prstGeom>
          <a:no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19" name="Text Placeholder 30">
            <a:extLst>
              <a:ext uri="{FF2B5EF4-FFF2-40B4-BE49-F238E27FC236}">
                <a16:creationId xmlns:a16="http://schemas.microsoft.com/office/drawing/2014/main" id="{75B8A948-14E8-9F98-4694-85A4D577B42A}"/>
              </a:ext>
            </a:extLst>
          </p:cNvPr>
          <p:cNvSpPr>
            <a:spLocks noGrp="1"/>
          </p:cNvSpPr>
          <p:nvPr>
            <p:ph type="body" sz="quarter" idx="45"/>
          </p:nvPr>
        </p:nvSpPr>
        <p:spPr>
          <a:xfrm>
            <a:off x="1981200" y="4952738"/>
            <a:ext cx="3124934" cy="138499"/>
          </a:xfrm>
          <a:prstGeom prst="rect">
            <a:avLst/>
          </a:prstGeom>
          <a:no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20" name="Text Placeholder 30">
            <a:extLst>
              <a:ext uri="{FF2B5EF4-FFF2-40B4-BE49-F238E27FC236}">
                <a16:creationId xmlns:a16="http://schemas.microsoft.com/office/drawing/2014/main" id="{8594BC0E-E83A-A7AB-AD3C-A280B5A706D3}"/>
              </a:ext>
            </a:extLst>
          </p:cNvPr>
          <p:cNvSpPr>
            <a:spLocks noGrp="1"/>
          </p:cNvSpPr>
          <p:nvPr>
            <p:ph type="body" sz="quarter" idx="46"/>
          </p:nvPr>
        </p:nvSpPr>
        <p:spPr>
          <a:xfrm>
            <a:off x="1981200" y="5314322"/>
            <a:ext cx="3124934" cy="138499"/>
          </a:xfrm>
          <a:prstGeom prst="rect">
            <a:avLst/>
          </a:prstGeom>
          <a:no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21" name="Text Placeholder 30">
            <a:extLst>
              <a:ext uri="{FF2B5EF4-FFF2-40B4-BE49-F238E27FC236}">
                <a16:creationId xmlns:a16="http://schemas.microsoft.com/office/drawing/2014/main" id="{45C25EBB-0808-3B97-D5EC-84FE1867AB1B}"/>
              </a:ext>
            </a:extLst>
          </p:cNvPr>
          <p:cNvSpPr>
            <a:spLocks noGrp="1"/>
          </p:cNvSpPr>
          <p:nvPr>
            <p:ph type="body" sz="quarter" idx="47"/>
          </p:nvPr>
        </p:nvSpPr>
        <p:spPr>
          <a:xfrm>
            <a:off x="1981200" y="5495114"/>
            <a:ext cx="3124934" cy="138499"/>
          </a:xfrm>
          <a:prstGeom prst="rect">
            <a:avLst/>
          </a:prstGeom>
          <a:no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31" name="Text Placeholder 30">
            <a:extLst>
              <a:ext uri="{FF2B5EF4-FFF2-40B4-BE49-F238E27FC236}">
                <a16:creationId xmlns:a16="http://schemas.microsoft.com/office/drawing/2014/main" id="{1EEF3E66-AAEE-1C6B-9049-032018F0EF1A}"/>
              </a:ext>
            </a:extLst>
          </p:cNvPr>
          <p:cNvSpPr>
            <a:spLocks noGrp="1"/>
          </p:cNvSpPr>
          <p:nvPr>
            <p:ph type="body" sz="quarter" idx="48"/>
          </p:nvPr>
        </p:nvSpPr>
        <p:spPr>
          <a:xfrm>
            <a:off x="1981200" y="5675906"/>
            <a:ext cx="3124934" cy="138499"/>
          </a:xfrm>
          <a:prstGeom prst="rect">
            <a:avLst/>
          </a:prstGeom>
          <a:no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grpSp>
        <p:nvGrpSpPr>
          <p:cNvPr id="48" name="Group">
            <a:extLst>
              <a:ext uri="{FF2B5EF4-FFF2-40B4-BE49-F238E27FC236}">
                <a16:creationId xmlns:a16="http://schemas.microsoft.com/office/drawing/2014/main" id="{1D6D8113-2B65-BAC0-DBC2-601012CF0173}"/>
              </a:ext>
              <a:ext uri="{C183D7F6-B498-43B3-948B-1728B52AA6E4}">
                <adec:decorative xmlns:adec="http://schemas.microsoft.com/office/drawing/2017/decorative" val="1"/>
              </a:ext>
            </a:extLst>
          </p:cNvPr>
          <p:cNvGrpSpPr/>
          <p:nvPr/>
        </p:nvGrpSpPr>
        <p:grpSpPr>
          <a:xfrm>
            <a:off x="548219" y="1974220"/>
            <a:ext cx="7173382" cy="2377440"/>
            <a:chOff x="411163" y="2240280"/>
            <a:chExt cx="6446837" cy="2377440"/>
          </a:xfrm>
        </p:grpSpPr>
        <p:sp>
          <p:nvSpPr>
            <p:cNvPr id="49" name="Rectangle">
              <a:extLst>
                <a:ext uri="{FF2B5EF4-FFF2-40B4-BE49-F238E27FC236}">
                  <a16:creationId xmlns:a16="http://schemas.microsoft.com/office/drawing/2014/main" id="{7528BC0B-D239-46B3-8ED2-9B82FDC07FCC}"/>
                </a:ext>
                <a:ext uri="{C183D7F6-B498-43B3-948B-1728B52AA6E4}">
                  <adec:decorative xmlns:adec="http://schemas.microsoft.com/office/drawing/2017/decorative" val="1"/>
                </a:ext>
              </a:extLst>
            </p:cNvPr>
            <p:cNvSpPr/>
            <p:nvPr userDrawn="1"/>
          </p:nvSpPr>
          <p:spPr>
            <a:xfrm>
              <a:off x="411163" y="2240280"/>
              <a:ext cx="6446837" cy="2377440"/>
            </a:xfrm>
            <a:prstGeom prst="rect">
              <a:avLst/>
            </a:prstGeom>
            <a:noFill/>
            <a:ln w="19050" cap="flat">
              <a:solidFill>
                <a:srgbClr val="221F20"/>
              </a:solidFill>
              <a:miter lim="800000"/>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1600"/>
            </a:p>
          </p:txBody>
        </p:sp>
        <p:cxnSp>
          <p:nvCxnSpPr>
            <p:cNvPr id="50" name="Line">
              <a:extLst>
                <a:ext uri="{FF2B5EF4-FFF2-40B4-BE49-F238E27FC236}">
                  <a16:creationId xmlns:a16="http://schemas.microsoft.com/office/drawing/2014/main" id="{435BD1FC-4390-71A4-34EE-951EFF0886B1}"/>
                </a:ext>
                <a:ext uri="{C183D7F6-B498-43B3-948B-1728B52AA6E4}">
                  <adec:decorative xmlns:adec="http://schemas.microsoft.com/office/drawing/2017/decorative" val="1"/>
                </a:ext>
              </a:extLst>
            </p:cNvPr>
            <p:cNvCxnSpPr>
              <a:cxnSpLocks/>
            </p:cNvCxnSpPr>
            <p:nvPr userDrawn="1"/>
          </p:nvCxnSpPr>
          <p:spPr>
            <a:xfrm>
              <a:off x="411163" y="3931920"/>
              <a:ext cx="6446837" cy="0"/>
            </a:xfrm>
            <a:prstGeom prst="line">
              <a:avLst/>
            </a:prstGeom>
            <a:ln w="19050" cap="flat">
              <a:solidFill>
                <a:srgbClr val="221F20"/>
              </a:solidFill>
              <a:miter lim="800000"/>
            </a:ln>
          </p:spPr>
          <p:style>
            <a:lnRef idx="1">
              <a:schemeClr val="accent1"/>
            </a:lnRef>
            <a:fillRef idx="0">
              <a:schemeClr val="accent1"/>
            </a:fillRef>
            <a:effectRef idx="0">
              <a:srgbClr val="000000"/>
            </a:effectRef>
            <a:fontRef idx="minor">
              <a:schemeClr val="lt1"/>
            </a:fontRef>
          </p:style>
        </p:cxnSp>
        <p:cxnSp>
          <p:nvCxnSpPr>
            <p:cNvPr id="51" name="Line">
              <a:extLst>
                <a:ext uri="{FF2B5EF4-FFF2-40B4-BE49-F238E27FC236}">
                  <a16:creationId xmlns:a16="http://schemas.microsoft.com/office/drawing/2014/main" id="{F4A81146-41CE-E3FA-3A50-29CA5D91DB4F}"/>
                </a:ext>
                <a:ext uri="{C183D7F6-B498-43B3-948B-1728B52AA6E4}">
                  <adec:decorative xmlns:adec="http://schemas.microsoft.com/office/drawing/2017/decorative" val="1"/>
                </a:ext>
              </a:extLst>
            </p:cNvPr>
            <p:cNvCxnSpPr>
              <a:cxnSpLocks/>
            </p:cNvCxnSpPr>
            <p:nvPr userDrawn="1"/>
          </p:nvCxnSpPr>
          <p:spPr>
            <a:xfrm>
              <a:off x="4272796" y="3931920"/>
              <a:ext cx="0" cy="685800"/>
            </a:xfrm>
            <a:prstGeom prst="line">
              <a:avLst/>
            </a:prstGeom>
            <a:ln w="19050" cap="flat">
              <a:solidFill>
                <a:srgbClr val="221F20"/>
              </a:solidFill>
              <a:miter lim="800000"/>
            </a:ln>
          </p:spPr>
          <p:style>
            <a:lnRef idx="1">
              <a:schemeClr val="accent1"/>
            </a:lnRef>
            <a:fillRef idx="0">
              <a:schemeClr val="accent1"/>
            </a:fillRef>
            <a:effectRef idx="0">
              <a:srgbClr val="000000"/>
            </a:effectRef>
            <a:fontRef idx="minor">
              <a:schemeClr val="lt1"/>
            </a:fontRef>
          </p:style>
        </p:cxnSp>
      </p:grpSp>
      <p:sp>
        <p:nvSpPr>
          <p:cNvPr id="52" name="Title 1">
            <a:extLst>
              <a:ext uri="{FF2B5EF4-FFF2-40B4-BE49-F238E27FC236}">
                <a16:creationId xmlns:a16="http://schemas.microsoft.com/office/drawing/2014/main" id="{34261743-5C6B-193D-74C7-FC918BD33CB3}"/>
              </a:ext>
            </a:extLst>
          </p:cNvPr>
          <p:cNvSpPr>
            <a:spLocks noGrp="1"/>
          </p:cNvSpPr>
          <p:nvPr>
            <p:ph type="ctrTitle" hasCustomPrompt="1"/>
          </p:nvPr>
        </p:nvSpPr>
        <p:spPr>
          <a:xfrm>
            <a:off x="914399" y="2202820"/>
            <a:ext cx="6429375" cy="1325880"/>
          </a:xfrm>
        </p:spPr>
        <p:txBody>
          <a:bodyPr anchor="t" anchorCtr="0"/>
          <a:lstStyle>
            <a:lvl1pPr algn="l">
              <a:lnSpc>
                <a:spcPct val="80000"/>
              </a:lnSpc>
              <a:defRPr sz="3600"/>
            </a:lvl1pPr>
          </a:lstStyle>
          <a:p>
            <a:r>
              <a:rPr lang="en-US"/>
              <a:t>Presentation title</a:t>
            </a:r>
            <a:br>
              <a:rPr lang="en-US"/>
            </a:br>
            <a:r>
              <a:rPr lang="en-US"/>
              <a:t>PRESENTATION TITLE</a:t>
            </a:r>
            <a:br>
              <a:rPr lang="en-US"/>
            </a:br>
            <a:r>
              <a:rPr lang="en-US"/>
              <a:t>THREE LINES MAX</a:t>
            </a:r>
          </a:p>
        </p:txBody>
      </p:sp>
      <p:sp>
        <p:nvSpPr>
          <p:cNvPr id="53" name="Subtitle 2">
            <a:extLst>
              <a:ext uri="{FF2B5EF4-FFF2-40B4-BE49-F238E27FC236}">
                <a16:creationId xmlns:a16="http://schemas.microsoft.com/office/drawing/2014/main" id="{09DA0322-2B5C-8F10-EE8B-1FE75C5A5BFA}"/>
              </a:ext>
            </a:extLst>
          </p:cNvPr>
          <p:cNvSpPr>
            <a:spLocks noGrp="1"/>
          </p:cNvSpPr>
          <p:nvPr>
            <p:ph type="subTitle" idx="1" hasCustomPrompt="1"/>
          </p:nvPr>
        </p:nvSpPr>
        <p:spPr>
          <a:xfrm>
            <a:off x="914400" y="3784732"/>
            <a:ext cx="3565525" cy="457200"/>
          </a:xfrm>
        </p:spPr>
        <p:txBody>
          <a:bodyPr anchor="ctr" anchorCtr="0"/>
          <a:lstStyle>
            <a:lvl1pPr marL="0" indent="0" algn="l">
              <a:spcBef>
                <a:spcPts val="0"/>
              </a:spcBef>
              <a:buNone/>
              <a:defRPr sz="1200" b="1">
                <a:solidFill>
                  <a:schemeClr val="tx2"/>
                </a:solidFill>
              </a:defRPr>
            </a:lvl1pPr>
            <a:lvl2pPr marL="0" indent="0" algn="l">
              <a:spcBef>
                <a:spcPts val="0"/>
              </a:spcBef>
              <a:buNone/>
              <a:defRPr sz="1200" b="1">
                <a:solidFill>
                  <a:schemeClr val="tx2"/>
                </a:solidFill>
              </a:defRPr>
            </a:lvl2pPr>
            <a:lvl3pPr marL="0" indent="0" algn="l">
              <a:spcBef>
                <a:spcPts val="0"/>
              </a:spcBef>
              <a:buNone/>
              <a:defRPr sz="1200" b="1">
                <a:solidFill>
                  <a:schemeClr val="tx2"/>
                </a:solidFill>
              </a:defRPr>
            </a:lvl3pPr>
            <a:lvl4pPr marL="0" indent="0" algn="l">
              <a:spcBef>
                <a:spcPts val="0"/>
              </a:spcBef>
              <a:buNone/>
              <a:defRPr sz="1200" b="1">
                <a:solidFill>
                  <a:schemeClr val="tx2"/>
                </a:solidFill>
              </a:defRPr>
            </a:lvl4pPr>
            <a:lvl5pPr marL="0" indent="0" algn="l">
              <a:spcBef>
                <a:spcPts val="0"/>
              </a:spcBef>
              <a:buNone/>
              <a:defRPr sz="1200" b="1">
                <a:solidFill>
                  <a:schemeClr val="tx2"/>
                </a:solidFill>
              </a:defRPr>
            </a:lvl5pPr>
            <a:lvl6pPr marL="0" indent="0" algn="l">
              <a:spcBef>
                <a:spcPts val="0"/>
              </a:spcBef>
              <a:buNone/>
              <a:defRPr sz="1200" b="1">
                <a:solidFill>
                  <a:schemeClr val="tx2"/>
                </a:solidFill>
              </a:defRPr>
            </a:lvl6pPr>
            <a:lvl7pPr marL="0" indent="0" algn="l">
              <a:spcBef>
                <a:spcPts val="0"/>
              </a:spcBef>
              <a:buNone/>
              <a:defRPr sz="1200" b="1">
                <a:solidFill>
                  <a:schemeClr val="tx2"/>
                </a:solidFill>
              </a:defRPr>
            </a:lvl7pPr>
            <a:lvl8pPr marL="0" indent="0" algn="l">
              <a:spcBef>
                <a:spcPts val="0"/>
              </a:spcBef>
              <a:buNone/>
              <a:defRPr sz="1200" b="1">
                <a:solidFill>
                  <a:schemeClr val="tx2"/>
                </a:solidFill>
              </a:defRPr>
            </a:lvl8pPr>
            <a:lvl9pPr marL="0" indent="0" algn="l">
              <a:spcBef>
                <a:spcPts val="0"/>
              </a:spcBef>
              <a:buNone/>
              <a:defRPr sz="1200" b="1">
                <a:solidFill>
                  <a:schemeClr val="tx2"/>
                </a:solidFill>
              </a:defRPr>
            </a:lvl9pPr>
          </a:lstStyle>
          <a:p>
            <a:r>
              <a:rPr lang="en-US"/>
              <a:t>[Presentation subtitle/description]</a:t>
            </a:r>
          </a:p>
        </p:txBody>
      </p:sp>
      <p:sp>
        <p:nvSpPr>
          <p:cNvPr id="54" name="Text Placeholder 3">
            <a:extLst>
              <a:ext uri="{FF2B5EF4-FFF2-40B4-BE49-F238E27FC236}">
                <a16:creationId xmlns:a16="http://schemas.microsoft.com/office/drawing/2014/main" id="{76359DCF-E748-9D74-A7A5-1B8C52B3E366}"/>
              </a:ext>
            </a:extLst>
          </p:cNvPr>
          <p:cNvSpPr>
            <a:spLocks noGrp="1"/>
          </p:cNvSpPr>
          <p:nvPr>
            <p:ph type="body" sz="quarter" idx="10" hasCustomPrompt="1"/>
          </p:nvPr>
        </p:nvSpPr>
        <p:spPr>
          <a:xfrm>
            <a:off x="5212079" y="3784732"/>
            <a:ext cx="2131695" cy="457200"/>
          </a:xfrm>
        </p:spPr>
        <p:txBody>
          <a:bodyPr anchor="ctr" anchorCtr="0"/>
          <a:lstStyle>
            <a:lvl1pPr marL="0" indent="0" algn="ctr">
              <a:lnSpc>
                <a:spcPct val="80000"/>
              </a:lnSpc>
              <a:spcBef>
                <a:spcPts val="0"/>
              </a:spcBef>
              <a:buFontTx/>
              <a:buNone/>
              <a:defRPr sz="1400" b="1" cap="all" baseline="0">
                <a:solidFill>
                  <a:schemeClr val="tx2"/>
                </a:solidFill>
              </a:defRPr>
            </a:lvl1pPr>
            <a:lvl2pPr marL="0" indent="0" algn="ctr">
              <a:lnSpc>
                <a:spcPct val="80000"/>
              </a:lnSpc>
              <a:spcBef>
                <a:spcPts val="0"/>
              </a:spcBef>
              <a:buFontTx/>
              <a:buNone/>
              <a:defRPr sz="1400" b="1" cap="all" baseline="0">
                <a:solidFill>
                  <a:schemeClr val="tx2"/>
                </a:solidFill>
              </a:defRPr>
            </a:lvl2pPr>
            <a:lvl3pPr marL="0" indent="0" algn="ctr">
              <a:lnSpc>
                <a:spcPct val="80000"/>
              </a:lnSpc>
              <a:spcBef>
                <a:spcPts val="0"/>
              </a:spcBef>
              <a:buFontTx/>
              <a:buNone/>
              <a:defRPr sz="1400" b="1" cap="all" baseline="0">
                <a:solidFill>
                  <a:schemeClr val="tx2"/>
                </a:solidFill>
              </a:defRPr>
            </a:lvl3pPr>
            <a:lvl4pPr marL="0" indent="0" algn="ctr">
              <a:lnSpc>
                <a:spcPct val="80000"/>
              </a:lnSpc>
              <a:spcBef>
                <a:spcPts val="0"/>
              </a:spcBef>
              <a:buFontTx/>
              <a:buNone/>
              <a:defRPr sz="1400" b="1" cap="all" baseline="0">
                <a:solidFill>
                  <a:schemeClr val="tx2"/>
                </a:solidFill>
              </a:defRPr>
            </a:lvl4pPr>
            <a:lvl5pPr marL="0" indent="0" algn="ctr">
              <a:lnSpc>
                <a:spcPct val="80000"/>
              </a:lnSpc>
              <a:spcBef>
                <a:spcPts val="0"/>
              </a:spcBef>
              <a:buFontTx/>
              <a:buNone/>
              <a:defRPr sz="1400" b="1" cap="all" baseline="0">
                <a:solidFill>
                  <a:schemeClr val="tx2"/>
                </a:solidFill>
              </a:defRPr>
            </a:lvl5pPr>
            <a:lvl6pPr marL="0" indent="0" algn="ctr">
              <a:lnSpc>
                <a:spcPct val="80000"/>
              </a:lnSpc>
              <a:spcBef>
                <a:spcPts val="0"/>
              </a:spcBef>
              <a:buFontTx/>
              <a:buNone/>
              <a:defRPr sz="1400" b="1" cap="all" baseline="0">
                <a:solidFill>
                  <a:schemeClr val="tx2"/>
                </a:solidFill>
              </a:defRPr>
            </a:lvl6pPr>
            <a:lvl7pPr marL="0" indent="0" algn="ctr">
              <a:lnSpc>
                <a:spcPct val="80000"/>
              </a:lnSpc>
              <a:spcBef>
                <a:spcPts val="0"/>
              </a:spcBef>
              <a:buFontTx/>
              <a:buNone/>
              <a:defRPr sz="1400" b="1" cap="all" baseline="0">
                <a:solidFill>
                  <a:schemeClr val="tx2"/>
                </a:solidFill>
              </a:defRPr>
            </a:lvl7pPr>
            <a:lvl8pPr marL="0" indent="0" algn="ctr">
              <a:lnSpc>
                <a:spcPct val="80000"/>
              </a:lnSpc>
              <a:spcBef>
                <a:spcPts val="0"/>
              </a:spcBef>
              <a:buFontTx/>
              <a:buNone/>
              <a:defRPr sz="1400" b="1" cap="all" baseline="0">
                <a:solidFill>
                  <a:schemeClr val="tx2"/>
                </a:solidFill>
              </a:defRPr>
            </a:lvl8pPr>
            <a:lvl9pPr marL="0" indent="0" algn="ctr">
              <a:lnSpc>
                <a:spcPct val="80000"/>
              </a:lnSpc>
              <a:spcBef>
                <a:spcPts val="0"/>
              </a:spcBef>
              <a:buFontTx/>
              <a:buNone/>
              <a:defRPr sz="1400" b="1" cap="all" baseline="0">
                <a:solidFill>
                  <a:schemeClr val="tx2"/>
                </a:solidFill>
              </a:defRPr>
            </a:lvl9pPr>
          </a:lstStyle>
          <a:p>
            <a:pPr lvl="0"/>
            <a:r>
              <a:rPr lang="en-US"/>
              <a:t>[00 Month 0000]</a:t>
            </a:r>
          </a:p>
        </p:txBody>
      </p:sp>
    </p:spTree>
    <p:extLst>
      <p:ext uri="{BB962C8B-B14F-4D97-AF65-F5344CB8AC3E}">
        <p14:creationId xmlns:p14="http://schemas.microsoft.com/office/powerpoint/2010/main" val="2276460857"/>
      </p:ext>
    </p:extLst>
  </p:cSld>
  <p:clrMapOvr>
    <a:overrideClrMapping bg1="lt1" tx1="dk1" bg2="lt2" tx2="dk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p:cSld name="Title Slide -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0" name="Date Placeholder 19">
            <a:extLst>
              <a:ext uri="{FF2B5EF4-FFF2-40B4-BE49-F238E27FC236}">
                <a16:creationId xmlns:a16="http://schemas.microsoft.com/office/drawing/2014/main" id="{F9D3AB9C-26E9-8E88-3B55-B4A5EC7C31F2}"/>
              </a:ext>
            </a:extLst>
          </p:cNvPr>
          <p:cNvSpPr>
            <a:spLocks noGrp="1"/>
          </p:cNvSpPr>
          <p:nvPr>
            <p:ph type="dt" sz="half" idx="49"/>
          </p:nvPr>
        </p:nvSpPr>
        <p:spPr/>
        <p:txBody>
          <a:bodyPr/>
          <a:lstStyle/>
          <a:p>
            <a:fld id="{971AFA9C-17DA-4726-B9E3-ADECF7729AF7}" type="datetimeFigureOut">
              <a:rPr lang="en-US" smtClean="0"/>
              <a:t>7/21/2026</a:t>
            </a:fld>
            <a:endParaRPr lang="en-US"/>
          </a:p>
        </p:txBody>
      </p:sp>
      <p:sp>
        <p:nvSpPr>
          <p:cNvPr id="21" name="Slide Number Placeholder 20">
            <a:extLst>
              <a:ext uri="{FF2B5EF4-FFF2-40B4-BE49-F238E27FC236}">
                <a16:creationId xmlns:a16="http://schemas.microsoft.com/office/drawing/2014/main" id="{CF1316F0-9F13-53EA-1597-09232B2FF1AB}"/>
              </a:ext>
            </a:extLst>
          </p:cNvPr>
          <p:cNvSpPr>
            <a:spLocks noGrp="1"/>
          </p:cNvSpPr>
          <p:nvPr>
            <p:ph type="sldNum" sz="quarter" idx="50"/>
          </p:nvPr>
        </p:nvSpPr>
        <p:spPr/>
        <p:txBody>
          <a:bodyPr/>
          <a:lstStyle/>
          <a:p>
            <a:fld id="{79D051F2-C7C4-43BD-B552-C78CE0DE4128}" type="slidenum">
              <a:rPr lang="en-US" smtClean="0"/>
              <a:t>‹#›</a:t>
            </a:fld>
            <a:endParaRPr lang="en-US"/>
          </a:p>
        </p:txBody>
      </p:sp>
      <p:pic>
        <p:nvPicPr>
          <p:cNvPr id="5" name="U.S. Army" descr="U.S. Army">
            <a:extLst>
              <a:ext uri="{FF2B5EF4-FFF2-40B4-BE49-F238E27FC236}">
                <a16:creationId xmlns:a16="http://schemas.microsoft.com/office/drawing/2014/main" id="{499EE878-E6B9-0543-B958-85A17AE36A27}"/>
              </a:ext>
            </a:extLst>
          </p:cNvPr>
          <p:cNvPicPr>
            <a:picLocks noChangeAspect="1"/>
          </p:cNvPicPr>
          <p:nvPr/>
        </p:nvPicPr>
        <p:blipFill>
          <a:blip r:embed="rId3"/>
          <a:stretch>
            <a:fillRect/>
          </a:stretch>
        </p:blipFill>
        <p:spPr bwMode="black">
          <a:xfrm>
            <a:off x="244899" y="112631"/>
            <a:ext cx="3246120" cy="1225808"/>
          </a:xfrm>
          <a:prstGeom prst="rect">
            <a:avLst/>
          </a:prstGeom>
        </p:spPr>
      </p:pic>
      <p:sp>
        <p:nvSpPr>
          <p:cNvPr id="8" name="Text Placeholder 30">
            <a:extLst>
              <a:ext uri="{FF2B5EF4-FFF2-40B4-BE49-F238E27FC236}">
                <a16:creationId xmlns:a16="http://schemas.microsoft.com/office/drawing/2014/main" id="{96CD17E6-26AB-FBB2-220C-D5185212C519}"/>
              </a:ext>
            </a:extLst>
          </p:cNvPr>
          <p:cNvSpPr>
            <a:spLocks noGrp="1"/>
          </p:cNvSpPr>
          <p:nvPr>
            <p:ph type="body" sz="quarter" idx="39" hasCustomPrompt="1"/>
          </p:nvPr>
        </p:nvSpPr>
        <p:spPr>
          <a:xfrm>
            <a:off x="547688" y="5133530"/>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Controlled by: </a:t>
            </a:r>
          </a:p>
        </p:txBody>
      </p:sp>
      <p:sp>
        <p:nvSpPr>
          <p:cNvPr id="9" name="Text Placeholder 30">
            <a:extLst>
              <a:ext uri="{FF2B5EF4-FFF2-40B4-BE49-F238E27FC236}">
                <a16:creationId xmlns:a16="http://schemas.microsoft.com/office/drawing/2014/main" id="{FCD1ED33-CCD9-E1B6-327A-71BC6F62C4DB}"/>
              </a:ext>
            </a:extLst>
          </p:cNvPr>
          <p:cNvSpPr>
            <a:spLocks noGrp="1"/>
          </p:cNvSpPr>
          <p:nvPr>
            <p:ph type="body" sz="quarter" idx="40" hasCustomPrompt="1"/>
          </p:nvPr>
        </p:nvSpPr>
        <p:spPr>
          <a:xfrm>
            <a:off x="547688" y="4952738"/>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Controlled by: </a:t>
            </a:r>
          </a:p>
        </p:txBody>
      </p:sp>
      <p:sp>
        <p:nvSpPr>
          <p:cNvPr id="11" name="Text Placeholder 30">
            <a:extLst>
              <a:ext uri="{FF2B5EF4-FFF2-40B4-BE49-F238E27FC236}">
                <a16:creationId xmlns:a16="http://schemas.microsoft.com/office/drawing/2014/main" id="{A255632D-60F3-C439-D931-6B2874E894D7}"/>
              </a:ext>
            </a:extLst>
          </p:cNvPr>
          <p:cNvSpPr>
            <a:spLocks noGrp="1"/>
          </p:cNvSpPr>
          <p:nvPr>
            <p:ph type="body" sz="quarter" idx="41" hasCustomPrompt="1"/>
          </p:nvPr>
        </p:nvSpPr>
        <p:spPr>
          <a:xfrm>
            <a:off x="547688" y="5314322"/>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CUI Category: </a:t>
            </a:r>
          </a:p>
        </p:txBody>
      </p:sp>
      <p:sp>
        <p:nvSpPr>
          <p:cNvPr id="12" name="Text Placeholder 30">
            <a:extLst>
              <a:ext uri="{FF2B5EF4-FFF2-40B4-BE49-F238E27FC236}">
                <a16:creationId xmlns:a16="http://schemas.microsoft.com/office/drawing/2014/main" id="{0BD3A2B1-9D40-83E3-4243-B4A52B6A636E}"/>
              </a:ext>
            </a:extLst>
          </p:cNvPr>
          <p:cNvSpPr>
            <a:spLocks noGrp="1"/>
          </p:cNvSpPr>
          <p:nvPr>
            <p:ph type="body" sz="quarter" idx="42" hasCustomPrompt="1"/>
          </p:nvPr>
        </p:nvSpPr>
        <p:spPr>
          <a:xfrm>
            <a:off x="547688" y="5495114"/>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Distribution Statement: </a:t>
            </a:r>
          </a:p>
        </p:txBody>
      </p:sp>
      <p:sp>
        <p:nvSpPr>
          <p:cNvPr id="14" name="Text Placeholder 30">
            <a:extLst>
              <a:ext uri="{FF2B5EF4-FFF2-40B4-BE49-F238E27FC236}">
                <a16:creationId xmlns:a16="http://schemas.microsoft.com/office/drawing/2014/main" id="{7AADD113-BD09-95AA-FFBA-DCC255F69FAA}"/>
              </a:ext>
            </a:extLst>
          </p:cNvPr>
          <p:cNvSpPr>
            <a:spLocks noGrp="1"/>
          </p:cNvSpPr>
          <p:nvPr>
            <p:ph type="body" sz="quarter" idx="43" hasCustomPrompt="1"/>
          </p:nvPr>
        </p:nvSpPr>
        <p:spPr>
          <a:xfrm>
            <a:off x="547688" y="5675906"/>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POC: </a:t>
            </a:r>
          </a:p>
        </p:txBody>
      </p:sp>
      <p:sp>
        <p:nvSpPr>
          <p:cNvPr id="15" name="Text Placeholder 30">
            <a:extLst>
              <a:ext uri="{FF2B5EF4-FFF2-40B4-BE49-F238E27FC236}">
                <a16:creationId xmlns:a16="http://schemas.microsoft.com/office/drawing/2014/main" id="{A9D52B79-92E5-4D64-1757-D13A0674723F}"/>
              </a:ext>
            </a:extLst>
          </p:cNvPr>
          <p:cNvSpPr>
            <a:spLocks noGrp="1"/>
          </p:cNvSpPr>
          <p:nvPr>
            <p:ph type="body" sz="quarter" idx="44"/>
          </p:nvPr>
        </p:nvSpPr>
        <p:spPr>
          <a:xfrm>
            <a:off x="1981200" y="5133530"/>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16" name="Text Placeholder 30">
            <a:extLst>
              <a:ext uri="{FF2B5EF4-FFF2-40B4-BE49-F238E27FC236}">
                <a16:creationId xmlns:a16="http://schemas.microsoft.com/office/drawing/2014/main" id="{DF04F3CB-62F5-7A9F-E397-4800E51C0E24}"/>
              </a:ext>
            </a:extLst>
          </p:cNvPr>
          <p:cNvSpPr>
            <a:spLocks noGrp="1"/>
          </p:cNvSpPr>
          <p:nvPr>
            <p:ph type="body" sz="quarter" idx="45"/>
          </p:nvPr>
        </p:nvSpPr>
        <p:spPr>
          <a:xfrm>
            <a:off x="1981200" y="4952738"/>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17" name="Text Placeholder 30">
            <a:extLst>
              <a:ext uri="{FF2B5EF4-FFF2-40B4-BE49-F238E27FC236}">
                <a16:creationId xmlns:a16="http://schemas.microsoft.com/office/drawing/2014/main" id="{DA62CE27-72C2-A083-C796-4F047A2FF421}"/>
              </a:ext>
            </a:extLst>
          </p:cNvPr>
          <p:cNvSpPr>
            <a:spLocks noGrp="1"/>
          </p:cNvSpPr>
          <p:nvPr>
            <p:ph type="body" sz="quarter" idx="46"/>
          </p:nvPr>
        </p:nvSpPr>
        <p:spPr>
          <a:xfrm>
            <a:off x="1981200" y="5314322"/>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18" name="Text Placeholder 30">
            <a:extLst>
              <a:ext uri="{FF2B5EF4-FFF2-40B4-BE49-F238E27FC236}">
                <a16:creationId xmlns:a16="http://schemas.microsoft.com/office/drawing/2014/main" id="{52DBCCDB-5EAD-73A2-7911-8AF50B29DC4E}"/>
              </a:ext>
            </a:extLst>
          </p:cNvPr>
          <p:cNvSpPr>
            <a:spLocks noGrp="1"/>
          </p:cNvSpPr>
          <p:nvPr>
            <p:ph type="body" sz="quarter" idx="47"/>
          </p:nvPr>
        </p:nvSpPr>
        <p:spPr>
          <a:xfrm>
            <a:off x="1981200" y="5495114"/>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sp>
        <p:nvSpPr>
          <p:cNvPr id="19" name="Text Placeholder 30">
            <a:extLst>
              <a:ext uri="{FF2B5EF4-FFF2-40B4-BE49-F238E27FC236}">
                <a16:creationId xmlns:a16="http://schemas.microsoft.com/office/drawing/2014/main" id="{90D5656D-B16A-18B1-A790-538AB817A94E}"/>
              </a:ext>
            </a:extLst>
          </p:cNvPr>
          <p:cNvSpPr>
            <a:spLocks noGrp="1"/>
          </p:cNvSpPr>
          <p:nvPr>
            <p:ph type="body" sz="quarter" idx="48"/>
          </p:nvPr>
        </p:nvSpPr>
        <p:spPr>
          <a:xfrm>
            <a:off x="1981200" y="5675906"/>
            <a:ext cx="3124934"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78" indent="0">
              <a:buNone/>
              <a:defRPr sz="1000">
                <a:latin typeface="Arial Bold" panose="020B0704020202020204" pitchFamily="34" charset="0"/>
                <a:cs typeface="Arial Bold" panose="020B0704020202020204" pitchFamily="34" charset="0"/>
              </a:defRPr>
            </a:lvl2pPr>
            <a:lvl3pPr marL="914354" indent="0">
              <a:buNone/>
              <a:defRPr sz="1000">
                <a:latin typeface="Arial Bold" panose="020B0704020202020204" pitchFamily="34" charset="0"/>
                <a:cs typeface="Arial Bold" panose="020B0704020202020204" pitchFamily="34" charset="0"/>
              </a:defRPr>
            </a:lvl3pPr>
            <a:lvl4pPr marL="1371532" indent="0">
              <a:buNone/>
              <a:defRPr sz="1000">
                <a:latin typeface="Arial Bold" panose="020B0704020202020204" pitchFamily="34" charset="0"/>
                <a:cs typeface="Arial Bold" panose="020B0704020202020204" pitchFamily="34" charset="0"/>
              </a:defRPr>
            </a:lvl4pPr>
            <a:lvl5pPr marL="1828709" indent="0">
              <a:buNone/>
              <a:defRPr sz="1000">
                <a:latin typeface="Arial Bold" panose="020B0704020202020204" pitchFamily="34" charset="0"/>
                <a:cs typeface="Arial Bold" panose="020B0704020202020204" pitchFamily="34" charset="0"/>
              </a:defRPr>
            </a:lvl5pPr>
          </a:lstStyle>
          <a:p>
            <a:pPr lvl="0"/>
            <a:r>
              <a:rPr lang="en-US"/>
              <a:t>Click to edit Master text styles</a:t>
            </a:r>
          </a:p>
        </p:txBody>
      </p:sp>
      <p:grpSp>
        <p:nvGrpSpPr>
          <p:cNvPr id="23" name="Group">
            <a:extLst>
              <a:ext uri="{FF2B5EF4-FFF2-40B4-BE49-F238E27FC236}">
                <a16:creationId xmlns:a16="http://schemas.microsoft.com/office/drawing/2014/main" id="{732179A9-275F-FEF3-042C-4AB3B9CBCAA2}"/>
              </a:ext>
              <a:ext uri="{C183D7F6-B498-43B3-948B-1728B52AA6E4}">
                <adec:decorative xmlns:adec="http://schemas.microsoft.com/office/drawing/2017/decorative" val="1"/>
              </a:ext>
            </a:extLst>
          </p:cNvPr>
          <p:cNvGrpSpPr/>
          <p:nvPr/>
        </p:nvGrpSpPr>
        <p:grpSpPr>
          <a:xfrm>
            <a:off x="548218" y="1974220"/>
            <a:ext cx="7173381" cy="2377440"/>
            <a:chOff x="411163" y="2240280"/>
            <a:chExt cx="6446837" cy="2377440"/>
          </a:xfrm>
        </p:grpSpPr>
        <p:sp>
          <p:nvSpPr>
            <p:cNvPr id="24" name="Rectangle">
              <a:extLst>
                <a:ext uri="{FF2B5EF4-FFF2-40B4-BE49-F238E27FC236}">
                  <a16:creationId xmlns:a16="http://schemas.microsoft.com/office/drawing/2014/main" id="{B785B252-84B5-5634-9FB4-0C2362931260}"/>
                </a:ext>
                <a:ext uri="{C183D7F6-B498-43B3-948B-1728B52AA6E4}">
                  <adec:decorative xmlns:adec="http://schemas.microsoft.com/office/drawing/2017/decorative" val="1"/>
                </a:ext>
              </a:extLst>
            </p:cNvPr>
            <p:cNvSpPr/>
            <p:nvPr userDrawn="1"/>
          </p:nvSpPr>
          <p:spPr>
            <a:xfrm>
              <a:off x="411163" y="2240280"/>
              <a:ext cx="6446837" cy="2377440"/>
            </a:xfrm>
            <a:prstGeom prst="rect">
              <a:avLst/>
            </a:prstGeom>
            <a:noFill/>
            <a:ln w="19050" cap="flat">
              <a:solidFill>
                <a:srgbClr val="FFCC01"/>
              </a:solidFill>
              <a:miter lim="800000"/>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1600"/>
            </a:p>
          </p:txBody>
        </p:sp>
        <p:cxnSp>
          <p:nvCxnSpPr>
            <p:cNvPr id="25" name="Line">
              <a:extLst>
                <a:ext uri="{FF2B5EF4-FFF2-40B4-BE49-F238E27FC236}">
                  <a16:creationId xmlns:a16="http://schemas.microsoft.com/office/drawing/2014/main" id="{1DF8A784-7C74-A05E-2009-0B4EC38FF5F7}"/>
                </a:ext>
                <a:ext uri="{C183D7F6-B498-43B3-948B-1728B52AA6E4}">
                  <adec:decorative xmlns:adec="http://schemas.microsoft.com/office/drawing/2017/decorative" val="1"/>
                </a:ext>
              </a:extLst>
            </p:cNvPr>
            <p:cNvCxnSpPr>
              <a:cxnSpLocks/>
            </p:cNvCxnSpPr>
            <p:nvPr userDrawn="1"/>
          </p:nvCxnSpPr>
          <p:spPr>
            <a:xfrm>
              <a:off x="411163" y="3931920"/>
              <a:ext cx="6446837" cy="0"/>
            </a:xfrm>
            <a:prstGeom prst="line">
              <a:avLst/>
            </a:prstGeom>
            <a:ln w="19050" cap="flat">
              <a:solidFill>
                <a:srgbClr val="FFCC01"/>
              </a:solidFill>
              <a:miter lim="800000"/>
            </a:ln>
          </p:spPr>
          <p:style>
            <a:lnRef idx="1">
              <a:schemeClr val="accent1"/>
            </a:lnRef>
            <a:fillRef idx="0">
              <a:schemeClr val="accent1"/>
            </a:fillRef>
            <a:effectRef idx="0">
              <a:srgbClr val="000000"/>
            </a:effectRef>
            <a:fontRef idx="minor">
              <a:schemeClr val="lt1"/>
            </a:fontRef>
          </p:style>
        </p:cxnSp>
        <p:cxnSp>
          <p:nvCxnSpPr>
            <p:cNvPr id="26" name="Line">
              <a:extLst>
                <a:ext uri="{FF2B5EF4-FFF2-40B4-BE49-F238E27FC236}">
                  <a16:creationId xmlns:a16="http://schemas.microsoft.com/office/drawing/2014/main" id="{2E02CEE1-988F-0417-BE5F-BA01AFD1B251}"/>
                </a:ext>
                <a:ext uri="{C183D7F6-B498-43B3-948B-1728B52AA6E4}">
                  <adec:decorative xmlns:adec="http://schemas.microsoft.com/office/drawing/2017/decorative" val="1"/>
                </a:ext>
              </a:extLst>
            </p:cNvPr>
            <p:cNvCxnSpPr>
              <a:cxnSpLocks/>
            </p:cNvCxnSpPr>
            <p:nvPr userDrawn="1"/>
          </p:nvCxnSpPr>
          <p:spPr>
            <a:xfrm>
              <a:off x="4274795" y="3931920"/>
              <a:ext cx="0" cy="685800"/>
            </a:xfrm>
            <a:prstGeom prst="line">
              <a:avLst/>
            </a:prstGeom>
            <a:ln w="19050" cap="flat">
              <a:solidFill>
                <a:srgbClr val="FFCC01"/>
              </a:solidFill>
              <a:miter lim="800000"/>
            </a:ln>
          </p:spPr>
          <p:style>
            <a:lnRef idx="1">
              <a:schemeClr val="accent1"/>
            </a:lnRef>
            <a:fillRef idx="0">
              <a:schemeClr val="accent1"/>
            </a:fillRef>
            <a:effectRef idx="0">
              <a:srgbClr val="000000"/>
            </a:effectRef>
            <a:fontRef idx="minor">
              <a:schemeClr val="lt1"/>
            </a:fontRef>
          </p:style>
        </p:cxnSp>
      </p:grpSp>
      <p:sp>
        <p:nvSpPr>
          <p:cNvPr id="27" name="Title 1">
            <a:extLst>
              <a:ext uri="{FF2B5EF4-FFF2-40B4-BE49-F238E27FC236}">
                <a16:creationId xmlns:a16="http://schemas.microsoft.com/office/drawing/2014/main" id="{63A7B886-8E04-5007-BB32-A7D7AE38413B}"/>
              </a:ext>
            </a:extLst>
          </p:cNvPr>
          <p:cNvSpPr>
            <a:spLocks noGrp="1"/>
          </p:cNvSpPr>
          <p:nvPr>
            <p:ph type="ctrTitle" hasCustomPrompt="1"/>
          </p:nvPr>
        </p:nvSpPr>
        <p:spPr>
          <a:xfrm>
            <a:off x="914401" y="2202820"/>
            <a:ext cx="6429374" cy="1325880"/>
          </a:xfrm>
        </p:spPr>
        <p:txBody>
          <a:bodyPr anchor="t" anchorCtr="0"/>
          <a:lstStyle>
            <a:lvl1pPr algn="l">
              <a:lnSpc>
                <a:spcPct val="80000"/>
              </a:lnSpc>
              <a:defRPr sz="3600"/>
            </a:lvl1pPr>
          </a:lstStyle>
          <a:p>
            <a:r>
              <a:rPr lang="en-US"/>
              <a:t>Presentation title</a:t>
            </a:r>
            <a:br>
              <a:rPr lang="en-US"/>
            </a:br>
            <a:r>
              <a:rPr lang="en-US"/>
              <a:t>PRESENTATION TITLE</a:t>
            </a:r>
            <a:br>
              <a:rPr lang="en-US"/>
            </a:br>
            <a:r>
              <a:rPr lang="en-US"/>
              <a:t>THREE LINES MAX</a:t>
            </a:r>
          </a:p>
        </p:txBody>
      </p:sp>
      <p:sp>
        <p:nvSpPr>
          <p:cNvPr id="28" name="Subtitle 2">
            <a:extLst>
              <a:ext uri="{FF2B5EF4-FFF2-40B4-BE49-F238E27FC236}">
                <a16:creationId xmlns:a16="http://schemas.microsoft.com/office/drawing/2014/main" id="{378B44EF-38A4-9707-9ED0-23F22C855CA7}"/>
              </a:ext>
            </a:extLst>
          </p:cNvPr>
          <p:cNvSpPr>
            <a:spLocks noGrp="1"/>
          </p:cNvSpPr>
          <p:nvPr>
            <p:ph type="subTitle" idx="1" hasCustomPrompt="1"/>
          </p:nvPr>
        </p:nvSpPr>
        <p:spPr>
          <a:xfrm>
            <a:off x="914401" y="3784732"/>
            <a:ext cx="3565524" cy="457200"/>
          </a:xfrm>
        </p:spPr>
        <p:txBody>
          <a:bodyPr anchor="ctr" anchorCtr="0"/>
          <a:lstStyle>
            <a:lvl1pPr marL="0" indent="0" algn="l">
              <a:spcBef>
                <a:spcPts val="0"/>
              </a:spcBef>
              <a:buNone/>
              <a:defRPr sz="1200" b="1">
                <a:solidFill>
                  <a:schemeClr val="tx2"/>
                </a:solidFill>
              </a:defRPr>
            </a:lvl1pPr>
            <a:lvl2pPr marL="0" indent="0" algn="l">
              <a:spcBef>
                <a:spcPts val="0"/>
              </a:spcBef>
              <a:buNone/>
              <a:defRPr sz="1200" b="1">
                <a:solidFill>
                  <a:schemeClr val="tx2"/>
                </a:solidFill>
              </a:defRPr>
            </a:lvl2pPr>
            <a:lvl3pPr marL="0" indent="0" algn="l">
              <a:spcBef>
                <a:spcPts val="0"/>
              </a:spcBef>
              <a:buNone/>
              <a:defRPr sz="1200" b="1">
                <a:solidFill>
                  <a:schemeClr val="tx2"/>
                </a:solidFill>
              </a:defRPr>
            </a:lvl3pPr>
            <a:lvl4pPr marL="0" indent="0" algn="l">
              <a:spcBef>
                <a:spcPts val="0"/>
              </a:spcBef>
              <a:buNone/>
              <a:defRPr sz="1200" b="1">
                <a:solidFill>
                  <a:schemeClr val="tx2"/>
                </a:solidFill>
              </a:defRPr>
            </a:lvl4pPr>
            <a:lvl5pPr marL="0" indent="0" algn="l">
              <a:spcBef>
                <a:spcPts val="0"/>
              </a:spcBef>
              <a:buNone/>
              <a:defRPr sz="1200" b="1">
                <a:solidFill>
                  <a:schemeClr val="tx2"/>
                </a:solidFill>
              </a:defRPr>
            </a:lvl5pPr>
            <a:lvl6pPr marL="0" indent="0" algn="l">
              <a:spcBef>
                <a:spcPts val="0"/>
              </a:spcBef>
              <a:buNone/>
              <a:defRPr sz="1200" b="1">
                <a:solidFill>
                  <a:schemeClr val="tx2"/>
                </a:solidFill>
              </a:defRPr>
            </a:lvl6pPr>
            <a:lvl7pPr marL="0" indent="0" algn="l">
              <a:spcBef>
                <a:spcPts val="0"/>
              </a:spcBef>
              <a:buNone/>
              <a:defRPr sz="1200" b="1">
                <a:solidFill>
                  <a:schemeClr val="tx2"/>
                </a:solidFill>
              </a:defRPr>
            </a:lvl7pPr>
            <a:lvl8pPr marL="0" indent="0" algn="l">
              <a:spcBef>
                <a:spcPts val="0"/>
              </a:spcBef>
              <a:buNone/>
              <a:defRPr sz="1200" b="1">
                <a:solidFill>
                  <a:schemeClr val="tx2"/>
                </a:solidFill>
              </a:defRPr>
            </a:lvl8pPr>
            <a:lvl9pPr marL="0" indent="0" algn="l">
              <a:spcBef>
                <a:spcPts val="0"/>
              </a:spcBef>
              <a:buNone/>
              <a:defRPr sz="1200" b="1">
                <a:solidFill>
                  <a:schemeClr val="tx2"/>
                </a:solidFill>
              </a:defRPr>
            </a:lvl9pPr>
          </a:lstStyle>
          <a:p>
            <a:r>
              <a:rPr lang="en-US"/>
              <a:t>[Presentation subtitle/description]</a:t>
            </a:r>
          </a:p>
        </p:txBody>
      </p:sp>
      <p:sp>
        <p:nvSpPr>
          <p:cNvPr id="29" name="Text Placeholder 3">
            <a:extLst>
              <a:ext uri="{FF2B5EF4-FFF2-40B4-BE49-F238E27FC236}">
                <a16:creationId xmlns:a16="http://schemas.microsoft.com/office/drawing/2014/main" id="{6EB225BD-8BA1-27E0-7708-54249ED7D35A}"/>
              </a:ext>
            </a:extLst>
          </p:cNvPr>
          <p:cNvSpPr>
            <a:spLocks noGrp="1"/>
          </p:cNvSpPr>
          <p:nvPr>
            <p:ph type="body" sz="quarter" idx="10" hasCustomPrompt="1"/>
          </p:nvPr>
        </p:nvSpPr>
        <p:spPr>
          <a:xfrm>
            <a:off x="5212079" y="3784732"/>
            <a:ext cx="2131695" cy="457200"/>
          </a:xfrm>
        </p:spPr>
        <p:txBody>
          <a:bodyPr anchor="ctr" anchorCtr="0"/>
          <a:lstStyle>
            <a:lvl1pPr marL="0" indent="0" algn="ctr">
              <a:lnSpc>
                <a:spcPct val="80000"/>
              </a:lnSpc>
              <a:spcBef>
                <a:spcPts val="0"/>
              </a:spcBef>
              <a:buFontTx/>
              <a:buNone/>
              <a:defRPr sz="1400" b="1" cap="all" baseline="0">
                <a:solidFill>
                  <a:schemeClr val="tx2"/>
                </a:solidFill>
              </a:defRPr>
            </a:lvl1pPr>
            <a:lvl2pPr marL="0" indent="0" algn="ctr">
              <a:lnSpc>
                <a:spcPct val="80000"/>
              </a:lnSpc>
              <a:spcBef>
                <a:spcPts val="0"/>
              </a:spcBef>
              <a:buFontTx/>
              <a:buNone/>
              <a:defRPr sz="1400" b="1" cap="all" baseline="0">
                <a:solidFill>
                  <a:schemeClr val="tx2"/>
                </a:solidFill>
              </a:defRPr>
            </a:lvl2pPr>
            <a:lvl3pPr marL="0" indent="0" algn="ctr">
              <a:lnSpc>
                <a:spcPct val="80000"/>
              </a:lnSpc>
              <a:spcBef>
                <a:spcPts val="0"/>
              </a:spcBef>
              <a:buFontTx/>
              <a:buNone/>
              <a:defRPr sz="1400" b="1" cap="all" baseline="0">
                <a:solidFill>
                  <a:schemeClr val="tx2"/>
                </a:solidFill>
              </a:defRPr>
            </a:lvl3pPr>
            <a:lvl4pPr marL="0" indent="0" algn="ctr">
              <a:lnSpc>
                <a:spcPct val="80000"/>
              </a:lnSpc>
              <a:spcBef>
                <a:spcPts val="0"/>
              </a:spcBef>
              <a:buFontTx/>
              <a:buNone/>
              <a:defRPr sz="1400" b="1" cap="all" baseline="0">
                <a:solidFill>
                  <a:schemeClr val="tx2"/>
                </a:solidFill>
              </a:defRPr>
            </a:lvl4pPr>
            <a:lvl5pPr marL="0" indent="0" algn="ctr">
              <a:lnSpc>
                <a:spcPct val="80000"/>
              </a:lnSpc>
              <a:spcBef>
                <a:spcPts val="0"/>
              </a:spcBef>
              <a:buFontTx/>
              <a:buNone/>
              <a:defRPr sz="1400" b="1" cap="all" baseline="0">
                <a:solidFill>
                  <a:schemeClr val="tx2"/>
                </a:solidFill>
              </a:defRPr>
            </a:lvl5pPr>
            <a:lvl6pPr marL="0" indent="0" algn="ctr">
              <a:lnSpc>
                <a:spcPct val="80000"/>
              </a:lnSpc>
              <a:spcBef>
                <a:spcPts val="0"/>
              </a:spcBef>
              <a:buFontTx/>
              <a:buNone/>
              <a:defRPr sz="1400" b="1" cap="all" baseline="0">
                <a:solidFill>
                  <a:schemeClr val="tx2"/>
                </a:solidFill>
              </a:defRPr>
            </a:lvl6pPr>
            <a:lvl7pPr marL="0" indent="0" algn="ctr">
              <a:lnSpc>
                <a:spcPct val="80000"/>
              </a:lnSpc>
              <a:spcBef>
                <a:spcPts val="0"/>
              </a:spcBef>
              <a:buFontTx/>
              <a:buNone/>
              <a:defRPr sz="1400" b="1" cap="all" baseline="0">
                <a:solidFill>
                  <a:schemeClr val="tx2"/>
                </a:solidFill>
              </a:defRPr>
            </a:lvl7pPr>
            <a:lvl8pPr marL="0" indent="0" algn="ctr">
              <a:lnSpc>
                <a:spcPct val="80000"/>
              </a:lnSpc>
              <a:spcBef>
                <a:spcPts val="0"/>
              </a:spcBef>
              <a:buFontTx/>
              <a:buNone/>
              <a:defRPr sz="1400" b="1" cap="all" baseline="0">
                <a:solidFill>
                  <a:schemeClr val="tx2"/>
                </a:solidFill>
              </a:defRPr>
            </a:lvl8pPr>
            <a:lvl9pPr marL="0" indent="0" algn="ctr">
              <a:lnSpc>
                <a:spcPct val="80000"/>
              </a:lnSpc>
              <a:spcBef>
                <a:spcPts val="0"/>
              </a:spcBef>
              <a:buFontTx/>
              <a:buNone/>
              <a:defRPr sz="1400" b="1" cap="all" baseline="0">
                <a:solidFill>
                  <a:schemeClr val="tx2"/>
                </a:solidFill>
              </a:defRPr>
            </a:lvl9pPr>
          </a:lstStyle>
          <a:p>
            <a:pPr lvl="0"/>
            <a:r>
              <a:rPr lang="en-US"/>
              <a:t>[00 Month 0000]</a:t>
            </a:r>
          </a:p>
        </p:txBody>
      </p:sp>
      <p:pic>
        <p:nvPicPr>
          <p:cNvPr id="30" name="Picture 29">
            <a:extLst>
              <a:ext uri="{FF2B5EF4-FFF2-40B4-BE49-F238E27FC236}">
                <a16:creationId xmlns:a16="http://schemas.microsoft.com/office/drawing/2014/main" id="{7DA15189-0EE0-5679-2F6C-19C49A630D80}"/>
              </a:ext>
            </a:extLst>
          </p:cNvPr>
          <p:cNvPicPr>
            <a:picLocks noChangeAspect="1"/>
          </p:cNvPicPr>
          <p:nvPr/>
        </p:nvPicPr>
        <p:blipFill>
          <a:blip r:embed="rId4"/>
          <a:srcRect/>
          <a:stretch/>
        </p:blipFill>
        <p:spPr>
          <a:xfrm>
            <a:off x="10004616" y="411162"/>
            <a:ext cx="1629707" cy="478023"/>
          </a:xfrm>
          <a:prstGeom prst="rect">
            <a:avLst/>
          </a:prstGeom>
        </p:spPr>
      </p:pic>
      <p:sp>
        <p:nvSpPr>
          <p:cNvPr id="2" name="Rectangle 15">
            <a:extLst>
              <a:ext uri="{FF2B5EF4-FFF2-40B4-BE49-F238E27FC236}">
                <a16:creationId xmlns:a16="http://schemas.microsoft.com/office/drawing/2014/main" id="{D4C88638-6856-0BEB-48E7-78E46B7E57D8}"/>
              </a:ext>
            </a:extLst>
          </p:cNvPr>
          <p:cNvSpPr>
            <a:spLocks noChangeArrowheads="1"/>
          </p:cNvSpPr>
          <p:nvPr/>
        </p:nvSpPr>
        <p:spPr bwMode="auto">
          <a:xfrm>
            <a:off x="1386840" y="6657945"/>
            <a:ext cx="9418320" cy="200055"/>
          </a:xfrm>
          <a:prstGeom prst="rect">
            <a:avLst/>
          </a:prstGeom>
          <a:noFill/>
          <a:ln w="9525">
            <a:noFill/>
            <a:miter lim="800000"/>
            <a:headEnd/>
            <a:tailEnd/>
          </a:ln>
        </p:spPr>
        <p:txBody>
          <a:bodyPr wrap="square" lIns="0" rIns="0" anchor="b">
            <a:spAutoFit/>
          </a:bodyPr>
          <a:lstStyle/>
          <a:p>
            <a:pPr algn="ctr">
              <a:defRPr/>
            </a:pPr>
            <a:r>
              <a:rPr lang="en-US" sz="700" b="1" dirty="0">
                <a:solidFill>
                  <a:srgbClr val="2DAA27"/>
                </a:solidFill>
                <a:latin typeface="+mn-lt"/>
                <a:cs typeface="Arial Bold" panose="020B0704020202020204" pitchFamily="34" charset="0"/>
              </a:rPr>
              <a:t>UNCLASSIFIED</a:t>
            </a:r>
          </a:p>
        </p:txBody>
      </p:sp>
      <p:sp>
        <p:nvSpPr>
          <p:cNvPr id="3" name="Rectangle 2">
            <a:extLst>
              <a:ext uri="{FF2B5EF4-FFF2-40B4-BE49-F238E27FC236}">
                <a16:creationId xmlns:a16="http://schemas.microsoft.com/office/drawing/2014/main" id="{BDCC2702-2764-1DE3-1940-31386289C0D0}"/>
              </a:ext>
            </a:extLst>
          </p:cNvPr>
          <p:cNvSpPr>
            <a:spLocks noChangeArrowheads="1"/>
          </p:cNvSpPr>
          <p:nvPr/>
        </p:nvSpPr>
        <p:spPr bwMode="auto">
          <a:xfrm>
            <a:off x="1386840" y="0"/>
            <a:ext cx="9418320" cy="200055"/>
          </a:xfrm>
          <a:prstGeom prst="rect">
            <a:avLst/>
          </a:prstGeom>
          <a:noFill/>
          <a:ln w="9525">
            <a:noFill/>
            <a:miter lim="800000"/>
            <a:headEnd/>
            <a:tailEnd/>
          </a:ln>
        </p:spPr>
        <p:txBody>
          <a:bodyPr wrap="square" anchor="t" anchorCtr="0">
            <a:spAutoFit/>
          </a:bodyPr>
          <a:lstStyle/>
          <a:p>
            <a:pPr algn="ctr">
              <a:defRPr/>
            </a:pPr>
            <a:r>
              <a:rPr lang="en-US" sz="700" b="1" dirty="0">
                <a:solidFill>
                  <a:srgbClr val="2DAA27"/>
                </a:solidFill>
                <a:latin typeface="+mn-lt"/>
                <a:cs typeface="Arial Bold" panose="020B0704020202020204" pitchFamily="34" charset="0"/>
              </a:rPr>
              <a:t>UNCLASSIFIED</a:t>
            </a:r>
          </a:p>
        </p:txBody>
      </p:sp>
    </p:spTree>
    <p:extLst>
      <p:ext uri="{BB962C8B-B14F-4D97-AF65-F5344CB8AC3E}">
        <p14:creationId xmlns:p14="http://schemas.microsoft.com/office/powerpoint/2010/main" val="3808624327"/>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[Slide title]</a:t>
            </a:r>
          </a:p>
        </p:txBody>
      </p:sp>
      <p:sp>
        <p:nvSpPr>
          <p:cNvPr id="3" name="Content Placeholder 2"/>
          <p:cNvSpPr>
            <a:spLocks noGrp="1"/>
          </p:cNvSpPr>
          <p:nvPr>
            <p:ph idx="1"/>
          </p:nvPr>
        </p:nvSpPr>
        <p:spPr>
          <a:xfrm>
            <a:off x="548640" y="1600198"/>
            <a:ext cx="6795136" cy="457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4FBB89F-F200-3967-06C8-C1B71C7F0FF9}"/>
              </a:ext>
            </a:extLst>
          </p:cNvPr>
          <p:cNvSpPr>
            <a:spLocks noGrp="1"/>
          </p:cNvSpPr>
          <p:nvPr>
            <p:ph type="dt" sz="half" idx="10"/>
          </p:nvPr>
        </p:nvSpPr>
        <p:spPr>
          <a:xfrm>
            <a:off x="548640" y="6629400"/>
            <a:ext cx="822960" cy="228600"/>
          </a:xfrm>
        </p:spPr>
        <p:txBody>
          <a:bodyPr lIns="0"/>
          <a:lstStyle/>
          <a:p>
            <a:fld id="{971AFA9C-17DA-4726-B9E3-ADECF7729AF7}" type="datetimeFigureOut">
              <a:rPr lang="en-US" smtClean="0"/>
              <a:t>7/21/2026</a:t>
            </a:fld>
            <a:endParaRPr lang="en-US"/>
          </a:p>
        </p:txBody>
      </p:sp>
      <p:sp>
        <p:nvSpPr>
          <p:cNvPr id="6" name="Slide Number Placeholder 5">
            <a:extLst>
              <a:ext uri="{FF2B5EF4-FFF2-40B4-BE49-F238E27FC236}">
                <a16:creationId xmlns:a16="http://schemas.microsoft.com/office/drawing/2014/main" id="{03C0BAD3-337A-DC60-A7ED-BF13F0826264}"/>
              </a:ext>
            </a:extLst>
          </p:cNvPr>
          <p:cNvSpPr>
            <a:spLocks noGrp="1"/>
          </p:cNvSpPr>
          <p:nvPr>
            <p:ph type="sldNum" sz="quarter" idx="11"/>
          </p:nvPr>
        </p:nvSpPr>
        <p:spPr>
          <a:xfrm>
            <a:off x="11245104" y="6629400"/>
            <a:ext cx="399210" cy="228600"/>
          </a:xfrm>
        </p:spPr>
        <p:txBody>
          <a:bodyPr rIns="0"/>
          <a:lstStyle/>
          <a:p>
            <a:fld id="{79D051F2-C7C4-43BD-B552-C78CE0DE4128}" type="slidenum">
              <a:rPr lang="en-US" smtClean="0"/>
              <a:t>‹#›</a:t>
            </a:fld>
            <a:endParaRPr lang="en-US"/>
          </a:p>
        </p:txBody>
      </p:sp>
    </p:spTree>
    <p:extLst>
      <p:ext uri="{BB962C8B-B14F-4D97-AF65-F5344CB8AC3E}">
        <p14:creationId xmlns:p14="http://schemas.microsoft.com/office/powerpoint/2010/main" val="3481837229"/>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2 Column">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17D0BA3-CE88-4FFE-E80D-CD039190BDDD}"/>
              </a:ext>
            </a:extLst>
          </p:cNvPr>
          <p:cNvSpPr>
            <a:spLocks noGrp="1"/>
          </p:cNvSpPr>
          <p:nvPr>
            <p:ph type="title" hasCustomPrompt="1"/>
          </p:nvPr>
        </p:nvSpPr>
        <p:spPr/>
        <p:txBody>
          <a:bodyPr/>
          <a:lstStyle/>
          <a:p>
            <a:r>
              <a:rPr lang="en-US"/>
              <a:t>[Slide title]</a:t>
            </a:r>
          </a:p>
        </p:txBody>
      </p:sp>
      <p:sp>
        <p:nvSpPr>
          <p:cNvPr id="3" name="Content Placeholder 2"/>
          <p:cNvSpPr>
            <a:spLocks noGrp="1"/>
          </p:cNvSpPr>
          <p:nvPr>
            <p:ph sz="half" idx="1"/>
          </p:nvPr>
        </p:nvSpPr>
        <p:spPr>
          <a:xfrm>
            <a:off x="548639" y="1600200"/>
            <a:ext cx="5364480" cy="457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78879" y="1600200"/>
            <a:ext cx="5364480" cy="457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a:extLst>
              <a:ext uri="{FF2B5EF4-FFF2-40B4-BE49-F238E27FC236}">
                <a16:creationId xmlns:a16="http://schemas.microsoft.com/office/drawing/2014/main" id="{43576077-E818-BDF1-A607-CD8784277FC5}"/>
              </a:ext>
            </a:extLst>
          </p:cNvPr>
          <p:cNvSpPr>
            <a:spLocks noGrp="1"/>
          </p:cNvSpPr>
          <p:nvPr>
            <p:ph type="dt" sz="half" idx="10"/>
          </p:nvPr>
        </p:nvSpPr>
        <p:spPr/>
        <p:txBody>
          <a:bodyPr/>
          <a:lstStyle/>
          <a:p>
            <a:fld id="{971AFA9C-17DA-4726-B9E3-ADECF7729AF7}" type="datetimeFigureOut">
              <a:rPr lang="en-US" smtClean="0"/>
              <a:t>7/21/2026</a:t>
            </a:fld>
            <a:endParaRPr lang="en-US"/>
          </a:p>
        </p:txBody>
      </p:sp>
      <p:sp>
        <p:nvSpPr>
          <p:cNvPr id="7" name="Slide Number Placeholder 6">
            <a:extLst>
              <a:ext uri="{FF2B5EF4-FFF2-40B4-BE49-F238E27FC236}">
                <a16:creationId xmlns:a16="http://schemas.microsoft.com/office/drawing/2014/main" id="{B0B9DE45-E855-FE62-197B-32BBD9BBBA57}"/>
              </a:ext>
            </a:extLst>
          </p:cNvPr>
          <p:cNvSpPr>
            <a:spLocks noGrp="1"/>
          </p:cNvSpPr>
          <p:nvPr>
            <p:ph type="sldNum" sz="quarter" idx="11"/>
          </p:nvPr>
        </p:nvSpPr>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1308781641"/>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9713ED7-122D-D0BC-7C53-E1C615A94F8B}"/>
              </a:ext>
            </a:extLst>
          </p:cNvPr>
          <p:cNvSpPr>
            <a:spLocks noGrp="1"/>
          </p:cNvSpPr>
          <p:nvPr>
            <p:ph type="title" hasCustomPrompt="1"/>
          </p:nvPr>
        </p:nvSpPr>
        <p:spPr/>
        <p:txBody>
          <a:bodyPr/>
          <a:lstStyle/>
          <a:p>
            <a:r>
              <a:rPr lang="en-US"/>
              <a:t>[Slide title]</a:t>
            </a:r>
          </a:p>
        </p:txBody>
      </p:sp>
      <p:sp>
        <p:nvSpPr>
          <p:cNvPr id="3" name="Content Placeholder 2"/>
          <p:cNvSpPr>
            <a:spLocks noGrp="1"/>
          </p:cNvSpPr>
          <p:nvPr>
            <p:ph sz="half" idx="1"/>
          </p:nvPr>
        </p:nvSpPr>
        <p:spPr>
          <a:xfrm>
            <a:off x="548639" y="1600200"/>
            <a:ext cx="3450336" cy="457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370832" y="1600200"/>
            <a:ext cx="3450336" cy="457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617618FB-CD21-AF4A-B264-6355E9BD7981}"/>
              </a:ext>
            </a:extLst>
          </p:cNvPr>
          <p:cNvSpPr>
            <a:spLocks noGrp="1"/>
          </p:cNvSpPr>
          <p:nvPr>
            <p:ph sz="half" idx="10"/>
          </p:nvPr>
        </p:nvSpPr>
        <p:spPr>
          <a:xfrm>
            <a:off x="8193023" y="1600200"/>
            <a:ext cx="3450336" cy="457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645ED9-A46E-B9F8-0D30-36DF4C37823A}"/>
              </a:ext>
            </a:extLst>
          </p:cNvPr>
          <p:cNvSpPr>
            <a:spLocks noGrp="1"/>
          </p:cNvSpPr>
          <p:nvPr>
            <p:ph type="dt" sz="half" idx="11"/>
          </p:nvPr>
        </p:nvSpPr>
        <p:spPr/>
        <p:txBody>
          <a:bodyPr/>
          <a:lstStyle/>
          <a:p>
            <a:fld id="{971AFA9C-17DA-4726-B9E3-ADECF7729AF7}" type="datetimeFigureOut">
              <a:rPr lang="en-US" smtClean="0"/>
              <a:t>7/21/2026</a:t>
            </a:fld>
            <a:endParaRPr lang="en-US"/>
          </a:p>
        </p:txBody>
      </p:sp>
      <p:sp>
        <p:nvSpPr>
          <p:cNvPr id="8" name="Slide Number Placeholder 7">
            <a:extLst>
              <a:ext uri="{FF2B5EF4-FFF2-40B4-BE49-F238E27FC236}">
                <a16:creationId xmlns:a16="http://schemas.microsoft.com/office/drawing/2014/main" id="{87D0D458-416D-011B-0311-0C2B249BFF89}"/>
              </a:ext>
            </a:extLst>
          </p:cNvPr>
          <p:cNvSpPr>
            <a:spLocks noGrp="1"/>
          </p:cNvSpPr>
          <p:nvPr>
            <p:ph type="sldNum" sz="quarter" idx="12"/>
          </p:nvPr>
        </p:nvSpPr>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1719009475"/>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4 Column">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61ED6E9-4BFC-F986-93E1-1249E94D9780}"/>
              </a:ext>
            </a:extLst>
          </p:cNvPr>
          <p:cNvSpPr>
            <a:spLocks noGrp="1"/>
          </p:cNvSpPr>
          <p:nvPr>
            <p:ph type="title" hasCustomPrompt="1"/>
          </p:nvPr>
        </p:nvSpPr>
        <p:spPr/>
        <p:txBody>
          <a:bodyPr/>
          <a:lstStyle/>
          <a:p>
            <a:r>
              <a:rPr lang="en-US"/>
              <a:t>[Slide title]</a:t>
            </a:r>
          </a:p>
        </p:txBody>
      </p:sp>
      <p:sp>
        <p:nvSpPr>
          <p:cNvPr id="3" name="Content Placeholder 2"/>
          <p:cNvSpPr>
            <a:spLocks noGrp="1"/>
          </p:cNvSpPr>
          <p:nvPr>
            <p:ph sz="half" idx="1"/>
          </p:nvPr>
        </p:nvSpPr>
        <p:spPr>
          <a:xfrm>
            <a:off x="548641" y="1600200"/>
            <a:ext cx="2499359" cy="4572000"/>
          </a:xfr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13761" y="1600200"/>
            <a:ext cx="2499359" cy="4572000"/>
          </a:xfr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617618FB-CD21-AF4A-B264-6355E9BD7981}"/>
              </a:ext>
            </a:extLst>
          </p:cNvPr>
          <p:cNvSpPr>
            <a:spLocks noGrp="1"/>
          </p:cNvSpPr>
          <p:nvPr>
            <p:ph sz="half" idx="10"/>
          </p:nvPr>
        </p:nvSpPr>
        <p:spPr>
          <a:xfrm>
            <a:off x="6278881" y="1600200"/>
            <a:ext cx="2499359" cy="4572000"/>
          </a:xfr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5">
            <a:extLst>
              <a:ext uri="{FF2B5EF4-FFF2-40B4-BE49-F238E27FC236}">
                <a16:creationId xmlns:a16="http://schemas.microsoft.com/office/drawing/2014/main" id="{873DCC96-E62A-5505-4F1E-4A80C8498209}"/>
              </a:ext>
            </a:extLst>
          </p:cNvPr>
          <p:cNvSpPr>
            <a:spLocks noGrp="1"/>
          </p:cNvSpPr>
          <p:nvPr>
            <p:ph sz="half" idx="11"/>
          </p:nvPr>
        </p:nvSpPr>
        <p:spPr>
          <a:xfrm>
            <a:off x="9144001" y="1600200"/>
            <a:ext cx="2499359" cy="4572000"/>
          </a:xfr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99E75897-C7CA-D608-954E-EA24E33CBEB8}"/>
              </a:ext>
            </a:extLst>
          </p:cNvPr>
          <p:cNvSpPr>
            <a:spLocks noGrp="1"/>
          </p:cNvSpPr>
          <p:nvPr>
            <p:ph type="dt" sz="half" idx="12"/>
          </p:nvPr>
        </p:nvSpPr>
        <p:spPr/>
        <p:txBody>
          <a:bodyPr/>
          <a:lstStyle/>
          <a:p>
            <a:fld id="{971AFA9C-17DA-4726-B9E3-ADECF7729AF7}" type="datetimeFigureOut">
              <a:rPr lang="en-US" smtClean="0"/>
              <a:t>7/21/2026</a:t>
            </a:fld>
            <a:endParaRPr lang="en-US"/>
          </a:p>
        </p:txBody>
      </p:sp>
      <p:sp>
        <p:nvSpPr>
          <p:cNvPr id="9" name="Slide Number Placeholder 8">
            <a:extLst>
              <a:ext uri="{FF2B5EF4-FFF2-40B4-BE49-F238E27FC236}">
                <a16:creationId xmlns:a16="http://schemas.microsoft.com/office/drawing/2014/main" id="{FF00C8CD-D32C-E34D-BB8E-34B4CB816D39}"/>
              </a:ext>
            </a:extLst>
          </p:cNvPr>
          <p:cNvSpPr>
            <a:spLocks noGrp="1"/>
          </p:cNvSpPr>
          <p:nvPr>
            <p:ph type="sldNum" sz="quarter" idx="13"/>
          </p:nvPr>
        </p:nvSpPr>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917093831"/>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4 Icons">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61ED6E9-4BFC-F986-93E1-1249E94D9780}"/>
              </a:ext>
            </a:extLst>
          </p:cNvPr>
          <p:cNvSpPr>
            <a:spLocks noGrp="1"/>
          </p:cNvSpPr>
          <p:nvPr>
            <p:ph type="title" hasCustomPrompt="1"/>
          </p:nvPr>
        </p:nvSpPr>
        <p:spPr/>
        <p:txBody>
          <a:bodyPr/>
          <a:lstStyle/>
          <a:p>
            <a:r>
              <a:rPr lang="en-US"/>
              <a:t>[Slide title]</a:t>
            </a:r>
          </a:p>
        </p:txBody>
      </p:sp>
      <p:sp>
        <p:nvSpPr>
          <p:cNvPr id="9" name="Picture Placeholder 2">
            <a:extLst>
              <a:ext uri="{FF2B5EF4-FFF2-40B4-BE49-F238E27FC236}">
                <a16:creationId xmlns:a16="http://schemas.microsoft.com/office/drawing/2014/main" id="{2FDCDCBF-BE41-ACC6-2307-F24F0B601969}"/>
              </a:ext>
            </a:extLst>
          </p:cNvPr>
          <p:cNvSpPr>
            <a:spLocks noGrp="1" noChangeAspect="1"/>
          </p:cNvSpPr>
          <p:nvPr>
            <p:ph type="pic" sz="quarter" idx="12" hasCustomPrompt="1"/>
          </p:nvPr>
        </p:nvSpPr>
        <p:spPr>
          <a:xfrm>
            <a:off x="548640" y="1600200"/>
            <a:ext cx="557784" cy="555498"/>
          </a:xfrm>
        </p:spPr>
        <p:txBody>
          <a:bodyPr anchor="ctr" anchorCtr="0"/>
          <a:lstStyle>
            <a:lvl1pPr marL="0" indent="0" algn="ctr">
              <a:buFontTx/>
              <a:buNone/>
              <a:defRPr sz="800"/>
            </a:lvl1pPr>
          </a:lstStyle>
          <a:p>
            <a:r>
              <a:rPr lang="en-US"/>
              <a:t>[Icon]</a:t>
            </a:r>
          </a:p>
        </p:txBody>
      </p:sp>
      <p:sp>
        <p:nvSpPr>
          <p:cNvPr id="3" name="Content Placeholder 3"/>
          <p:cNvSpPr>
            <a:spLocks noGrp="1"/>
          </p:cNvSpPr>
          <p:nvPr>
            <p:ph sz="half" idx="1"/>
          </p:nvPr>
        </p:nvSpPr>
        <p:spPr>
          <a:xfrm>
            <a:off x="548641" y="2285998"/>
            <a:ext cx="2499359" cy="3886202"/>
          </a:xfr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4">
            <a:extLst>
              <a:ext uri="{FF2B5EF4-FFF2-40B4-BE49-F238E27FC236}">
                <a16:creationId xmlns:a16="http://schemas.microsoft.com/office/drawing/2014/main" id="{C7652FE0-2E63-C05D-5D80-EE5429B0A7EE}"/>
              </a:ext>
            </a:extLst>
          </p:cNvPr>
          <p:cNvSpPr>
            <a:spLocks noGrp="1" noChangeAspect="1"/>
          </p:cNvSpPr>
          <p:nvPr>
            <p:ph type="pic" sz="quarter" idx="13" hasCustomPrompt="1"/>
          </p:nvPr>
        </p:nvSpPr>
        <p:spPr>
          <a:xfrm>
            <a:off x="3413760" y="1600200"/>
            <a:ext cx="557784" cy="557784"/>
          </a:xfrm>
        </p:spPr>
        <p:txBody>
          <a:bodyPr anchor="ctr" anchorCtr="0"/>
          <a:lstStyle>
            <a:lvl1pPr marL="0" indent="0" algn="ctr">
              <a:buFontTx/>
              <a:buNone/>
              <a:defRPr sz="800"/>
            </a:lvl1pPr>
          </a:lstStyle>
          <a:p>
            <a:r>
              <a:rPr lang="en-US"/>
              <a:t>[Icon]</a:t>
            </a:r>
          </a:p>
        </p:txBody>
      </p:sp>
      <p:sp>
        <p:nvSpPr>
          <p:cNvPr id="4" name="Content Placeholder 5"/>
          <p:cNvSpPr>
            <a:spLocks noGrp="1"/>
          </p:cNvSpPr>
          <p:nvPr>
            <p:ph sz="half" idx="2"/>
          </p:nvPr>
        </p:nvSpPr>
        <p:spPr>
          <a:xfrm>
            <a:off x="3413761" y="2285998"/>
            <a:ext cx="2499359" cy="3886202"/>
          </a:xfr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6">
            <a:extLst>
              <a:ext uri="{FF2B5EF4-FFF2-40B4-BE49-F238E27FC236}">
                <a16:creationId xmlns:a16="http://schemas.microsoft.com/office/drawing/2014/main" id="{B76F3E0A-3A89-0179-6808-7B86658B2939}"/>
              </a:ext>
            </a:extLst>
          </p:cNvPr>
          <p:cNvSpPr>
            <a:spLocks noGrp="1" noChangeAspect="1"/>
          </p:cNvSpPr>
          <p:nvPr>
            <p:ph type="pic" sz="quarter" idx="14" hasCustomPrompt="1"/>
          </p:nvPr>
        </p:nvSpPr>
        <p:spPr>
          <a:xfrm>
            <a:off x="6278880" y="1600200"/>
            <a:ext cx="557784" cy="557784"/>
          </a:xfrm>
        </p:spPr>
        <p:txBody>
          <a:bodyPr anchor="ctr" anchorCtr="0"/>
          <a:lstStyle>
            <a:lvl1pPr marL="0" indent="0" algn="ctr">
              <a:buFontTx/>
              <a:buNone/>
              <a:defRPr sz="800"/>
            </a:lvl1pPr>
          </a:lstStyle>
          <a:p>
            <a:r>
              <a:rPr lang="en-US"/>
              <a:t>[Icon]</a:t>
            </a:r>
          </a:p>
        </p:txBody>
      </p:sp>
      <p:sp>
        <p:nvSpPr>
          <p:cNvPr id="6" name="Content Placeholder 7">
            <a:extLst>
              <a:ext uri="{FF2B5EF4-FFF2-40B4-BE49-F238E27FC236}">
                <a16:creationId xmlns:a16="http://schemas.microsoft.com/office/drawing/2014/main" id="{617618FB-CD21-AF4A-B264-6355E9BD7981}"/>
              </a:ext>
            </a:extLst>
          </p:cNvPr>
          <p:cNvSpPr>
            <a:spLocks noGrp="1"/>
          </p:cNvSpPr>
          <p:nvPr>
            <p:ph sz="half" idx="10"/>
          </p:nvPr>
        </p:nvSpPr>
        <p:spPr>
          <a:xfrm>
            <a:off x="6278881" y="2285998"/>
            <a:ext cx="2499359" cy="3886202"/>
          </a:xfr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8">
            <a:extLst>
              <a:ext uri="{FF2B5EF4-FFF2-40B4-BE49-F238E27FC236}">
                <a16:creationId xmlns:a16="http://schemas.microsoft.com/office/drawing/2014/main" id="{83E5AF74-1A89-50D1-F570-2D5345102584}"/>
              </a:ext>
            </a:extLst>
          </p:cNvPr>
          <p:cNvSpPr>
            <a:spLocks noGrp="1" noChangeAspect="1"/>
          </p:cNvSpPr>
          <p:nvPr>
            <p:ph type="pic" sz="quarter" idx="15" hasCustomPrompt="1"/>
          </p:nvPr>
        </p:nvSpPr>
        <p:spPr>
          <a:xfrm>
            <a:off x="9144000" y="1600200"/>
            <a:ext cx="557784" cy="557784"/>
          </a:xfrm>
        </p:spPr>
        <p:txBody>
          <a:bodyPr anchor="ctr" anchorCtr="0"/>
          <a:lstStyle>
            <a:lvl1pPr marL="0" indent="0" algn="ctr">
              <a:buFontTx/>
              <a:buNone/>
              <a:defRPr sz="800"/>
            </a:lvl1pPr>
          </a:lstStyle>
          <a:p>
            <a:r>
              <a:rPr lang="en-US"/>
              <a:t>[Icon]</a:t>
            </a:r>
          </a:p>
        </p:txBody>
      </p:sp>
      <p:sp>
        <p:nvSpPr>
          <p:cNvPr id="5" name="Content Placeholder 9">
            <a:extLst>
              <a:ext uri="{FF2B5EF4-FFF2-40B4-BE49-F238E27FC236}">
                <a16:creationId xmlns:a16="http://schemas.microsoft.com/office/drawing/2014/main" id="{873DCC96-E62A-5505-4F1E-4A80C8498209}"/>
              </a:ext>
            </a:extLst>
          </p:cNvPr>
          <p:cNvSpPr>
            <a:spLocks noGrp="1"/>
          </p:cNvSpPr>
          <p:nvPr>
            <p:ph sz="half" idx="11"/>
          </p:nvPr>
        </p:nvSpPr>
        <p:spPr>
          <a:xfrm>
            <a:off x="9144001" y="2285998"/>
            <a:ext cx="2499359" cy="3886202"/>
          </a:xfr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8B7C8174-B194-B25B-91AA-597E72C81310}"/>
              </a:ext>
            </a:extLst>
          </p:cNvPr>
          <p:cNvSpPr>
            <a:spLocks noGrp="1"/>
          </p:cNvSpPr>
          <p:nvPr>
            <p:ph type="dt" sz="half" idx="16"/>
          </p:nvPr>
        </p:nvSpPr>
        <p:spPr/>
        <p:txBody>
          <a:bodyPr/>
          <a:lstStyle/>
          <a:p>
            <a:fld id="{971AFA9C-17DA-4726-B9E3-ADECF7729AF7}" type="datetimeFigureOut">
              <a:rPr lang="en-US" smtClean="0"/>
              <a:t>7/21/2026</a:t>
            </a:fld>
            <a:endParaRPr lang="en-US"/>
          </a:p>
        </p:txBody>
      </p:sp>
      <p:sp>
        <p:nvSpPr>
          <p:cNvPr id="13" name="Slide Number Placeholder 12">
            <a:extLst>
              <a:ext uri="{FF2B5EF4-FFF2-40B4-BE49-F238E27FC236}">
                <a16:creationId xmlns:a16="http://schemas.microsoft.com/office/drawing/2014/main" id="{089FF259-217B-3F10-C738-AE2C6A9EE838}"/>
              </a:ext>
            </a:extLst>
          </p:cNvPr>
          <p:cNvSpPr>
            <a:spLocks noGrp="1"/>
          </p:cNvSpPr>
          <p:nvPr>
            <p:ph type="sldNum" sz="quarter" idx="17"/>
          </p:nvPr>
        </p:nvSpPr>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3861029019"/>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p:cSld name="4 Numbers">
    <p:bg>
      <p:bgPr>
        <a:solidFill>
          <a:srgbClr val="221F20"/>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54C21BF-3440-8CAE-0A59-466346C7713E}"/>
              </a:ext>
            </a:extLst>
          </p:cNvPr>
          <p:cNvSpPr>
            <a:spLocks noGrp="1"/>
          </p:cNvSpPr>
          <p:nvPr>
            <p:ph type="title" hasCustomPrompt="1"/>
          </p:nvPr>
        </p:nvSpPr>
        <p:spPr/>
        <p:txBody>
          <a:bodyPr/>
          <a:lstStyle/>
          <a:p>
            <a:r>
              <a:rPr lang="en-US"/>
              <a:t>[Slide title]</a:t>
            </a:r>
          </a:p>
        </p:txBody>
      </p:sp>
      <p:cxnSp>
        <p:nvCxnSpPr>
          <p:cNvPr id="15" name="Line">
            <a:extLst>
              <a:ext uri="{FF2B5EF4-FFF2-40B4-BE49-F238E27FC236}">
                <a16:creationId xmlns:a16="http://schemas.microsoft.com/office/drawing/2014/main" id="{8412A77E-32D6-ECE7-C58C-21E3C08D86B3}"/>
              </a:ext>
              <a:ext uri="{C183D7F6-B498-43B3-948B-1728B52AA6E4}">
                <adec:decorative xmlns:adec="http://schemas.microsoft.com/office/drawing/2017/decorative" val="1"/>
              </a:ext>
            </a:extLst>
          </p:cNvPr>
          <p:cNvCxnSpPr>
            <a:cxnSpLocks/>
          </p:cNvCxnSpPr>
          <p:nvPr/>
        </p:nvCxnSpPr>
        <p:spPr>
          <a:xfrm>
            <a:off x="54864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3" name="TextBox">
            <a:extLst>
              <a:ext uri="{FF2B5EF4-FFF2-40B4-BE49-F238E27FC236}">
                <a16:creationId xmlns:a16="http://schemas.microsoft.com/office/drawing/2014/main" id="{AF47D3F9-758C-0713-980A-E6E56BBC1088}"/>
              </a:ext>
            </a:extLst>
          </p:cNvPr>
          <p:cNvSpPr txBox="1"/>
          <p:nvPr/>
        </p:nvSpPr>
        <p:spPr>
          <a:xfrm>
            <a:off x="54864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01</a:t>
            </a:r>
          </a:p>
        </p:txBody>
      </p:sp>
      <p:sp>
        <p:nvSpPr>
          <p:cNvPr id="3" name="Content Placeholder 2"/>
          <p:cNvSpPr>
            <a:spLocks noGrp="1"/>
          </p:cNvSpPr>
          <p:nvPr>
            <p:ph sz="half" idx="1"/>
          </p:nvPr>
        </p:nvSpPr>
        <p:spPr>
          <a:xfrm>
            <a:off x="548641" y="2286000"/>
            <a:ext cx="2499359" cy="3886200"/>
          </a:xfrm>
        </p:spPr>
        <p:txBody>
          <a:bodyPr/>
          <a:lstStyle>
            <a:lvl1pPr marL="0" indent="0">
              <a:spcBef>
                <a:spcPts val="1000"/>
              </a:spcBef>
              <a:buFontTx/>
              <a:buNone/>
              <a:defRPr sz="1300">
                <a:solidFill>
                  <a:schemeClr val="tx1"/>
                </a:solidFill>
              </a:defRPr>
            </a:lvl1pPr>
            <a:lvl2pPr marL="137160" indent="-137160">
              <a:spcBef>
                <a:spcPts val="1000"/>
              </a:spcBef>
              <a:buFont typeface="Arial" panose="020B0604020202020204" pitchFamily="34" charset="0"/>
              <a:buChar char="▪"/>
              <a:defRPr sz="1300">
                <a:solidFill>
                  <a:schemeClr val="tx1"/>
                </a:solidFill>
              </a:defRPr>
            </a:lvl2pPr>
            <a:lvl3pPr marL="274320" indent="-137160">
              <a:defRPr sz="1300">
                <a:solidFill>
                  <a:schemeClr val="tx1"/>
                </a:solidFill>
              </a:defRPr>
            </a:lvl3pPr>
            <a:lvl4pPr marL="411480" indent="-137160">
              <a:defRPr sz="1300">
                <a:solidFill>
                  <a:schemeClr val="tx1"/>
                </a:solidFill>
              </a:defRPr>
            </a:lvl4pPr>
            <a:lvl5pPr marL="548640" indent="-137160">
              <a:defRPr sz="1300">
                <a:solidFill>
                  <a:schemeClr val="tx1"/>
                </a:solidFill>
              </a:defRPr>
            </a:lvl5pPr>
            <a:lvl6pPr marL="685800" indent="-137160">
              <a:defRPr sz="1300">
                <a:solidFill>
                  <a:schemeClr val="tx1"/>
                </a:solidFill>
              </a:defRPr>
            </a:lvl6pPr>
            <a:lvl7pPr marL="822960" indent="-137160">
              <a:defRPr sz="1300">
                <a:solidFill>
                  <a:schemeClr val="tx1"/>
                </a:solidFill>
              </a:defRPr>
            </a:lvl7pPr>
            <a:lvl8pPr marL="960120" indent="-137160">
              <a:defRPr sz="1300">
                <a:solidFill>
                  <a:schemeClr val="tx1"/>
                </a:solidFill>
              </a:defRPr>
            </a:lvl8pPr>
            <a:lvl9pPr marL="1097280" indent="-137160">
              <a:defRPr sz="1300">
                <a:solidFill>
                  <a:schemeClr val="tx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9" name="Line">
            <a:extLst>
              <a:ext uri="{FF2B5EF4-FFF2-40B4-BE49-F238E27FC236}">
                <a16:creationId xmlns:a16="http://schemas.microsoft.com/office/drawing/2014/main" id="{D7771284-6191-6AE5-C8DC-E26F4DD28049}"/>
              </a:ext>
              <a:ext uri="{C183D7F6-B498-43B3-948B-1728B52AA6E4}">
                <adec:decorative xmlns:adec="http://schemas.microsoft.com/office/drawing/2017/decorative" val="1"/>
              </a:ext>
            </a:extLst>
          </p:cNvPr>
          <p:cNvCxnSpPr>
            <a:cxnSpLocks/>
          </p:cNvCxnSpPr>
          <p:nvPr/>
        </p:nvCxnSpPr>
        <p:spPr>
          <a:xfrm>
            <a:off x="341376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0" name="TextBox">
            <a:extLst>
              <a:ext uri="{FF2B5EF4-FFF2-40B4-BE49-F238E27FC236}">
                <a16:creationId xmlns:a16="http://schemas.microsoft.com/office/drawing/2014/main" id="{0D9A8745-BD6D-12B2-16DF-02CB2BB85704}"/>
              </a:ext>
            </a:extLst>
          </p:cNvPr>
          <p:cNvSpPr txBox="1"/>
          <p:nvPr/>
        </p:nvSpPr>
        <p:spPr>
          <a:xfrm>
            <a:off x="341376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02</a:t>
            </a:r>
          </a:p>
        </p:txBody>
      </p:sp>
      <p:sp>
        <p:nvSpPr>
          <p:cNvPr id="4" name="Content Placeholder 3"/>
          <p:cNvSpPr>
            <a:spLocks noGrp="1"/>
          </p:cNvSpPr>
          <p:nvPr>
            <p:ph sz="half" idx="2"/>
          </p:nvPr>
        </p:nvSpPr>
        <p:spPr>
          <a:xfrm>
            <a:off x="3413761" y="2286000"/>
            <a:ext cx="2499359" cy="3886200"/>
          </a:xfrm>
        </p:spPr>
        <p:txBody>
          <a:bodyPr/>
          <a:lstStyle>
            <a:lvl1pPr marL="0" indent="0">
              <a:spcBef>
                <a:spcPts val="1000"/>
              </a:spcBef>
              <a:buNone/>
              <a:defRPr sz="1300">
                <a:solidFill>
                  <a:schemeClr val="tx1"/>
                </a:solidFill>
              </a:defRPr>
            </a:lvl1pPr>
            <a:lvl2pPr marL="137160" indent="-137160">
              <a:spcBef>
                <a:spcPts val="1000"/>
              </a:spcBef>
              <a:buFont typeface="Arial" panose="020B0604020202020204" pitchFamily="34" charset="0"/>
              <a:buChar char="▪"/>
              <a:defRPr sz="1300">
                <a:solidFill>
                  <a:schemeClr val="tx1"/>
                </a:solidFill>
              </a:defRPr>
            </a:lvl2pPr>
            <a:lvl3pPr marL="274320" indent="-137160">
              <a:defRPr sz="1300">
                <a:solidFill>
                  <a:schemeClr val="tx1"/>
                </a:solidFill>
              </a:defRPr>
            </a:lvl3pPr>
            <a:lvl4pPr marL="411480" indent="-137160">
              <a:defRPr sz="1300">
                <a:solidFill>
                  <a:schemeClr val="tx1"/>
                </a:solidFill>
              </a:defRPr>
            </a:lvl4pPr>
            <a:lvl5pPr marL="548640" indent="-137160">
              <a:defRPr sz="1300">
                <a:solidFill>
                  <a:schemeClr val="tx1"/>
                </a:solidFill>
              </a:defRPr>
            </a:lvl5pPr>
            <a:lvl6pPr marL="685800" indent="-137160">
              <a:defRPr sz="1300">
                <a:solidFill>
                  <a:schemeClr val="tx1"/>
                </a:solidFill>
              </a:defRPr>
            </a:lvl6pPr>
            <a:lvl7pPr marL="822960" indent="-137160">
              <a:defRPr sz="1300">
                <a:solidFill>
                  <a:schemeClr val="tx1"/>
                </a:solidFill>
              </a:defRPr>
            </a:lvl7pPr>
            <a:lvl8pPr marL="960120" indent="-137160">
              <a:defRPr sz="1300">
                <a:solidFill>
                  <a:schemeClr val="tx1"/>
                </a:solidFill>
              </a:defRPr>
            </a:lvl8pPr>
            <a:lvl9pPr marL="1097280" indent="-137160">
              <a:defRPr sz="1300">
                <a:solidFill>
                  <a:schemeClr val="tx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Line">
            <a:extLst>
              <a:ext uri="{FF2B5EF4-FFF2-40B4-BE49-F238E27FC236}">
                <a16:creationId xmlns:a16="http://schemas.microsoft.com/office/drawing/2014/main" id="{7F3E6C41-3F3A-5394-DD39-6844F7E13753}"/>
              </a:ext>
              <a:ext uri="{C183D7F6-B498-43B3-948B-1728B52AA6E4}">
                <adec:decorative xmlns:adec="http://schemas.microsoft.com/office/drawing/2017/decorative" val="1"/>
              </a:ext>
            </a:extLst>
          </p:cNvPr>
          <p:cNvCxnSpPr>
            <a:cxnSpLocks/>
          </p:cNvCxnSpPr>
          <p:nvPr/>
        </p:nvCxnSpPr>
        <p:spPr>
          <a:xfrm>
            <a:off x="627888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2" name="TextBox">
            <a:extLst>
              <a:ext uri="{FF2B5EF4-FFF2-40B4-BE49-F238E27FC236}">
                <a16:creationId xmlns:a16="http://schemas.microsoft.com/office/drawing/2014/main" id="{BBB1FB2A-A05A-0E6A-2901-52A7D695A891}"/>
              </a:ext>
            </a:extLst>
          </p:cNvPr>
          <p:cNvSpPr txBox="1"/>
          <p:nvPr/>
        </p:nvSpPr>
        <p:spPr>
          <a:xfrm>
            <a:off x="627888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03</a:t>
            </a:r>
          </a:p>
        </p:txBody>
      </p:sp>
      <p:sp>
        <p:nvSpPr>
          <p:cNvPr id="6" name="Content Placeholder 4">
            <a:extLst>
              <a:ext uri="{FF2B5EF4-FFF2-40B4-BE49-F238E27FC236}">
                <a16:creationId xmlns:a16="http://schemas.microsoft.com/office/drawing/2014/main" id="{617618FB-CD21-AF4A-B264-6355E9BD7981}"/>
              </a:ext>
            </a:extLst>
          </p:cNvPr>
          <p:cNvSpPr>
            <a:spLocks noGrp="1"/>
          </p:cNvSpPr>
          <p:nvPr>
            <p:ph sz="half" idx="10"/>
          </p:nvPr>
        </p:nvSpPr>
        <p:spPr>
          <a:xfrm>
            <a:off x="6278881" y="2286000"/>
            <a:ext cx="2499359" cy="3886200"/>
          </a:xfrm>
        </p:spPr>
        <p:txBody>
          <a:bodyPr/>
          <a:lstStyle>
            <a:lvl1pPr marL="0" indent="0">
              <a:spcBef>
                <a:spcPts val="1000"/>
              </a:spcBef>
              <a:buNone/>
              <a:defRPr sz="1300">
                <a:solidFill>
                  <a:schemeClr val="tx1"/>
                </a:solidFill>
              </a:defRPr>
            </a:lvl1pPr>
            <a:lvl2pPr marL="137160" indent="-137160">
              <a:spcBef>
                <a:spcPts val="1000"/>
              </a:spcBef>
              <a:buFont typeface="Arial" panose="020B0604020202020204" pitchFamily="34" charset="0"/>
              <a:buChar char="▪"/>
              <a:defRPr sz="1300">
                <a:solidFill>
                  <a:schemeClr val="tx1"/>
                </a:solidFill>
              </a:defRPr>
            </a:lvl2pPr>
            <a:lvl3pPr marL="274320" indent="-137160">
              <a:defRPr sz="1300">
                <a:solidFill>
                  <a:schemeClr val="tx1"/>
                </a:solidFill>
              </a:defRPr>
            </a:lvl3pPr>
            <a:lvl4pPr marL="411480" indent="-137160">
              <a:defRPr sz="1300">
                <a:solidFill>
                  <a:schemeClr val="tx1"/>
                </a:solidFill>
              </a:defRPr>
            </a:lvl4pPr>
            <a:lvl5pPr marL="548640" indent="-137160">
              <a:defRPr sz="1300">
                <a:solidFill>
                  <a:schemeClr val="tx1"/>
                </a:solidFill>
              </a:defRPr>
            </a:lvl5pPr>
            <a:lvl6pPr marL="685800" indent="-137160">
              <a:defRPr sz="1300">
                <a:solidFill>
                  <a:schemeClr val="tx1"/>
                </a:solidFill>
              </a:defRPr>
            </a:lvl6pPr>
            <a:lvl7pPr marL="822960" indent="-137160">
              <a:defRPr sz="1300">
                <a:solidFill>
                  <a:schemeClr val="tx1"/>
                </a:solidFill>
              </a:defRPr>
            </a:lvl7pPr>
            <a:lvl8pPr marL="960120" indent="-137160">
              <a:defRPr sz="1300">
                <a:solidFill>
                  <a:schemeClr val="tx1"/>
                </a:solidFill>
              </a:defRPr>
            </a:lvl8pPr>
            <a:lvl9pPr marL="1097280" indent="-137160">
              <a:defRPr sz="1300">
                <a:solidFill>
                  <a:schemeClr val="tx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4" name="Line">
            <a:extLst>
              <a:ext uri="{FF2B5EF4-FFF2-40B4-BE49-F238E27FC236}">
                <a16:creationId xmlns:a16="http://schemas.microsoft.com/office/drawing/2014/main" id="{FE115B30-3E6D-E823-531E-BB5BAA199BD0}"/>
              </a:ext>
              <a:ext uri="{C183D7F6-B498-43B3-948B-1728B52AA6E4}">
                <adec:decorative xmlns:adec="http://schemas.microsoft.com/office/drawing/2017/decorative" val="1"/>
              </a:ext>
            </a:extLst>
          </p:cNvPr>
          <p:cNvCxnSpPr>
            <a:cxnSpLocks/>
          </p:cNvCxnSpPr>
          <p:nvPr/>
        </p:nvCxnSpPr>
        <p:spPr>
          <a:xfrm>
            <a:off x="914400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6" name="TextBox">
            <a:extLst>
              <a:ext uri="{FF2B5EF4-FFF2-40B4-BE49-F238E27FC236}">
                <a16:creationId xmlns:a16="http://schemas.microsoft.com/office/drawing/2014/main" id="{694F0353-A0DD-9642-BDD7-8FC612070822}"/>
              </a:ext>
            </a:extLst>
          </p:cNvPr>
          <p:cNvSpPr txBox="1"/>
          <p:nvPr/>
        </p:nvSpPr>
        <p:spPr>
          <a:xfrm>
            <a:off x="914400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04</a:t>
            </a:r>
          </a:p>
        </p:txBody>
      </p:sp>
      <p:sp>
        <p:nvSpPr>
          <p:cNvPr id="5" name="Content Placeholder 5">
            <a:extLst>
              <a:ext uri="{FF2B5EF4-FFF2-40B4-BE49-F238E27FC236}">
                <a16:creationId xmlns:a16="http://schemas.microsoft.com/office/drawing/2014/main" id="{873DCC96-E62A-5505-4F1E-4A80C8498209}"/>
              </a:ext>
            </a:extLst>
          </p:cNvPr>
          <p:cNvSpPr>
            <a:spLocks noGrp="1"/>
          </p:cNvSpPr>
          <p:nvPr>
            <p:ph sz="half" idx="11"/>
          </p:nvPr>
        </p:nvSpPr>
        <p:spPr>
          <a:xfrm>
            <a:off x="9144001" y="2286000"/>
            <a:ext cx="2499359" cy="3886200"/>
          </a:xfrm>
        </p:spPr>
        <p:txBody>
          <a:bodyPr/>
          <a:lstStyle>
            <a:lvl1pPr marL="0" indent="0">
              <a:spcBef>
                <a:spcPts val="1000"/>
              </a:spcBef>
              <a:buNone/>
              <a:defRPr sz="1300">
                <a:solidFill>
                  <a:schemeClr val="tx1"/>
                </a:solidFill>
              </a:defRPr>
            </a:lvl1pPr>
            <a:lvl2pPr marL="137160" indent="-137160">
              <a:spcBef>
                <a:spcPts val="1000"/>
              </a:spcBef>
              <a:buFont typeface="Arial" panose="020B0604020202020204" pitchFamily="34" charset="0"/>
              <a:buChar char="▪"/>
              <a:defRPr sz="1300">
                <a:solidFill>
                  <a:schemeClr val="tx1"/>
                </a:solidFill>
              </a:defRPr>
            </a:lvl2pPr>
            <a:lvl3pPr marL="274320" indent="-137160">
              <a:defRPr sz="1300">
                <a:solidFill>
                  <a:schemeClr val="tx1"/>
                </a:solidFill>
              </a:defRPr>
            </a:lvl3pPr>
            <a:lvl4pPr marL="411480" indent="-137160">
              <a:defRPr sz="1300">
                <a:solidFill>
                  <a:schemeClr val="tx1"/>
                </a:solidFill>
              </a:defRPr>
            </a:lvl4pPr>
            <a:lvl5pPr marL="548640" indent="-137160">
              <a:defRPr sz="1300">
                <a:solidFill>
                  <a:schemeClr val="tx1"/>
                </a:solidFill>
              </a:defRPr>
            </a:lvl5pPr>
            <a:lvl6pPr marL="685800" indent="-137160">
              <a:defRPr sz="1300">
                <a:solidFill>
                  <a:schemeClr val="tx1"/>
                </a:solidFill>
              </a:defRPr>
            </a:lvl6pPr>
            <a:lvl7pPr marL="822960" indent="-137160">
              <a:defRPr sz="1300">
                <a:solidFill>
                  <a:schemeClr val="tx1"/>
                </a:solidFill>
              </a:defRPr>
            </a:lvl7pPr>
            <a:lvl8pPr marL="960120" indent="-137160">
              <a:defRPr sz="1300">
                <a:solidFill>
                  <a:schemeClr val="tx1"/>
                </a:solidFill>
              </a:defRPr>
            </a:lvl8pPr>
            <a:lvl9pPr marL="1097280" indent="-137160">
              <a:defRPr sz="1300">
                <a:solidFill>
                  <a:schemeClr val="tx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CB012D9A-AE72-0239-7D2F-3E585FB16AD8}"/>
              </a:ext>
            </a:extLst>
          </p:cNvPr>
          <p:cNvSpPr>
            <a:spLocks noGrp="1"/>
          </p:cNvSpPr>
          <p:nvPr>
            <p:ph type="dt" sz="half" idx="12"/>
          </p:nvPr>
        </p:nvSpPr>
        <p:spPr/>
        <p:txBody>
          <a:bodyPr/>
          <a:lstStyle/>
          <a:p>
            <a:fld id="{971AFA9C-17DA-4726-B9E3-ADECF7729AF7}" type="datetimeFigureOut">
              <a:rPr lang="en-US" smtClean="0"/>
              <a:t>7/21/2026</a:t>
            </a:fld>
            <a:endParaRPr lang="en-US"/>
          </a:p>
        </p:txBody>
      </p:sp>
      <p:sp>
        <p:nvSpPr>
          <p:cNvPr id="17" name="Slide Number Placeholder 16">
            <a:extLst>
              <a:ext uri="{FF2B5EF4-FFF2-40B4-BE49-F238E27FC236}">
                <a16:creationId xmlns:a16="http://schemas.microsoft.com/office/drawing/2014/main" id="{D07D52D1-634D-ECD5-045A-38F96B973AD0}"/>
              </a:ext>
            </a:extLst>
          </p:cNvPr>
          <p:cNvSpPr>
            <a:spLocks noGrp="1"/>
          </p:cNvSpPr>
          <p:nvPr>
            <p:ph type="sldNum" sz="quarter" idx="13"/>
          </p:nvPr>
        </p:nvSpPr>
        <p:spPr/>
        <p:txBody>
          <a:bodyPr/>
          <a:lstStyle/>
          <a:p>
            <a:fld id="{79D051F2-C7C4-43BD-B552-C78CE0DE4128}" type="slidenum">
              <a:rPr lang="en-US" smtClean="0"/>
              <a:t>‹#›</a:t>
            </a:fld>
            <a:endParaRPr lang="en-US"/>
          </a:p>
        </p:txBody>
      </p:sp>
      <p:sp>
        <p:nvSpPr>
          <p:cNvPr id="21" name="Rectangle 15">
            <a:extLst>
              <a:ext uri="{FF2B5EF4-FFF2-40B4-BE49-F238E27FC236}">
                <a16:creationId xmlns:a16="http://schemas.microsoft.com/office/drawing/2014/main" id="{DEB0DA69-FBF7-5C40-833F-1B7B11772F88}"/>
              </a:ext>
            </a:extLst>
          </p:cNvPr>
          <p:cNvSpPr>
            <a:spLocks noChangeArrowheads="1"/>
          </p:cNvSpPr>
          <p:nvPr/>
        </p:nvSpPr>
        <p:spPr bwMode="auto">
          <a:xfrm>
            <a:off x="1386840" y="6657945"/>
            <a:ext cx="9418320" cy="200055"/>
          </a:xfrm>
          <a:prstGeom prst="rect">
            <a:avLst/>
          </a:prstGeom>
          <a:noFill/>
          <a:ln w="9525">
            <a:noFill/>
            <a:miter lim="800000"/>
            <a:headEnd/>
            <a:tailEnd/>
          </a:ln>
        </p:spPr>
        <p:txBody>
          <a:bodyPr wrap="square" lIns="0" rIns="0" anchor="b">
            <a:spAutoFit/>
          </a:bodyPr>
          <a:lstStyle/>
          <a:p>
            <a:pPr algn="ctr">
              <a:defRPr/>
            </a:pPr>
            <a:r>
              <a:rPr lang="en-US" sz="700" b="1" dirty="0">
                <a:solidFill>
                  <a:srgbClr val="2DAA27"/>
                </a:solidFill>
                <a:latin typeface="+mn-lt"/>
                <a:cs typeface="Arial Bold" panose="020B0704020202020204" pitchFamily="34" charset="0"/>
              </a:rPr>
              <a:t>UNCLASSIFIED</a:t>
            </a:r>
            <a:endParaRPr lang="en-US" sz="700" b="1" dirty="0">
              <a:solidFill>
                <a:schemeClr val="tx1"/>
              </a:solidFill>
              <a:latin typeface="+mn-lt"/>
              <a:cs typeface="Arial Bold" panose="020B0704020202020204" pitchFamily="34" charset="0"/>
            </a:endParaRPr>
          </a:p>
        </p:txBody>
      </p:sp>
      <p:sp>
        <p:nvSpPr>
          <p:cNvPr id="22" name="Rectangle 21">
            <a:extLst>
              <a:ext uri="{FF2B5EF4-FFF2-40B4-BE49-F238E27FC236}">
                <a16:creationId xmlns:a16="http://schemas.microsoft.com/office/drawing/2014/main" id="{D597C6E0-6809-7398-D956-E5305EC75B10}"/>
              </a:ext>
            </a:extLst>
          </p:cNvPr>
          <p:cNvSpPr>
            <a:spLocks noChangeArrowheads="1"/>
          </p:cNvSpPr>
          <p:nvPr/>
        </p:nvSpPr>
        <p:spPr bwMode="auto">
          <a:xfrm>
            <a:off x="1386840" y="0"/>
            <a:ext cx="9418320" cy="200055"/>
          </a:xfrm>
          <a:prstGeom prst="rect">
            <a:avLst/>
          </a:prstGeom>
          <a:noFill/>
          <a:ln w="9525">
            <a:noFill/>
            <a:miter lim="800000"/>
            <a:headEnd/>
            <a:tailEnd/>
          </a:ln>
        </p:spPr>
        <p:txBody>
          <a:bodyPr wrap="square" anchor="t" anchorCtr="0">
            <a:spAutoFit/>
          </a:bodyPr>
          <a:lstStyle/>
          <a:p>
            <a:pPr algn="ctr">
              <a:defRPr/>
            </a:pPr>
            <a:r>
              <a:rPr lang="en-US" sz="700" b="1" dirty="0">
                <a:solidFill>
                  <a:srgbClr val="2DAA27"/>
                </a:solidFill>
                <a:latin typeface="+mn-lt"/>
                <a:cs typeface="Arial Bold" panose="020B0704020202020204" pitchFamily="34" charset="0"/>
              </a:rPr>
              <a:t>UNCLASSIFIED</a:t>
            </a:r>
            <a:endParaRPr lang="en-US" sz="700" b="1" dirty="0">
              <a:solidFill>
                <a:schemeClr val="tx1"/>
              </a:solidFill>
              <a:latin typeface="+mn-lt"/>
              <a:cs typeface="Arial Bold" panose="020B0704020202020204" pitchFamily="34" charset="0"/>
            </a:endParaRPr>
          </a:p>
        </p:txBody>
      </p:sp>
      <p:pic>
        <p:nvPicPr>
          <p:cNvPr id="2" name="Picture 1">
            <a:extLst>
              <a:ext uri="{FF2B5EF4-FFF2-40B4-BE49-F238E27FC236}">
                <a16:creationId xmlns:a16="http://schemas.microsoft.com/office/drawing/2014/main" id="{E584E015-ECF9-BB95-F3AC-0C50F66718F1}"/>
              </a:ext>
            </a:extLst>
          </p:cNvPr>
          <p:cNvPicPr>
            <a:picLocks noChangeAspect="1"/>
          </p:cNvPicPr>
          <p:nvPr/>
        </p:nvPicPr>
        <p:blipFill>
          <a:blip r:embed="rId2"/>
          <a:srcRect/>
          <a:stretch/>
        </p:blipFill>
        <p:spPr>
          <a:xfrm>
            <a:off x="10004616" y="411162"/>
            <a:ext cx="1629707" cy="478023"/>
          </a:xfrm>
          <a:prstGeom prst="rect">
            <a:avLst/>
          </a:prstGeom>
        </p:spPr>
      </p:pic>
    </p:spTree>
    <p:extLst>
      <p:ext uri="{BB962C8B-B14F-4D97-AF65-F5344CB8AC3E}">
        <p14:creationId xmlns:p14="http://schemas.microsoft.com/office/powerpoint/2010/main" val="389002562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4 Numbers - Whit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D6FD270-DB0B-36F0-B138-75209607ED74}"/>
              </a:ext>
            </a:extLst>
          </p:cNvPr>
          <p:cNvSpPr>
            <a:spLocks noGrp="1"/>
          </p:cNvSpPr>
          <p:nvPr>
            <p:ph type="title" hasCustomPrompt="1"/>
          </p:nvPr>
        </p:nvSpPr>
        <p:spPr/>
        <p:txBody>
          <a:bodyPr/>
          <a:lstStyle/>
          <a:p>
            <a:r>
              <a:rPr lang="en-US"/>
              <a:t>[Slide title]</a:t>
            </a:r>
          </a:p>
        </p:txBody>
      </p:sp>
      <p:cxnSp>
        <p:nvCxnSpPr>
          <p:cNvPr id="15" name="Line">
            <a:extLst>
              <a:ext uri="{FF2B5EF4-FFF2-40B4-BE49-F238E27FC236}">
                <a16:creationId xmlns:a16="http://schemas.microsoft.com/office/drawing/2014/main" id="{8412A77E-32D6-ECE7-C58C-21E3C08D86B3}"/>
              </a:ext>
              <a:ext uri="{C183D7F6-B498-43B3-948B-1728B52AA6E4}">
                <adec:decorative xmlns:adec="http://schemas.microsoft.com/office/drawing/2017/decorative" val="1"/>
              </a:ext>
            </a:extLst>
          </p:cNvPr>
          <p:cNvCxnSpPr>
            <a:cxnSpLocks/>
          </p:cNvCxnSpPr>
          <p:nvPr/>
        </p:nvCxnSpPr>
        <p:spPr>
          <a:xfrm>
            <a:off x="54864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3" name="TextBox">
            <a:extLst>
              <a:ext uri="{FF2B5EF4-FFF2-40B4-BE49-F238E27FC236}">
                <a16:creationId xmlns:a16="http://schemas.microsoft.com/office/drawing/2014/main" id="{AF47D3F9-758C-0713-980A-E6E56BBC1088}"/>
              </a:ext>
            </a:extLst>
          </p:cNvPr>
          <p:cNvSpPr txBox="1"/>
          <p:nvPr/>
        </p:nvSpPr>
        <p:spPr>
          <a:xfrm>
            <a:off x="54864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01</a:t>
            </a:r>
          </a:p>
        </p:txBody>
      </p:sp>
      <p:sp>
        <p:nvSpPr>
          <p:cNvPr id="3" name="Content Placeholder 2"/>
          <p:cNvSpPr>
            <a:spLocks noGrp="1"/>
          </p:cNvSpPr>
          <p:nvPr>
            <p:ph sz="half" idx="1"/>
          </p:nvPr>
        </p:nvSpPr>
        <p:spPr>
          <a:xfrm>
            <a:off x="548641" y="2286000"/>
            <a:ext cx="2499359" cy="3886200"/>
          </a:xfrm>
        </p:spPr>
        <p:txBody>
          <a:bodyPr/>
          <a:lstStyle>
            <a:lvl1pPr marL="0" indent="0">
              <a:spcBef>
                <a:spcPts val="1000"/>
              </a:spcBef>
              <a:buFontTx/>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9" name="Line">
            <a:extLst>
              <a:ext uri="{FF2B5EF4-FFF2-40B4-BE49-F238E27FC236}">
                <a16:creationId xmlns:a16="http://schemas.microsoft.com/office/drawing/2014/main" id="{D7771284-6191-6AE5-C8DC-E26F4DD28049}"/>
              </a:ext>
              <a:ext uri="{C183D7F6-B498-43B3-948B-1728B52AA6E4}">
                <adec:decorative xmlns:adec="http://schemas.microsoft.com/office/drawing/2017/decorative" val="1"/>
              </a:ext>
            </a:extLst>
          </p:cNvPr>
          <p:cNvCxnSpPr>
            <a:cxnSpLocks/>
          </p:cNvCxnSpPr>
          <p:nvPr/>
        </p:nvCxnSpPr>
        <p:spPr>
          <a:xfrm>
            <a:off x="341376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0" name="TextBox">
            <a:extLst>
              <a:ext uri="{FF2B5EF4-FFF2-40B4-BE49-F238E27FC236}">
                <a16:creationId xmlns:a16="http://schemas.microsoft.com/office/drawing/2014/main" id="{0D9A8745-BD6D-12B2-16DF-02CB2BB85704}"/>
              </a:ext>
            </a:extLst>
          </p:cNvPr>
          <p:cNvSpPr txBox="1"/>
          <p:nvPr/>
        </p:nvSpPr>
        <p:spPr>
          <a:xfrm>
            <a:off x="341376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02</a:t>
            </a:r>
          </a:p>
        </p:txBody>
      </p:sp>
      <p:sp>
        <p:nvSpPr>
          <p:cNvPr id="4" name="Content Placeholder 3"/>
          <p:cNvSpPr>
            <a:spLocks noGrp="1"/>
          </p:cNvSpPr>
          <p:nvPr>
            <p:ph sz="half" idx="2"/>
          </p:nvPr>
        </p:nvSpPr>
        <p:spPr>
          <a:xfrm>
            <a:off x="3413761" y="2286000"/>
            <a:ext cx="2499359" cy="388620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Line">
            <a:extLst>
              <a:ext uri="{FF2B5EF4-FFF2-40B4-BE49-F238E27FC236}">
                <a16:creationId xmlns:a16="http://schemas.microsoft.com/office/drawing/2014/main" id="{7F3E6C41-3F3A-5394-DD39-6844F7E13753}"/>
              </a:ext>
              <a:ext uri="{C183D7F6-B498-43B3-948B-1728B52AA6E4}">
                <adec:decorative xmlns:adec="http://schemas.microsoft.com/office/drawing/2017/decorative" val="1"/>
              </a:ext>
            </a:extLst>
          </p:cNvPr>
          <p:cNvCxnSpPr>
            <a:cxnSpLocks/>
          </p:cNvCxnSpPr>
          <p:nvPr/>
        </p:nvCxnSpPr>
        <p:spPr>
          <a:xfrm>
            <a:off x="627888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2" name="TextBox">
            <a:extLst>
              <a:ext uri="{FF2B5EF4-FFF2-40B4-BE49-F238E27FC236}">
                <a16:creationId xmlns:a16="http://schemas.microsoft.com/office/drawing/2014/main" id="{BBB1FB2A-A05A-0E6A-2901-52A7D695A891}"/>
              </a:ext>
            </a:extLst>
          </p:cNvPr>
          <p:cNvSpPr txBox="1"/>
          <p:nvPr/>
        </p:nvSpPr>
        <p:spPr>
          <a:xfrm>
            <a:off x="627888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03</a:t>
            </a:r>
          </a:p>
        </p:txBody>
      </p:sp>
      <p:sp>
        <p:nvSpPr>
          <p:cNvPr id="6" name="Content Placeholder 4">
            <a:extLst>
              <a:ext uri="{FF2B5EF4-FFF2-40B4-BE49-F238E27FC236}">
                <a16:creationId xmlns:a16="http://schemas.microsoft.com/office/drawing/2014/main" id="{617618FB-CD21-AF4A-B264-6355E9BD7981}"/>
              </a:ext>
            </a:extLst>
          </p:cNvPr>
          <p:cNvSpPr>
            <a:spLocks noGrp="1"/>
          </p:cNvSpPr>
          <p:nvPr>
            <p:ph sz="half" idx="10"/>
          </p:nvPr>
        </p:nvSpPr>
        <p:spPr>
          <a:xfrm>
            <a:off x="6278881" y="2286000"/>
            <a:ext cx="2499359" cy="388620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4" name="Line">
            <a:extLst>
              <a:ext uri="{FF2B5EF4-FFF2-40B4-BE49-F238E27FC236}">
                <a16:creationId xmlns:a16="http://schemas.microsoft.com/office/drawing/2014/main" id="{FE115B30-3E6D-E823-531E-BB5BAA199BD0}"/>
              </a:ext>
              <a:ext uri="{C183D7F6-B498-43B3-948B-1728B52AA6E4}">
                <adec:decorative xmlns:adec="http://schemas.microsoft.com/office/drawing/2017/decorative" val="1"/>
              </a:ext>
            </a:extLst>
          </p:cNvPr>
          <p:cNvCxnSpPr>
            <a:cxnSpLocks/>
          </p:cNvCxnSpPr>
          <p:nvPr/>
        </p:nvCxnSpPr>
        <p:spPr>
          <a:xfrm>
            <a:off x="914400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6" name="TextBox">
            <a:extLst>
              <a:ext uri="{FF2B5EF4-FFF2-40B4-BE49-F238E27FC236}">
                <a16:creationId xmlns:a16="http://schemas.microsoft.com/office/drawing/2014/main" id="{694F0353-A0DD-9642-BDD7-8FC612070822}"/>
              </a:ext>
            </a:extLst>
          </p:cNvPr>
          <p:cNvSpPr txBox="1"/>
          <p:nvPr/>
        </p:nvSpPr>
        <p:spPr>
          <a:xfrm>
            <a:off x="914400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04</a:t>
            </a:r>
          </a:p>
        </p:txBody>
      </p:sp>
      <p:sp>
        <p:nvSpPr>
          <p:cNvPr id="5" name="Content Placeholder 5">
            <a:extLst>
              <a:ext uri="{FF2B5EF4-FFF2-40B4-BE49-F238E27FC236}">
                <a16:creationId xmlns:a16="http://schemas.microsoft.com/office/drawing/2014/main" id="{873DCC96-E62A-5505-4F1E-4A80C8498209}"/>
              </a:ext>
            </a:extLst>
          </p:cNvPr>
          <p:cNvSpPr>
            <a:spLocks noGrp="1"/>
          </p:cNvSpPr>
          <p:nvPr>
            <p:ph sz="half" idx="11"/>
          </p:nvPr>
        </p:nvSpPr>
        <p:spPr>
          <a:xfrm>
            <a:off x="9144001" y="2286000"/>
            <a:ext cx="2499359" cy="388620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BE669241-96AF-C7FA-0BE4-6592ABD25879}"/>
              </a:ext>
            </a:extLst>
          </p:cNvPr>
          <p:cNvSpPr>
            <a:spLocks noGrp="1"/>
          </p:cNvSpPr>
          <p:nvPr>
            <p:ph type="dt" sz="half" idx="12"/>
          </p:nvPr>
        </p:nvSpPr>
        <p:spPr/>
        <p:txBody>
          <a:bodyPr/>
          <a:lstStyle/>
          <a:p>
            <a:fld id="{971AFA9C-17DA-4726-B9E3-ADECF7729AF7}" type="datetimeFigureOut">
              <a:rPr lang="en-US" smtClean="0"/>
              <a:t>7/21/2026</a:t>
            </a:fld>
            <a:endParaRPr lang="en-US"/>
          </a:p>
        </p:txBody>
      </p:sp>
      <p:sp>
        <p:nvSpPr>
          <p:cNvPr id="17" name="Slide Number Placeholder 16">
            <a:extLst>
              <a:ext uri="{FF2B5EF4-FFF2-40B4-BE49-F238E27FC236}">
                <a16:creationId xmlns:a16="http://schemas.microsoft.com/office/drawing/2014/main" id="{A6C2643F-F661-8B8E-E36F-1F135C6F65B8}"/>
              </a:ext>
            </a:extLst>
          </p:cNvPr>
          <p:cNvSpPr>
            <a:spLocks noGrp="1"/>
          </p:cNvSpPr>
          <p:nvPr>
            <p:ph type="sldNum" sz="quarter" idx="13"/>
          </p:nvPr>
        </p:nvSpPr>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2280126941"/>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p:cSld name="8 Numbers">
    <p:bg>
      <p:bgPr>
        <a:solidFill>
          <a:srgbClr val="221F20"/>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AEEBA188-82A1-2FC4-842F-8120003B65B0}"/>
              </a:ext>
            </a:extLst>
          </p:cNvPr>
          <p:cNvSpPr>
            <a:spLocks noGrp="1"/>
          </p:cNvSpPr>
          <p:nvPr>
            <p:ph type="title" hasCustomPrompt="1"/>
          </p:nvPr>
        </p:nvSpPr>
        <p:spPr/>
        <p:txBody>
          <a:bodyPr/>
          <a:lstStyle/>
          <a:p>
            <a:r>
              <a:rPr lang="en-US"/>
              <a:t>[Slide title]</a:t>
            </a:r>
          </a:p>
        </p:txBody>
      </p:sp>
      <p:cxnSp>
        <p:nvCxnSpPr>
          <p:cNvPr id="15" name="Line">
            <a:extLst>
              <a:ext uri="{FF2B5EF4-FFF2-40B4-BE49-F238E27FC236}">
                <a16:creationId xmlns:a16="http://schemas.microsoft.com/office/drawing/2014/main" id="{8412A77E-32D6-ECE7-C58C-21E3C08D86B3}"/>
              </a:ext>
              <a:ext uri="{C183D7F6-B498-43B3-948B-1728B52AA6E4}">
                <adec:decorative xmlns:adec="http://schemas.microsoft.com/office/drawing/2017/decorative" val="1"/>
              </a:ext>
            </a:extLst>
          </p:cNvPr>
          <p:cNvCxnSpPr>
            <a:cxnSpLocks/>
          </p:cNvCxnSpPr>
          <p:nvPr/>
        </p:nvCxnSpPr>
        <p:spPr>
          <a:xfrm>
            <a:off x="54864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3" name="TextBox">
            <a:extLst>
              <a:ext uri="{FF2B5EF4-FFF2-40B4-BE49-F238E27FC236}">
                <a16:creationId xmlns:a16="http://schemas.microsoft.com/office/drawing/2014/main" id="{AF47D3F9-758C-0713-980A-E6E56BBC1088}"/>
              </a:ext>
            </a:extLst>
          </p:cNvPr>
          <p:cNvSpPr txBox="1"/>
          <p:nvPr/>
        </p:nvSpPr>
        <p:spPr>
          <a:xfrm>
            <a:off x="54864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01</a:t>
            </a:r>
          </a:p>
        </p:txBody>
      </p:sp>
      <p:sp>
        <p:nvSpPr>
          <p:cNvPr id="3" name="Content Placeholder 2"/>
          <p:cNvSpPr>
            <a:spLocks noGrp="1"/>
          </p:cNvSpPr>
          <p:nvPr>
            <p:ph sz="half" idx="1"/>
          </p:nvPr>
        </p:nvSpPr>
        <p:spPr>
          <a:xfrm>
            <a:off x="548641" y="2286000"/>
            <a:ext cx="2499359" cy="132588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9" name="Line">
            <a:extLst>
              <a:ext uri="{FF2B5EF4-FFF2-40B4-BE49-F238E27FC236}">
                <a16:creationId xmlns:a16="http://schemas.microsoft.com/office/drawing/2014/main" id="{D7771284-6191-6AE5-C8DC-E26F4DD28049}"/>
              </a:ext>
              <a:ext uri="{C183D7F6-B498-43B3-948B-1728B52AA6E4}">
                <adec:decorative xmlns:adec="http://schemas.microsoft.com/office/drawing/2017/decorative" val="1"/>
              </a:ext>
            </a:extLst>
          </p:cNvPr>
          <p:cNvCxnSpPr>
            <a:cxnSpLocks/>
          </p:cNvCxnSpPr>
          <p:nvPr/>
        </p:nvCxnSpPr>
        <p:spPr>
          <a:xfrm>
            <a:off x="341376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0" name="TextBox">
            <a:extLst>
              <a:ext uri="{FF2B5EF4-FFF2-40B4-BE49-F238E27FC236}">
                <a16:creationId xmlns:a16="http://schemas.microsoft.com/office/drawing/2014/main" id="{0D9A8745-BD6D-12B2-16DF-02CB2BB85704}"/>
              </a:ext>
            </a:extLst>
          </p:cNvPr>
          <p:cNvSpPr txBox="1"/>
          <p:nvPr/>
        </p:nvSpPr>
        <p:spPr>
          <a:xfrm>
            <a:off x="341376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02</a:t>
            </a:r>
          </a:p>
        </p:txBody>
      </p:sp>
      <p:sp>
        <p:nvSpPr>
          <p:cNvPr id="4" name="Content Placeholder 3"/>
          <p:cNvSpPr>
            <a:spLocks noGrp="1"/>
          </p:cNvSpPr>
          <p:nvPr>
            <p:ph sz="half" idx="2"/>
          </p:nvPr>
        </p:nvSpPr>
        <p:spPr>
          <a:xfrm>
            <a:off x="3413761" y="2286000"/>
            <a:ext cx="2499359" cy="132588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Line">
            <a:extLst>
              <a:ext uri="{FF2B5EF4-FFF2-40B4-BE49-F238E27FC236}">
                <a16:creationId xmlns:a16="http://schemas.microsoft.com/office/drawing/2014/main" id="{7F3E6C41-3F3A-5394-DD39-6844F7E13753}"/>
              </a:ext>
              <a:ext uri="{C183D7F6-B498-43B3-948B-1728B52AA6E4}">
                <adec:decorative xmlns:adec="http://schemas.microsoft.com/office/drawing/2017/decorative" val="1"/>
              </a:ext>
            </a:extLst>
          </p:cNvPr>
          <p:cNvCxnSpPr>
            <a:cxnSpLocks/>
          </p:cNvCxnSpPr>
          <p:nvPr/>
        </p:nvCxnSpPr>
        <p:spPr>
          <a:xfrm>
            <a:off x="627888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2" name="TextBox">
            <a:extLst>
              <a:ext uri="{FF2B5EF4-FFF2-40B4-BE49-F238E27FC236}">
                <a16:creationId xmlns:a16="http://schemas.microsoft.com/office/drawing/2014/main" id="{BBB1FB2A-A05A-0E6A-2901-52A7D695A891}"/>
              </a:ext>
            </a:extLst>
          </p:cNvPr>
          <p:cNvSpPr txBox="1"/>
          <p:nvPr/>
        </p:nvSpPr>
        <p:spPr>
          <a:xfrm>
            <a:off x="627888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03</a:t>
            </a:r>
          </a:p>
        </p:txBody>
      </p:sp>
      <p:sp>
        <p:nvSpPr>
          <p:cNvPr id="6" name="Content Placeholder 4">
            <a:extLst>
              <a:ext uri="{FF2B5EF4-FFF2-40B4-BE49-F238E27FC236}">
                <a16:creationId xmlns:a16="http://schemas.microsoft.com/office/drawing/2014/main" id="{617618FB-CD21-AF4A-B264-6355E9BD7981}"/>
              </a:ext>
            </a:extLst>
          </p:cNvPr>
          <p:cNvSpPr>
            <a:spLocks noGrp="1"/>
          </p:cNvSpPr>
          <p:nvPr>
            <p:ph sz="half" idx="10"/>
          </p:nvPr>
        </p:nvSpPr>
        <p:spPr>
          <a:xfrm>
            <a:off x="6278881" y="2286000"/>
            <a:ext cx="2499359" cy="132588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4" name="Line">
            <a:extLst>
              <a:ext uri="{FF2B5EF4-FFF2-40B4-BE49-F238E27FC236}">
                <a16:creationId xmlns:a16="http://schemas.microsoft.com/office/drawing/2014/main" id="{FE115B30-3E6D-E823-531E-BB5BAA199BD0}"/>
              </a:ext>
              <a:ext uri="{C183D7F6-B498-43B3-948B-1728B52AA6E4}">
                <adec:decorative xmlns:adec="http://schemas.microsoft.com/office/drawing/2017/decorative" val="1"/>
              </a:ext>
            </a:extLst>
          </p:cNvPr>
          <p:cNvCxnSpPr>
            <a:cxnSpLocks/>
          </p:cNvCxnSpPr>
          <p:nvPr/>
        </p:nvCxnSpPr>
        <p:spPr>
          <a:xfrm>
            <a:off x="914400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6" name="TextBox">
            <a:extLst>
              <a:ext uri="{FF2B5EF4-FFF2-40B4-BE49-F238E27FC236}">
                <a16:creationId xmlns:a16="http://schemas.microsoft.com/office/drawing/2014/main" id="{694F0353-A0DD-9642-BDD7-8FC612070822}"/>
              </a:ext>
            </a:extLst>
          </p:cNvPr>
          <p:cNvSpPr txBox="1"/>
          <p:nvPr/>
        </p:nvSpPr>
        <p:spPr>
          <a:xfrm>
            <a:off x="914400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04</a:t>
            </a:r>
          </a:p>
        </p:txBody>
      </p:sp>
      <p:sp>
        <p:nvSpPr>
          <p:cNvPr id="5" name="Content Placeholder 5">
            <a:extLst>
              <a:ext uri="{FF2B5EF4-FFF2-40B4-BE49-F238E27FC236}">
                <a16:creationId xmlns:a16="http://schemas.microsoft.com/office/drawing/2014/main" id="{873DCC96-E62A-5505-4F1E-4A80C8498209}"/>
              </a:ext>
            </a:extLst>
          </p:cNvPr>
          <p:cNvSpPr>
            <a:spLocks noGrp="1"/>
          </p:cNvSpPr>
          <p:nvPr>
            <p:ph sz="half" idx="11"/>
          </p:nvPr>
        </p:nvSpPr>
        <p:spPr>
          <a:xfrm>
            <a:off x="9144001" y="2286000"/>
            <a:ext cx="2499359" cy="132588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Line">
            <a:extLst>
              <a:ext uri="{FF2B5EF4-FFF2-40B4-BE49-F238E27FC236}">
                <a16:creationId xmlns:a16="http://schemas.microsoft.com/office/drawing/2014/main" id="{1A90E933-723C-D9CC-B7AB-3043EDAB638D}"/>
              </a:ext>
              <a:ext uri="{C183D7F6-B498-43B3-948B-1728B52AA6E4}">
                <adec:decorative xmlns:adec="http://schemas.microsoft.com/office/drawing/2017/decorative" val="1"/>
              </a:ext>
            </a:extLst>
          </p:cNvPr>
          <p:cNvCxnSpPr>
            <a:cxnSpLocks/>
          </p:cNvCxnSpPr>
          <p:nvPr/>
        </p:nvCxnSpPr>
        <p:spPr>
          <a:xfrm>
            <a:off x="548640" y="3886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8" name="TextBox">
            <a:extLst>
              <a:ext uri="{FF2B5EF4-FFF2-40B4-BE49-F238E27FC236}">
                <a16:creationId xmlns:a16="http://schemas.microsoft.com/office/drawing/2014/main" id="{8E3B414F-BCCF-E0E0-A5B7-9D21FED7A614}"/>
              </a:ext>
            </a:extLst>
          </p:cNvPr>
          <p:cNvSpPr txBox="1"/>
          <p:nvPr/>
        </p:nvSpPr>
        <p:spPr>
          <a:xfrm>
            <a:off x="548641"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05</a:t>
            </a:r>
          </a:p>
        </p:txBody>
      </p:sp>
      <p:sp>
        <p:nvSpPr>
          <p:cNvPr id="18" name="Content Placeholder 6">
            <a:extLst>
              <a:ext uri="{FF2B5EF4-FFF2-40B4-BE49-F238E27FC236}">
                <a16:creationId xmlns:a16="http://schemas.microsoft.com/office/drawing/2014/main" id="{5731522F-82BF-A739-FBD5-84B13AFCBF10}"/>
              </a:ext>
            </a:extLst>
          </p:cNvPr>
          <p:cNvSpPr>
            <a:spLocks noGrp="1"/>
          </p:cNvSpPr>
          <p:nvPr>
            <p:ph sz="half" idx="12"/>
          </p:nvPr>
        </p:nvSpPr>
        <p:spPr>
          <a:xfrm>
            <a:off x="548641" y="4572000"/>
            <a:ext cx="2499359" cy="132588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9" name="Line">
            <a:extLst>
              <a:ext uri="{FF2B5EF4-FFF2-40B4-BE49-F238E27FC236}">
                <a16:creationId xmlns:a16="http://schemas.microsoft.com/office/drawing/2014/main" id="{B07AB9A6-54AF-4DC6-E298-2E576695A65F}"/>
              </a:ext>
              <a:ext uri="{C183D7F6-B498-43B3-948B-1728B52AA6E4}">
                <adec:decorative xmlns:adec="http://schemas.microsoft.com/office/drawing/2017/decorative" val="1"/>
              </a:ext>
            </a:extLst>
          </p:cNvPr>
          <p:cNvCxnSpPr>
            <a:cxnSpLocks/>
          </p:cNvCxnSpPr>
          <p:nvPr/>
        </p:nvCxnSpPr>
        <p:spPr>
          <a:xfrm>
            <a:off x="3413760" y="3886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20" name="TextBox">
            <a:extLst>
              <a:ext uri="{FF2B5EF4-FFF2-40B4-BE49-F238E27FC236}">
                <a16:creationId xmlns:a16="http://schemas.microsoft.com/office/drawing/2014/main" id="{E79A49CF-30B2-91DC-6BCA-2A41DD4CBF09}"/>
              </a:ext>
            </a:extLst>
          </p:cNvPr>
          <p:cNvSpPr txBox="1"/>
          <p:nvPr/>
        </p:nvSpPr>
        <p:spPr>
          <a:xfrm>
            <a:off x="3413761"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06</a:t>
            </a:r>
          </a:p>
        </p:txBody>
      </p:sp>
      <p:sp>
        <p:nvSpPr>
          <p:cNvPr id="25" name="Content Placeholder 7">
            <a:extLst>
              <a:ext uri="{FF2B5EF4-FFF2-40B4-BE49-F238E27FC236}">
                <a16:creationId xmlns:a16="http://schemas.microsoft.com/office/drawing/2014/main" id="{5FE6691B-ACEF-8803-7DC3-70B52F899908}"/>
              </a:ext>
            </a:extLst>
          </p:cNvPr>
          <p:cNvSpPr>
            <a:spLocks noGrp="1"/>
          </p:cNvSpPr>
          <p:nvPr>
            <p:ph sz="half" idx="13"/>
          </p:nvPr>
        </p:nvSpPr>
        <p:spPr>
          <a:xfrm>
            <a:off x="3413761" y="4572000"/>
            <a:ext cx="2499359" cy="132588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21" name="Line">
            <a:extLst>
              <a:ext uri="{FF2B5EF4-FFF2-40B4-BE49-F238E27FC236}">
                <a16:creationId xmlns:a16="http://schemas.microsoft.com/office/drawing/2014/main" id="{DE9CD609-8A04-24B8-B562-11703E18D251}"/>
              </a:ext>
              <a:ext uri="{C183D7F6-B498-43B3-948B-1728B52AA6E4}">
                <adec:decorative xmlns:adec="http://schemas.microsoft.com/office/drawing/2017/decorative" val="1"/>
              </a:ext>
            </a:extLst>
          </p:cNvPr>
          <p:cNvCxnSpPr>
            <a:cxnSpLocks/>
          </p:cNvCxnSpPr>
          <p:nvPr/>
        </p:nvCxnSpPr>
        <p:spPr>
          <a:xfrm>
            <a:off x="6278880" y="3886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22" name="TextBox">
            <a:extLst>
              <a:ext uri="{FF2B5EF4-FFF2-40B4-BE49-F238E27FC236}">
                <a16:creationId xmlns:a16="http://schemas.microsoft.com/office/drawing/2014/main" id="{7C5E0031-266F-D418-0BAB-9BD3C4F1EC3F}"/>
              </a:ext>
            </a:extLst>
          </p:cNvPr>
          <p:cNvSpPr txBox="1"/>
          <p:nvPr/>
        </p:nvSpPr>
        <p:spPr>
          <a:xfrm>
            <a:off x="6278881"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07</a:t>
            </a:r>
          </a:p>
        </p:txBody>
      </p:sp>
      <p:sp>
        <p:nvSpPr>
          <p:cNvPr id="26" name="Content Placeholder 8">
            <a:extLst>
              <a:ext uri="{FF2B5EF4-FFF2-40B4-BE49-F238E27FC236}">
                <a16:creationId xmlns:a16="http://schemas.microsoft.com/office/drawing/2014/main" id="{772BE48E-72DE-7245-BBDA-BF3FEC69BED1}"/>
              </a:ext>
            </a:extLst>
          </p:cNvPr>
          <p:cNvSpPr>
            <a:spLocks noGrp="1"/>
          </p:cNvSpPr>
          <p:nvPr>
            <p:ph sz="half" idx="14"/>
          </p:nvPr>
        </p:nvSpPr>
        <p:spPr>
          <a:xfrm>
            <a:off x="6278881" y="4572000"/>
            <a:ext cx="2499359" cy="132588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23" name="Line">
            <a:extLst>
              <a:ext uri="{FF2B5EF4-FFF2-40B4-BE49-F238E27FC236}">
                <a16:creationId xmlns:a16="http://schemas.microsoft.com/office/drawing/2014/main" id="{51FB53C0-6EA8-D891-85A3-23EE83EADE03}"/>
              </a:ext>
              <a:ext uri="{C183D7F6-B498-43B3-948B-1728B52AA6E4}">
                <adec:decorative xmlns:adec="http://schemas.microsoft.com/office/drawing/2017/decorative" val="1"/>
              </a:ext>
            </a:extLst>
          </p:cNvPr>
          <p:cNvCxnSpPr>
            <a:cxnSpLocks/>
          </p:cNvCxnSpPr>
          <p:nvPr/>
        </p:nvCxnSpPr>
        <p:spPr>
          <a:xfrm>
            <a:off x="9144000" y="3886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24" name="TextBox">
            <a:extLst>
              <a:ext uri="{FF2B5EF4-FFF2-40B4-BE49-F238E27FC236}">
                <a16:creationId xmlns:a16="http://schemas.microsoft.com/office/drawing/2014/main" id="{6BF9F70B-8D8A-3E73-E423-909DA6A75EB4}"/>
              </a:ext>
            </a:extLst>
          </p:cNvPr>
          <p:cNvSpPr txBox="1"/>
          <p:nvPr/>
        </p:nvSpPr>
        <p:spPr>
          <a:xfrm>
            <a:off x="9144001"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08</a:t>
            </a:r>
          </a:p>
        </p:txBody>
      </p:sp>
      <p:sp>
        <p:nvSpPr>
          <p:cNvPr id="27" name="Content Placeholder 9">
            <a:extLst>
              <a:ext uri="{FF2B5EF4-FFF2-40B4-BE49-F238E27FC236}">
                <a16:creationId xmlns:a16="http://schemas.microsoft.com/office/drawing/2014/main" id="{EA060839-AF98-8040-7AE9-8F0D7E00C135}"/>
              </a:ext>
            </a:extLst>
          </p:cNvPr>
          <p:cNvSpPr>
            <a:spLocks noGrp="1"/>
          </p:cNvSpPr>
          <p:nvPr>
            <p:ph sz="half" idx="15"/>
          </p:nvPr>
        </p:nvSpPr>
        <p:spPr>
          <a:xfrm>
            <a:off x="9144001" y="4572000"/>
            <a:ext cx="2499359" cy="132588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Date Placeholder 27">
            <a:extLst>
              <a:ext uri="{FF2B5EF4-FFF2-40B4-BE49-F238E27FC236}">
                <a16:creationId xmlns:a16="http://schemas.microsoft.com/office/drawing/2014/main" id="{6E3723B8-B265-6943-67A5-DF3F0D5EC1CD}"/>
              </a:ext>
            </a:extLst>
          </p:cNvPr>
          <p:cNvSpPr>
            <a:spLocks noGrp="1"/>
          </p:cNvSpPr>
          <p:nvPr>
            <p:ph type="dt" sz="half" idx="16"/>
          </p:nvPr>
        </p:nvSpPr>
        <p:spPr/>
        <p:txBody>
          <a:bodyPr/>
          <a:lstStyle/>
          <a:p>
            <a:fld id="{971AFA9C-17DA-4726-B9E3-ADECF7729AF7}" type="datetimeFigureOut">
              <a:rPr lang="en-US" smtClean="0"/>
              <a:t>7/21/2026</a:t>
            </a:fld>
            <a:endParaRPr lang="en-US"/>
          </a:p>
        </p:txBody>
      </p:sp>
      <p:sp>
        <p:nvSpPr>
          <p:cNvPr id="29" name="Slide Number Placeholder 28">
            <a:extLst>
              <a:ext uri="{FF2B5EF4-FFF2-40B4-BE49-F238E27FC236}">
                <a16:creationId xmlns:a16="http://schemas.microsoft.com/office/drawing/2014/main" id="{8D4AF177-759A-A93C-2097-C2C22D93680F}"/>
              </a:ext>
            </a:extLst>
          </p:cNvPr>
          <p:cNvSpPr>
            <a:spLocks noGrp="1"/>
          </p:cNvSpPr>
          <p:nvPr>
            <p:ph type="sldNum" sz="quarter" idx="17"/>
          </p:nvPr>
        </p:nvSpPr>
        <p:spPr/>
        <p:txBody>
          <a:bodyPr/>
          <a:lstStyle/>
          <a:p>
            <a:fld id="{79D051F2-C7C4-43BD-B552-C78CE0DE4128}" type="slidenum">
              <a:rPr lang="en-US" smtClean="0"/>
              <a:t>‹#›</a:t>
            </a:fld>
            <a:endParaRPr lang="en-US"/>
          </a:p>
        </p:txBody>
      </p:sp>
      <p:sp>
        <p:nvSpPr>
          <p:cNvPr id="36" name="Rectangle 15">
            <a:extLst>
              <a:ext uri="{FF2B5EF4-FFF2-40B4-BE49-F238E27FC236}">
                <a16:creationId xmlns:a16="http://schemas.microsoft.com/office/drawing/2014/main" id="{FEDB97C0-F514-9C55-3E16-9FC0105AEFDF}"/>
              </a:ext>
            </a:extLst>
          </p:cNvPr>
          <p:cNvSpPr>
            <a:spLocks noChangeArrowheads="1"/>
          </p:cNvSpPr>
          <p:nvPr/>
        </p:nvSpPr>
        <p:spPr bwMode="auto">
          <a:xfrm>
            <a:off x="1386840" y="6657945"/>
            <a:ext cx="9418320" cy="200055"/>
          </a:xfrm>
          <a:prstGeom prst="rect">
            <a:avLst/>
          </a:prstGeom>
          <a:noFill/>
          <a:ln w="9525">
            <a:noFill/>
            <a:miter lim="800000"/>
            <a:headEnd/>
            <a:tailEnd/>
          </a:ln>
        </p:spPr>
        <p:txBody>
          <a:bodyPr wrap="square" lIns="0" rIns="0" anchor="b">
            <a:spAutoFit/>
          </a:bodyPr>
          <a:lstStyle/>
          <a:p>
            <a:pPr algn="ctr">
              <a:defRPr/>
            </a:pPr>
            <a:r>
              <a:rPr lang="en-US" sz="700" b="1" dirty="0">
                <a:solidFill>
                  <a:srgbClr val="2DAA27"/>
                </a:solidFill>
                <a:latin typeface="+mn-lt"/>
                <a:cs typeface="Arial Bold" panose="020B0704020202020204" pitchFamily="34" charset="0"/>
              </a:rPr>
              <a:t>UNCLASSIFIED</a:t>
            </a:r>
            <a:endParaRPr lang="en-US" sz="700" b="1" dirty="0">
              <a:solidFill>
                <a:schemeClr val="tx1"/>
              </a:solidFill>
              <a:latin typeface="+mn-lt"/>
              <a:cs typeface="Arial Bold" panose="020B0704020202020204" pitchFamily="34" charset="0"/>
            </a:endParaRPr>
          </a:p>
        </p:txBody>
      </p:sp>
      <p:sp>
        <p:nvSpPr>
          <p:cNvPr id="37" name="Rectangle 36">
            <a:extLst>
              <a:ext uri="{FF2B5EF4-FFF2-40B4-BE49-F238E27FC236}">
                <a16:creationId xmlns:a16="http://schemas.microsoft.com/office/drawing/2014/main" id="{0C06597B-21CB-E031-D41A-B15442D12216}"/>
              </a:ext>
            </a:extLst>
          </p:cNvPr>
          <p:cNvSpPr>
            <a:spLocks noChangeArrowheads="1"/>
          </p:cNvSpPr>
          <p:nvPr/>
        </p:nvSpPr>
        <p:spPr bwMode="auto">
          <a:xfrm>
            <a:off x="1386840" y="0"/>
            <a:ext cx="9418320" cy="200055"/>
          </a:xfrm>
          <a:prstGeom prst="rect">
            <a:avLst/>
          </a:prstGeom>
          <a:noFill/>
          <a:ln w="9525">
            <a:noFill/>
            <a:miter lim="800000"/>
            <a:headEnd/>
            <a:tailEnd/>
          </a:ln>
        </p:spPr>
        <p:txBody>
          <a:bodyPr wrap="square" anchor="t" anchorCtr="0">
            <a:spAutoFit/>
          </a:bodyPr>
          <a:lstStyle/>
          <a:p>
            <a:pPr algn="ctr">
              <a:defRPr/>
            </a:pPr>
            <a:r>
              <a:rPr lang="en-US" sz="700" b="1" dirty="0">
                <a:solidFill>
                  <a:srgbClr val="2DAA27"/>
                </a:solidFill>
                <a:latin typeface="+mn-lt"/>
                <a:cs typeface="Arial Bold" panose="020B0704020202020204" pitchFamily="34" charset="0"/>
              </a:rPr>
              <a:t>UNCLASSIFIED</a:t>
            </a:r>
            <a:endParaRPr lang="en-US" sz="700" b="1" dirty="0">
              <a:solidFill>
                <a:schemeClr val="tx1"/>
              </a:solidFill>
              <a:latin typeface="+mn-lt"/>
              <a:cs typeface="Arial Bold" panose="020B0704020202020204" pitchFamily="34" charset="0"/>
            </a:endParaRPr>
          </a:p>
        </p:txBody>
      </p:sp>
      <p:pic>
        <p:nvPicPr>
          <p:cNvPr id="2" name="Picture 1">
            <a:extLst>
              <a:ext uri="{FF2B5EF4-FFF2-40B4-BE49-F238E27FC236}">
                <a16:creationId xmlns:a16="http://schemas.microsoft.com/office/drawing/2014/main" id="{7E419FAE-92B3-3B6A-EDE9-C7A373F39B65}"/>
              </a:ext>
            </a:extLst>
          </p:cNvPr>
          <p:cNvPicPr>
            <a:picLocks noChangeAspect="1"/>
          </p:cNvPicPr>
          <p:nvPr/>
        </p:nvPicPr>
        <p:blipFill>
          <a:blip r:embed="rId2"/>
          <a:srcRect/>
          <a:stretch/>
        </p:blipFill>
        <p:spPr>
          <a:xfrm>
            <a:off x="10004616" y="411162"/>
            <a:ext cx="1629707" cy="478023"/>
          </a:xfrm>
          <a:prstGeom prst="rect">
            <a:avLst/>
          </a:prstGeom>
        </p:spPr>
      </p:pic>
    </p:spTree>
    <p:extLst>
      <p:ext uri="{BB962C8B-B14F-4D97-AF65-F5344CB8AC3E}">
        <p14:creationId xmlns:p14="http://schemas.microsoft.com/office/powerpoint/2010/main" val="143029325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8 Numbers - White">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963F0940-E33E-9D7F-C52B-16CFD0545B23}"/>
              </a:ext>
            </a:extLst>
          </p:cNvPr>
          <p:cNvSpPr>
            <a:spLocks noGrp="1"/>
          </p:cNvSpPr>
          <p:nvPr>
            <p:ph type="title" hasCustomPrompt="1"/>
          </p:nvPr>
        </p:nvSpPr>
        <p:spPr/>
        <p:txBody>
          <a:bodyPr/>
          <a:lstStyle/>
          <a:p>
            <a:r>
              <a:rPr lang="en-US"/>
              <a:t>[Slide title]</a:t>
            </a:r>
          </a:p>
        </p:txBody>
      </p:sp>
      <p:cxnSp>
        <p:nvCxnSpPr>
          <p:cNvPr id="15" name="Line">
            <a:extLst>
              <a:ext uri="{FF2B5EF4-FFF2-40B4-BE49-F238E27FC236}">
                <a16:creationId xmlns:a16="http://schemas.microsoft.com/office/drawing/2014/main" id="{8412A77E-32D6-ECE7-C58C-21E3C08D86B3}"/>
              </a:ext>
              <a:ext uri="{C183D7F6-B498-43B3-948B-1728B52AA6E4}">
                <adec:decorative xmlns:adec="http://schemas.microsoft.com/office/drawing/2017/decorative" val="1"/>
              </a:ext>
            </a:extLst>
          </p:cNvPr>
          <p:cNvCxnSpPr>
            <a:cxnSpLocks/>
          </p:cNvCxnSpPr>
          <p:nvPr/>
        </p:nvCxnSpPr>
        <p:spPr>
          <a:xfrm>
            <a:off x="54864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3" name="TextBox">
            <a:extLst>
              <a:ext uri="{FF2B5EF4-FFF2-40B4-BE49-F238E27FC236}">
                <a16:creationId xmlns:a16="http://schemas.microsoft.com/office/drawing/2014/main" id="{AF47D3F9-758C-0713-980A-E6E56BBC1088}"/>
              </a:ext>
            </a:extLst>
          </p:cNvPr>
          <p:cNvSpPr txBox="1"/>
          <p:nvPr/>
        </p:nvSpPr>
        <p:spPr>
          <a:xfrm>
            <a:off x="54864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01</a:t>
            </a:r>
          </a:p>
        </p:txBody>
      </p:sp>
      <p:sp>
        <p:nvSpPr>
          <p:cNvPr id="3" name="Content Placeholder 2"/>
          <p:cNvSpPr>
            <a:spLocks noGrp="1"/>
          </p:cNvSpPr>
          <p:nvPr>
            <p:ph sz="half" idx="1"/>
          </p:nvPr>
        </p:nvSpPr>
        <p:spPr>
          <a:xfrm>
            <a:off x="548641" y="2286000"/>
            <a:ext cx="2499359" cy="132588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9" name="Line">
            <a:extLst>
              <a:ext uri="{FF2B5EF4-FFF2-40B4-BE49-F238E27FC236}">
                <a16:creationId xmlns:a16="http://schemas.microsoft.com/office/drawing/2014/main" id="{D7771284-6191-6AE5-C8DC-E26F4DD28049}"/>
              </a:ext>
              <a:ext uri="{C183D7F6-B498-43B3-948B-1728B52AA6E4}">
                <adec:decorative xmlns:adec="http://schemas.microsoft.com/office/drawing/2017/decorative" val="1"/>
              </a:ext>
            </a:extLst>
          </p:cNvPr>
          <p:cNvCxnSpPr>
            <a:cxnSpLocks/>
          </p:cNvCxnSpPr>
          <p:nvPr/>
        </p:nvCxnSpPr>
        <p:spPr>
          <a:xfrm>
            <a:off x="341376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0" name="TextBox">
            <a:extLst>
              <a:ext uri="{FF2B5EF4-FFF2-40B4-BE49-F238E27FC236}">
                <a16:creationId xmlns:a16="http://schemas.microsoft.com/office/drawing/2014/main" id="{0D9A8745-BD6D-12B2-16DF-02CB2BB85704}"/>
              </a:ext>
            </a:extLst>
          </p:cNvPr>
          <p:cNvSpPr txBox="1"/>
          <p:nvPr/>
        </p:nvSpPr>
        <p:spPr>
          <a:xfrm>
            <a:off x="341376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02</a:t>
            </a:r>
          </a:p>
        </p:txBody>
      </p:sp>
      <p:sp>
        <p:nvSpPr>
          <p:cNvPr id="4" name="Content Placeholder 3"/>
          <p:cNvSpPr>
            <a:spLocks noGrp="1"/>
          </p:cNvSpPr>
          <p:nvPr>
            <p:ph sz="half" idx="2"/>
          </p:nvPr>
        </p:nvSpPr>
        <p:spPr>
          <a:xfrm>
            <a:off x="3413761" y="2286000"/>
            <a:ext cx="2499359" cy="132588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Line">
            <a:extLst>
              <a:ext uri="{FF2B5EF4-FFF2-40B4-BE49-F238E27FC236}">
                <a16:creationId xmlns:a16="http://schemas.microsoft.com/office/drawing/2014/main" id="{7F3E6C41-3F3A-5394-DD39-6844F7E13753}"/>
              </a:ext>
              <a:ext uri="{C183D7F6-B498-43B3-948B-1728B52AA6E4}">
                <adec:decorative xmlns:adec="http://schemas.microsoft.com/office/drawing/2017/decorative" val="1"/>
              </a:ext>
            </a:extLst>
          </p:cNvPr>
          <p:cNvCxnSpPr>
            <a:cxnSpLocks/>
          </p:cNvCxnSpPr>
          <p:nvPr/>
        </p:nvCxnSpPr>
        <p:spPr>
          <a:xfrm>
            <a:off x="627888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2" name="TextBox">
            <a:extLst>
              <a:ext uri="{FF2B5EF4-FFF2-40B4-BE49-F238E27FC236}">
                <a16:creationId xmlns:a16="http://schemas.microsoft.com/office/drawing/2014/main" id="{BBB1FB2A-A05A-0E6A-2901-52A7D695A891}"/>
              </a:ext>
            </a:extLst>
          </p:cNvPr>
          <p:cNvSpPr txBox="1"/>
          <p:nvPr/>
        </p:nvSpPr>
        <p:spPr>
          <a:xfrm>
            <a:off x="627888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03</a:t>
            </a:r>
          </a:p>
        </p:txBody>
      </p:sp>
      <p:sp>
        <p:nvSpPr>
          <p:cNvPr id="6" name="Content Placeholder 4">
            <a:extLst>
              <a:ext uri="{FF2B5EF4-FFF2-40B4-BE49-F238E27FC236}">
                <a16:creationId xmlns:a16="http://schemas.microsoft.com/office/drawing/2014/main" id="{617618FB-CD21-AF4A-B264-6355E9BD7981}"/>
              </a:ext>
            </a:extLst>
          </p:cNvPr>
          <p:cNvSpPr>
            <a:spLocks noGrp="1"/>
          </p:cNvSpPr>
          <p:nvPr>
            <p:ph sz="half" idx="10"/>
          </p:nvPr>
        </p:nvSpPr>
        <p:spPr>
          <a:xfrm>
            <a:off x="6278881" y="2286000"/>
            <a:ext cx="2499359" cy="132588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4" name="Line">
            <a:extLst>
              <a:ext uri="{FF2B5EF4-FFF2-40B4-BE49-F238E27FC236}">
                <a16:creationId xmlns:a16="http://schemas.microsoft.com/office/drawing/2014/main" id="{FE115B30-3E6D-E823-531E-BB5BAA199BD0}"/>
              </a:ext>
              <a:ext uri="{C183D7F6-B498-43B3-948B-1728B52AA6E4}">
                <adec:decorative xmlns:adec="http://schemas.microsoft.com/office/drawing/2017/decorative" val="1"/>
              </a:ext>
            </a:extLst>
          </p:cNvPr>
          <p:cNvCxnSpPr>
            <a:cxnSpLocks/>
          </p:cNvCxnSpPr>
          <p:nvPr/>
        </p:nvCxnSpPr>
        <p:spPr>
          <a:xfrm>
            <a:off x="914400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6" name="TextBox">
            <a:extLst>
              <a:ext uri="{FF2B5EF4-FFF2-40B4-BE49-F238E27FC236}">
                <a16:creationId xmlns:a16="http://schemas.microsoft.com/office/drawing/2014/main" id="{694F0353-A0DD-9642-BDD7-8FC612070822}"/>
              </a:ext>
            </a:extLst>
          </p:cNvPr>
          <p:cNvSpPr txBox="1"/>
          <p:nvPr/>
        </p:nvSpPr>
        <p:spPr>
          <a:xfrm>
            <a:off x="9144001"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04</a:t>
            </a:r>
          </a:p>
        </p:txBody>
      </p:sp>
      <p:sp>
        <p:nvSpPr>
          <p:cNvPr id="5" name="Content Placeholder 5">
            <a:extLst>
              <a:ext uri="{FF2B5EF4-FFF2-40B4-BE49-F238E27FC236}">
                <a16:creationId xmlns:a16="http://schemas.microsoft.com/office/drawing/2014/main" id="{873DCC96-E62A-5505-4F1E-4A80C8498209}"/>
              </a:ext>
            </a:extLst>
          </p:cNvPr>
          <p:cNvSpPr>
            <a:spLocks noGrp="1"/>
          </p:cNvSpPr>
          <p:nvPr>
            <p:ph sz="half" idx="11"/>
          </p:nvPr>
        </p:nvSpPr>
        <p:spPr>
          <a:xfrm>
            <a:off x="9144001" y="2286000"/>
            <a:ext cx="2499359" cy="132588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Line">
            <a:extLst>
              <a:ext uri="{FF2B5EF4-FFF2-40B4-BE49-F238E27FC236}">
                <a16:creationId xmlns:a16="http://schemas.microsoft.com/office/drawing/2014/main" id="{1A90E933-723C-D9CC-B7AB-3043EDAB638D}"/>
              </a:ext>
              <a:ext uri="{C183D7F6-B498-43B3-948B-1728B52AA6E4}">
                <adec:decorative xmlns:adec="http://schemas.microsoft.com/office/drawing/2017/decorative" val="1"/>
              </a:ext>
            </a:extLst>
          </p:cNvPr>
          <p:cNvCxnSpPr>
            <a:cxnSpLocks/>
          </p:cNvCxnSpPr>
          <p:nvPr/>
        </p:nvCxnSpPr>
        <p:spPr>
          <a:xfrm>
            <a:off x="548640" y="3886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8" name="TextBox">
            <a:extLst>
              <a:ext uri="{FF2B5EF4-FFF2-40B4-BE49-F238E27FC236}">
                <a16:creationId xmlns:a16="http://schemas.microsoft.com/office/drawing/2014/main" id="{8E3B414F-BCCF-E0E0-A5B7-9D21FED7A614}"/>
              </a:ext>
            </a:extLst>
          </p:cNvPr>
          <p:cNvSpPr txBox="1"/>
          <p:nvPr/>
        </p:nvSpPr>
        <p:spPr>
          <a:xfrm>
            <a:off x="548641"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05</a:t>
            </a:r>
          </a:p>
        </p:txBody>
      </p:sp>
      <p:sp>
        <p:nvSpPr>
          <p:cNvPr id="18" name="Content Placeholder 6">
            <a:extLst>
              <a:ext uri="{FF2B5EF4-FFF2-40B4-BE49-F238E27FC236}">
                <a16:creationId xmlns:a16="http://schemas.microsoft.com/office/drawing/2014/main" id="{5731522F-82BF-A739-FBD5-84B13AFCBF10}"/>
              </a:ext>
            </a:extLst>
          </p:cNvPr>
          <p:cNvSpPr>
            <a:spLocks noGrp="1"/>
          </p:cNvSpPr>
          <p:nvPr>
            <p:ph sz="half" idx="12"/>
          </p:nvPr>
        </p:nvSpPr>
        <p:spPr>
          <a:xfrm>
            <a:off x="548641" y="4572000"/>
            <a:ext cx="2499359" cy="132588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9" name="Line">
            <a:extLst>
              <a:ext uri="{FF2B5EF4-FFF2-40B4-BE49-F238E27FC236}">
                <a16:creationId xmlns:a16="http://schemas.microsoft.com/office/drawing/2014/main" id="{B07AB9A6-54AF-4DC6-E298-2E576695A65F}"/>
              </a:ext>
              <a:ext uri="{C183D7F6-B498-43B3-948B-1728B52AA6E4}">
                <adec:decorative xmlns:adec="http://schemas.microsoft.com/office/drawing/2017/decorative" val="1"/>
              </a:ext>
            </a:extLst>
          </p:cNvPr>
          <p:cNvCxnSpPr>
            <a:cxnSpLocks/>
          </p:cNvCxnSpPr>
          <p:nvPr/>
        </p:nvCxnSpPr>
        <p:spPr>
          <a:xfrm>
            <a:off x="3413760" y="3886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20" name="TextBox">
            <a:extLst>
              <a:ext uri="{FF2B5EF4-FFF2-40B4-BE49-F238E27FC236}">
                <a16:creationId xmlns:a16="http://schemas.microsoft.com/office/drawing/2014/main" id="{E79A49CF-30B2-91DC-6BCA-2A41DD4CBF09}"/>
              </a:ext>
            </a:extLst>
          </p:cNvPr>
          <p:cNvSpPr txBox="1"/>
          <p:nvPr/>
        </p:nvSpPr>
        <p:spPr>
          <a:xfrm>
            <a:off x="3413761"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06</a:t>
            </a:r>
          </a:p>
        </p:txBody>
      </p:sp>
      <p:sp>
        <p:nvSpPr>
          <p:cNvPr id="25" name="Content Placeholder 7">
            <a:extLst>
              <a:ext uri="{FF2B5EF4-FFF2-40B4-BE49-F238E27FC236}">
                <a16:creationId xmlns:a16="http://schemas.microsoft.com/office/drawing/2014/main" id="{5FE6691B-ACEF-8803-7DC3-70B52F899908}"/>
              </a:ext>
            </a:extLst>
          </p:cNvPr>
          <p:cNvSpPr>
            <a:spLocks noGrp="1"/>
          </p:cNvSpPr>
          <p:nvPr>
            <p:ph sz="half" idx="13"/>
          </p:nvPr>
        </p:nvSpPr>
        <p:spPr>
          <a:xfrm>
            <a:off x="3413761" y="4572000"/>
            <a:ext cx="2499359" cy="132588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21" name="Line">
            <a:extLst>
              <a:ext uri="{FF2B5EF4-FFF2-40B4-BE49-F238E27FC236}">
                <a16:creationId xmlns:a16="http://schemas.microsoft.com/office/drawing/2014/main" id="{DE9CD609-8A04-24B8-B562-11703E18D251}"/>
              </a:ext>
              <a:ext uri="{C183D7F6-B498-43B3-948B-1728B52AA6E4}">
                <adec:decorative xmlns:adec="http://schemas.microsoft.com/office/drawing/2017/decorative" val="1"/>
              </a:ext>
            </a:extLst>
          </p:cNvPr>
          <p:cNvCxnSpPr>
            <a:cxnSpLocks/>
          </p:cNvCxnSpPr>
          <p:nvPr/>
        </p:nvCxnSpPr>
        <p:spPr>
          <a:xfrm>
            <a:off x="6278880" y="3886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22" name="TextBox">
            <a:extLst>
              <a:ext uri="{FF2B5EF4-FFF2-40B4-BE49-F238E27FC236}">
                <a16:creationId xmlns:a16="http://schemas.microsoft.com/office/drawing/2014/main" id="{7C5E0031-266F-D418-0BAB-9BD3C4F1EC3F}"/>
              </a:ext>
            </a:extLst>
          </p:cNvPr>
          <p:cNvSpPr txBox="1"/>
          <p:nvPr/>
        </p:nvSpPr>
        <p:spPr>
          <a:xfrm>
            <a:off x="6278881"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07</a:t>
            </a:r>
          </a:p>
        </p:txBody>
      </p:sp>
      <p:sp>
        <p:nvSpPr>
          <p:cNvPr id="26" name="Content Placeholder 8">
            <a:extLst>
              <a:ext uri="{FF2B5EF4-FFF2-40B4-BE49-F238E27FC236}">
                <a16:creationId xmlns:a16="http://schemas.microsoft.com/office/drawing/2014/main" id="{772BE48E-72DE-7245-BBDA-BF3FEC69BED1}"/>
              </a:ext>
            </a:extLst>
          </p:cNvPr>
          <p:cNvSpPr>
            <a:spLocks noGrp="1"/>
          </p:cNvSpPr>
          <p:nvPr>
            <p:ph sz="half" idx="14"/>
          </p:nvPr>
        </p:nvSpPr>
        <p:spPr>
          <a:xfrm>
            <a:off x="6278881" y="4572000"/>
            <a:ext cx="2499359" cy="132588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23" name="Line">
            <a:extLst>
              <a:ext uri="{FF2B5EF4-FFF2-40B4-BE49-F238E27FC236}">
                <a16:creationId xmlns:a16="http://schemas.microsoft.com/office/drawing/2014/main" id="{51FB53C0-6EA8-D891-85A3-23EE83EADE03}"/>
              </a:ext>
              <a:ext uri="{C183D7F6-B498-43B3-948B-1728B52AA6E4}">
                <adec:decorative xmlns:adec="http://schemas.microsoft.com/office/drawing/2017/decorative" val="1"/>
              </a:ext>
            </a:extLst>
          </p:cNvPr>
          <p:cNvCxnSpPr>
            <a:cxnSpLocks/>
          </p:cNvCxnSpPr>
          <p:nvPr/>
        </p:nvCxnSpPr>
        <p:spPr>
          <a:xfrm>
            <a:off x="9144000" y="3886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24" name="TextBox">
            <a:extLst>
              <a:ext uri="{FF2B5EF4-FFF2-40B4-BE49-F238E27FC236}">
                <a16:creationId xmlns:a16="http://schemas.microsoft.com/office/drawing/2014/main" id="{6BF9F70B-8D8A-3E73-E423-909DA6A75EB4}"/>
              </a:ext>
            </a:extLst>
          </p:cNvPr>
          <p:cNvSpPr txBox="1"/>
          <p:nvPr/>
        </p:nvSpPr>
        <p:spPr>
          <a:xfrm>
            <a:off x="9144001"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08</a:t>
            </a:r>
          </a:p>
        </p:txBody>
      </p:sp>
      <p:sp>
        <p:nvSpPr>
          <p:cNvPr id="27" name="Content Placeholder 9">
            <a:extLst>
              <a:ext uri="{FF2B5EF4-FFF2-40B4-BE49-F238E27FC236}">
                <a16:creationId xmlns:a16="http://schemas.microsoft.com/office/drawing/2014/main" id="{EA060839-AF98-8040-7AE9-8F0D7E00C135}"/>
              </a:ext>
            </a:extLst>
          </p:cNvPr>
          <p:cNvSpPr>
            <a:spLocks noGrp="1"/>
          </p:cNvSpPr>
          <p:nvPr>
            <p:ph sz="half" idx="15"/>
          </p:nvPr>
        </p:nvSpPr>
        <p:spPr>
          <a:xfrm>
            <a:off x="9144001" y="4572000"/>
            <a:ext cx="2499359" cy="1325880"/>
          </a:xfrm>
        </p:spPr>
        <p:txBody>
          <a:bodyPr/>
          <a:lstStyle>
            <a:lvl1pPr marL="0" indent="0">
              <a:spcBef>
                <a:spcPts val="1000"/>
              </a:spcBef>
              <a:buNone/>
              <a:defRPr sz="1300"/>
            </a:lvl1pPr>
            <a:lvl2pPr marL="137160" indent="-137160">
              <a:spcBef>
                <a:spcPts val="1000"/>
              </a:spcBef>
              <a:buFont typeface="Arial" panose="020B0604020202020204" pitchFamily="34" charset="0"/>
              <a:buChar char="▪"/>
              <a:defRPr sz="1300"/>
            </a:lvl2pPr>
            <a:lvl3pPr marL="274320" indent="-137160">
              <a:defRPr sz="1300"/>
            </a:lvl3pPr>
            <a:lvl4pPr marL="411480" indent="-137160">
              <a:defRPr sz="1300"/>
            </a:lvl4pPr>
            <a:lvl5pPr marL="548640" indent="-137160">
              <a:defRPr sz="1300"/>
            </a:lvl5pPr>
            <a:lvl6pPr marL="685800" indent="-137160">
              <a:defRPr sz="1300"/>
            </a:lvl6pPr>
            <a:lvl7pPr marL="822960" indent="-137160">
              <a:defRPr sz="1300"/>
            </a:lvl7pPr>
            <a:lvl8pPr marL="960120" indent="-137160">
              <a:defRPr sz="1300"/>
            </a:lvl8pPr>
            <a:lvl9pPr marL="109728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Date Placeholder 27">
            <a:extLst>
              <a:ext uri="{FF2B5EF4-FFF2-40B4-BE49-F238E27FC236}">
                <a16:creationId xmlns:a16="http://schemas.microsoft.com/office/drawing/2014/main" id="{4C43927A-9072-62B2-E6B6-C90CC98BD41F}"/>
              </a:ext>
            </a:extLst>
          </p:cNvPr>
          <p:cNvSpPr>
            <a:spLocks noGrp="1"/>
          </p:cNvSpPr>
          <p:nvPr>
            <p:ph type="dt" sz="half" idx="16"/>
          </p:nvPr>
        </p:nvSpPr>
        <p:spPr/>
        <p:txBody>
          <a:bodyPr/>
          <a:lstStyle/>
          <a:p>
            <a:fld id="{971AFA9C-17DA-4726-B9E3-ADECF7729AF7}" type="datetimeFigureOut">
              <a:rPr lang="en-US" smtClean="0"/>
              <a:t>7/21/2026</a:t>
            </a:fld>
            <a:endParaRPr lang="en-US"/>
          </a:p>
        </p:txBody>
      </p:sp>
      <p:sp>
        <p:nvSpPr>
          <p:cNvPr id="29" name="Slide Number Placeholder 28">
            <a:extLst>
              <a:ext uri="{FF2B5EF4-FFF2-40B4-BE49-F238E27FC236}">
                <a16:creationId xmlns:a16="http://schemas.microsoft.com/office/drawing/2014/main" id="{7C0BB974-2130-F29B-EFD0-42CC6056022B}"/>
              </a:ext>
            </a:extLst>
          </p:cNvPr>
          <p:cNvSpPr>
            <a:spLocks noGrp="1"/>
          </p:cNvSpPr>
          <p:nvPr>
            <p:ph type="sldNum" sz="quarter" idx="17"/>
          </p:nvPr>
        </p:nvSpPr>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1098129219"/>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Full Image">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A0F3CE13-290E-12C4-BDCA-17CB5BAFF747}"/>
              </a:ext>
            </a:extLst>
          </p:cNvPr>
          <p:cNvSpPr>
            <a:spLocks noGrp="1"/>
          </p:cNvSpPr>
          <p:nvPr>
            <p:ph type="pic" sz="quarter" idx="10"/>
          </p:nvPr>
        </p:nvSpPr>
        <p:spPr>
          <a:xfrm>
            <a:off x="0" y="228600"/>
            <a:ext cx="12192000" cy="6400800"/>
          </a:xfr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4" name="Title 2">
            <a:extLst>
              <a:ext uri="{FF2B5EF4-FFF2-40B4-BE49-F238E27FC236}">
                <a16:creationId xmlns:a16="http://schemas.microsoft.com/office/drawing/2014/main" id="{0AF67DC4-909F-6BF0-DB86-8675E25715AB}"/>
              </a:ext>
            </a:extLst>
          </p:cNvPr>
          <p:cNvSpPr>
            <a:spLocks noGrp="1"/>
          </p:cNvSpPr>
          <p:nvPr>
            <p:ph type="title" hasCustomPrompt="1"/>
          </p:nvPr>
        </p:nvSpPr>
        <p:spPr/>
        <p:txBody>
          <a:bodyPr/>
          <a:lstStyle/>
          <a:p>
            <a:r>
              <a:rPr lang="en-US"/>
              <a:t>[Slide title]</a:t>
            </a:r>
          </a:p>
        </p:txBody>
      </p:sp>
      <p:sp>
        <p:nvSpPr>
          <p:cNvPr id="3" name="Date Placeholder 2">
            <a:extLst>
              <a:ext uri="{FF2B5EF4-FFF2-40B4-BE49-F238E27FC236}">
                <a16:creationId xmlns:a16="http://schemas.microsoft.com/office/drawing/2014/main" id="{FFF3D174-1921-7F28-5394-750C376C77F2}"/>
              </a:ext>
            </a:extLst>
          </p:cNvPr>
          <p:cNvSpPr>
            <a:spLocks noGrp="1"/>
          </p:cNvSpPr>
          <p:nvPr>
            <p:ph type="dt" sz="half" idx="11"/>
          </p:nvPr>
        </p:nvSpPr>
        <p:spPr/>
        <p:txBody>
          <a:bodyPr/>
          <a:lstStyle/>
          <a:p>
            <a:fld id="{971AFA9C-17DA-4726-B9E3-ADECF7729AF7}" type="datetimeFigureOut">
              <a:rPr lang="en-US" smtClean="0"/>
              <a:t>7/21/2026</a:t>
            </a:fld>
            <a:endParaRPr lang="en-US"/>
          </a:p>
        </p:txBody>
      </p:sp>
      <p:sp>
        <p:nvSpPr>
          <p:cNvPr id="5" name="Slide Number Placeholder 4">
            <a:extLst>
              <a:ext uri="{FF2B5EF4-FFF2-40B4-BE49-F238E27FC236}">
                <a16:creationId xmlns:a16="http://schemas.microsoft.com/office/drawing/2014/main" id="{04BD6737-D835-6484-7A3F-BAD2D784E28E}"/>
              </a:ext>
            </a:extLst>
          </p:cNvPr>
          <p:cNvSpPr>
            <a:spLocks noGrp="1"/>
          </p:cNvSpPr>
          <p:nvPr>
            <p:ph type="sldNum" sz="quarter" idx="12"/>
          </p:nvPr>
        </p:nvSpPr>
        <p:spPr/>
        <p:txBody>
          <a:bodyPr/>
          <a:lstStyle/>
          <a:p>
            <a:fld id="{79D051F2-C7C4-43BD-B552-C78CE0DE4128}" type="slidenum">
              <a:rPr lang="en-US" smtClean="0"/>
              <a:t>‹#›</a:t>
            </a:fld>
            <a:endParaRPr lang="en-US"/>
          </a:p>
        </p:txBody>
      </p:sp>
      <p:pic>
        <p:nvPicPr>
          <p:cNvPr id="6" name="Picture 5">
            <a:extLst>
              <a:ext uri="{FF2B5EF4-FFF2-40B4-BE49-F238E27FC236}">
                <a16:creationId xmlns:a16="http://schemas.microsoft.com/office/drawing/2014/main" id="{B4B09A03-7F71-C11F-C219-9F32BF2D5BC0}"/>
              </a:ext>
            </a:extLst>
          </p:cNvPr>
          <p:cNvPicPr>
            <a:picLocks noChangeAspect="1"/>
          </p:cNvPicPr>
          <p:nvPr/>
        </p:nvPicPr>
        <p:blipFill>
          <a:blip r:embed="rId2"/>
          <a:srcRect/>
          <a:stretch/>
        </p:blipFill>
        <p:spPr>
          <a:xfrm>
            <a:off x="10004616" y="411162"/>
            <a:ext cx="1629707" cy="478023"/>
          </a:xfrm>
          <a:prstGeom prst="rect">
            <a:avLst/>
          </a:prstGeom>
        </p:spPr>
      </p:pic>
    </p:spTree>
    <p:extLst>
      <p:ext uri="{BB962C8B-B14F-4D97-AF65-F5344CB8AC3E}">
        <p14:creationId xmlns:p14="http://schemas.microsoft.com/office/powerpoint/2010/main" val="1282574167"/>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Content and Image 01">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17D0BA3-CE88-4FFE-E80D-CD039190BDDD}"/>
              </a:ext>
            </a:extLst>
          </p:cNvPr>
          <p:cNvSpPr>
            <a:spLocks noGrp="1"/>
          </p:cNvSpPr>
          <p:nvPr>
            <p:ph type="title" hasCustomPrompt="1"/>
          </p:nvPr>
        </p:nvSpPr>
        <p:spPr>
          <a:xfrm>
            <a:off x="548640" y="411481"/>
            <a:ext cx="5364480" cy="914400"/>
          </a:xfrm>
        </p:spPr>
        <p:txBody>
          <a:bodyPr/>
          <a:lstStyle>
            <a:lvl1pPr>
              <a:defRPr sz="2800" b="1" cap="none" baseline="0"/>
            </a:lvl1pPr>
          </a:lstStyle>
          <a:p>
            <a:r>
              <a:rPr lang="en-US"/>
              <a:t>[Slide title]</a:t>
            </a:r>
          </a:p>
        </p:txBody>
      </p:sp>
      <p:sp>
        <p:nvSpPr>
          <p:cNvPr id="3" name="Content Placeholder 2"/>
          <p:cNvSpPr>
            <a:spLocks noGrp="1"/>
          </p:cNvSpPr>
          <p:nvPr>
            <p:ph sz="half" idx="1"/>
          </p:nvPr>
        </p:nvSpPr>
        <p:spPr>
          <a:xfrm>
            <a:off x="548639" y="1600200"/>
            <a:ext cx="5364480" cy="457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FDEDA6D-3B28-23A1-C2EE-BBB7617D7DCF}"/>
              </a:ext>
            </a:extLst>
          </p:cNvPr>
          <p:cNvSpPr>
            <a:spLocks noGrp="1"/>
          </p:cNvSpPr>
          <p:nvPr>
            <p:ph type="dt" sz="half" idx="11"/>
          </p:nvPr>
        </p:nvSpPr>
        <p:spPr/>
        <p:txBody>
          <a:bodyPr/>
          <a:lstStyle/>
          <a:p>
            <a:fld id="{971AFA9C-17DA-4726-B9E3-ADECF7729AF7}" type="datetimeFigureOut">
              <a:rPr lang="en-US" smtClean="0"/>
              <a:t>7/21/2026</a:t>
            </a:fld>
            <a:endParaRPr lang="en-US"/>
          </a:p>
        </p:txBody>
      </p:sp>
      <p:sp>
        <p:nvSpPr>
          <p:cNvPr id="6" name="Slide Number Placeholder 5">
            <a:extLst>
              <a:ext uri="{FF2B5EF4-FFF2-40B4-BE49-F238E27FC236}">
                <a16:creationId xmlns:a16="http://schemas.microsoft.com/office/drawing/2014/main" id="{8F131B70-C8F2-D686-C30C-B4651FF0440C}"/>
              </a:ext>
            </a:extLst>
          </p:cNvPr>
          <p:cNvSpPr>
            <a:spLocks noGrp="1"/>
          </p:cNvSpPr>
          <p:nvPr>
            <p:ph type="sldNum" sz="quarter" idx="12"/>
          </p:nvPr>
        </p:nvSpPr>
        <p:spPr/>
        <p:txBody>
          <a:bodyPr/>
          <a:lstStyle/>
          <a:p>
            <a:fld id="{79D051F2-C7C4-43BD-B552-C78CE0DE4128}" type="slidenum">
              <a:rPr lang="en-US" smtClean="0"/>
              <a:t>‹#›</a:t>
            </a:fld>
            <a:endParaRPr lang="en-US"/>
          </a:p>
        </p:txBody>
      </p:sp>
      <p:sp>
        <p:nvSpPr>
          <p:cNvPr id="8" name="Picture Placeholder 3">
            <a:extLst>
              <a:ext uri="{FF2B5EF4-FFF2-40B4-BE49-F238E27FC236}">
                <a16:creationId xmlns:a16="http://schemas.microsoft.com/office/drawing/2014/main" id="{9D1DFBC2-C4E8-E691-E48C-B8D2CF49CDAF}"/>
              </a:ext>
            </a:extLst>
          </p:cNvPr>
          <p:cNvSpPr>
            <a:spLocks noGrp="1"/>
          </p:cNvSpPr>
          <p:nvPr>
            <p:ph type="pic" sz="quarter" idx="10"/>
          </p:nvPr>
        </p:nvSpPr>
        <p:spPr>
          <a:xfrm>
            <a:off x="6278037" y="1076324"/>
            <a:ext cx="5365748" cy="5095875"/>
          </a:xfr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Tree>
    <p:extLst>
      <p:ext uri="{BB962C8B-B14F-4D97-AF65-F5344CB8AC3E}">
        <p14:creationId xmlns:p14="http://schemas.microsoft.com/office/powerpoint/2010/main" val="2060810630"/>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Content and Image 02">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4D455EB0-A36D-4986-9393-AA1D5CE6C067}"/>
              </a:ext>
            </a:extLst>
          </p:cNvPr>
          <p:cNvSpPr>
            <a:spLocks noGrp="1"/>
          </p:cNvSpPr>
          <p:nvPr>
            <p:ph type="pic" sz="quarter" idx="10"/>
          </p:nvPr>
        </p:nvSpPr>
        <p:spPr>
          <a:xfrm>
            <a:off x="548639" y="411480"/>
            <a:ext cx="11094720" cy="3108960"/>
          </a:xfr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5" name="Title 2">
            <a:extLst>
              <a:ext uri="{FF2B5EF4-FFF2-40B4-BE49-F238E27FC236}">
                <a16:creationId xmlns:a16="http://schemas.microsoft.com/office/drawing/2014/main" id="{C17D0BA3-CE88-4FFE-E80D-CD039190BDDD}"/>
              </a:ext>
            </a:extLst>
          </p:cNvPr>
          <p:cNvSpPr>
            <a:spLocks noGrp="1"/>
          </p:cNvSpPr>
          <p:nvPr>
            <p:ph type="title" hasCustomPrompt="1"/>
          </p:nvPr>
        </p:nvSpPr>
        <p:spPr>
          <a:xfrm>
            <a:off x="548640" y="3794760"/>
            <a:ext cx="5364480" cy="914400"/>
          </a:xfrm>
        </p:spPr>
        <p:txBody>
          <a:bodyPr/>
          <a:lstStyle>
            <a:lvl1pPr>
              <a:defRPr sz="2800" b="1" cap="none" baseline="0"/>
            </a:lvl1pPr>
          </a:lstStyle>
          <a:p>
            <a:r>
              <a:rPr lang="en-US"/>
              <a:t>[Slide title]</a:t>
            </a:r>
          </a:p>
        </p:txBody>
      </p:sp>
      <p:sp>
        <p:nvSpPr>
          <p:cNvPr id="3" name="Content Placeholder 3"/>
          <p:cNvSpPr>
            <a:spLocks noGrp="1"/>
          </p:cNvSpPr>
          <p:nvPr>
            <p:ph sz="half" idx="1"/>
          </p:nvPr>
        </p:nvSpPr>
        <p:spPr>
          <a:xfrm>
            <a:off x="6278879" y="3794760"/>
            <a:ext cx="5364480" cy="23774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439DE7-660B-3FA9-966D-AB1D9EF6AC81}"/>
              </a:ext>
            </a:extLst>
          </p:cNvPr>
          <p:cNvSpPr>
            <a:spLocks noGrp="1"/>
          </p:cNvSpPr>
          <p:nvPr>
            <p:ph type="dt" sz="half" idx="11"/>
          </p:nvPr>
        </p:nvSpPr>
        <p:spPr/>
        <p:txBody>
          <a:bodyPr/>
          <a:lstStyle/>
          <a:p>
            <a:fld id="{971AFA9C-17DA-4726-B9E3-ADECF7729AF7}" type="datetimeFigureOut">
              <a:rPr lang="en-US" smtClean="0"/>
              <a:t>7/21/2026</a:t>
            </a:fld>
            <a:endParaRPr lang="en-US"/>
          </a:p>
        </p:txBody>
      </p:sp>
      <p:sp>
        <p:nvSpPr>
          <p:cNvPr id="6" name="Slide Number Placeholder 5">
            <a:extLst>
              <a:ext uri="{FF2B5EF4-FFF2-40B4-BE49-F238E27FC236}">
                <a16:creationId xmlns:a16="http://schemas.microsoft.com/office/drawing/2014/main" id="{25763529-A3F2-C0F4-1A5C-AAFFF34D7F24}"/>
              </a:ext>
            </a:extLst>
          </p:cNvPr>
          <p:cNvSpPr>
            <a:spLocks noGrp="1"/>
          </p:cNvSpPr>
          <p:nvPr>
            <p:ph type="sldNum" sz="quarter" idx="12"/>
          </p:nvPr>
        </p:nvSpPr>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3821761570"/>
      </p:ext>
    </p:extLst>
  </p:cSld>
  <p:clrMapOvr>
    <a:masterClrMapping/>
  </p:clrMapOvr>
  <p:extLst>
    <p:ext uri="{DCECCB84-F9BA-43D5-87BE-67443E8EF086}">
      <p15:sldGuideLst xmlns:p15="http://schemas.microsoft.com/office/powerpoint/2012/main">
        <p15:guide id="1" orient="horz" pos="2390">
          <p15:clr>
            <a:srgbClr val="A4A3A4"/>
          </p15:clr>
        </p15:guide>
        <p15:guide id="2" orient="horz" pos="3888">
          <p15:clr>
            <a:srgbClr val="A4A3A4"/>
          </p15:clr>
        </p15:guide>
        <p15:guide id="3" orient="horz" pos="2218">
          <p15:clr>
            <a:srgbClr val="A4A3A4"/>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Content and 2 Images">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17D0BA3-CE88-4FFE-E80D-CD039190BDDD}"/>
              </a:ext>
            </a:extLst>
          </p:cNvPr>
          <p:cNvSpPr>
            <a:spLocks noGrp="1"/>
          </p:cNvSpPr>
          <p:nvPr>
            <p:ph type="title" hasCustomPrompt="1"/>
          </p:nvPr>
        </p:nvSpPr>
        <p:spPr/>
        <p:txBody>
          <a:bodyPr/>
          <a:lstStyle/>
          <a:p>
            <a:r>
              <a:rPr lang="en-US"/>
              <a:t>[Slide title]</a:t>
            </a:r>
          </a:p>
        </p:txBody>
      </p:sp>
      <p:sp>
        <p:nvSpPr>
          <p:cNvPr id="2" name="Picture Placeholder 2">
            <a:extLst>
              <a:ext uri="{FF2B5EF4-FFF2-40B4-BE49-F238E27FC236}">
                <a16:creationId xmlns:a16="http://schemas.microsoft.com/office/drawing/2014/main" id="{E4C4A4C8-609A-5582-34D3-DD47E15FD269}"/>
              </a:ext>
            </a:extLst>
          </p:cNvPr>
          <p:cNvSpPr>
            <a:spLocks noGrp="1"/>
          </p:cNvSpPr>
          <p:nvPr>
            <p:ph type="pic" sz="quarter" idx="10"/>
          </p:nvPr>
        </p:nvSpPr>
        <p:spPr>
          <a:xfrm>
            <a:off x="548639" y="1600200"/>
            <a:ext cx="5364480" cy="2286000"/>
          </a:xfr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8" name="Text Placeholder 3">
            <a:extLst>
              <a:ext uri="{FF2B5EF4-FFF2-40B4-BE49-F238E27FC236}">
                <a16:creationId xmlns:a16="http://schemas.microsoft.com/office/drawing/2014/main" id="{AE500155-914F-3AB3-C892-09CE75C54487}"/>
              </a:ext>
            </a:extLst>
          </p:cNvPr>
          <p:cNvSpPr>
            <a:spLocks noGrp="1"/>
          </p:cNvSpPr>
          <p:nvPr>
            <p:ph type="body" sz="quarter" idx="12" hasCustomPrompt="1"/>
          </p:nvPr>
        </p:nvSpPr>
        <p:spPr>
          <a:xfrm>
            <a:off x="548637" y="4114800"/>
            <a:ext cx="5364480" cy="365760"/>
          </a:xfrm>
        </p:spPr>
        <p:txBody>
          <a:bodyPr/>
          <a:lstStyle>
            <a:lvl1pPr marL="0" indent="0">
              <a:spcBef>
                <a:spcPts val="0"/>
              </a:spcBef>
              <a:buFontTx/>
              <a:buNone/>
              <a:defRPr sz="1800" b="1"/>
            </a:lvl1pPr>
            <a:lvl2pPr marL="0" indent="0">
              <a:spcBef>
                <a:spcPts val="0"/>
              </a:spcBef>
              <a:buFontTx/>
              <a:buNone/>
              <a:defRPr sz="1800" b="1"/>
            </a:lvl2pPr>
            <a:lvl3pPr marL="0" indent="0">
              <a:spcBef>
                <a:spcPts val="0"/>
              </a:spcBef>
              <a:buFontTx/>
              <a:buNone/>
              <a:defRPr sz="1800" b="1"/>
            </a:lvl3pPr>
            <a:lvl4pPr marL="0" indent="0">
              <a:spcBef>
                <a:spcPts val="0"/>
              </a:spcBef>
              <a:buFontTx/>
              <a:buNone/>
              <a:defRPr sz="1800" b="1"/>
            </a:lvl4pPr>
            <a:lvl5pPr marL="0" indent="0">
              <a:spcBef>
                <a:spcPts val="0"/>
              </a:spcBef>
              <a:buFontTx/>
              <a:buNone/>
              <a:defRPr sz="1800" b="1"/>
            </a:lvl5pPr>
            <a:lvl6pPr marL="0" indent="0">
              <a:spcBef>
                <a:spcPts val="0"/>
              </a:spcBef>
              <a:buFontTx/>
              <a:buNone/>
              <a:defRPr sz="1800" b="1"/>
            </a:lvl6pPr>
            <a:lvl7pPr marL="0" indent="0">
              <a:spcBef>
                <a:spcPts val="0"/>
              </a:spcBef>
              <a:buFontTx/>
              <a:buNone/>
              <a:defRPr sz="1800" b="1"/>
            </a:lvl7pPr>
            <a:lvl8pPr marL="0" indent="0">
              <a:spcBef>
                <a:spcPts val="0"/>
              </a:spcBef>
              <a:buFontTx/>
              <a:buNone/>
              <a:defRPr sz="1800" b="1"/>
            </a:lvl8pPr>
            <a:lvl9pPr marL="0" indent="0">
              <a:spcBef>
                <a:spcPts val="0"/>
              </a:spcBef>
              <a:buFontTx/>
              <a:buNone/>
              <a:defRPr sz="1800" b="1"/>
            </a:lvl9pPr>
          </a:lstStyle>
          <a:p>
            <a:pPr lvl="0"/>
            <a:r>
              <a:rPr lang="en-US"/>
              <a:t>[Subtitle]</a:t>
            </a:r>
          </a:p>
        </p:txBody>
      </p:sp>
      <p:sp>
        <p:nvSpPr>
          <p:cNvPr id="3" name="Content Placeholder 4"/>
          <p:cNvSpPr>
            <a:spLocks noGrp="1"/>
          </p:cNvSpPr>
          <p:nvPr>
            <p:ph sz="half" idx="1"/>
          </p:nvPr>
        </p:nvSpPr>
        <p:spPr>
          <a:xfrm>
            <a:off x="548639" y="4526280"/>
            <a:ext cx="5364480" cy="1645920"/>
          </a:xfrm>
        </p:spPr>
        <p:txBody>
          <a:bodyPr/>
          <a:lstStyle>
            <a:lvl1pPr marL="137160" indent="-137160">
              <a:defRPr sz="1500"/>
            </a:lvl1pPr>
            <a:lvl2pPr marL="274320" indent="-137160">
              <a:defRPr sz="1500"/>
            </a:lvl2pPr>
            <a:lvl3pPr marL="411480" indent="-137160">
              <a:defRPr sz="1500"/>
            </a:lvl3pPr>
            <a:lvl4pPr marL="548640" indent="-137160">
              <a:defRPr sz="1500"/>
            </a:lvl4pPr>
            <a:lvl5pPr marL="685800" indent="-137160">
              <a:defRPr sz="1500"/>
            </a:lvl5pPr>
            <a:lvl6pPr marL="822960" indent="-137160">
              <a:defRPr sz="1500"/>
            </a:lvl6pPr>
            <a:lvl7pPr marL="960120" indent="-137160">
              <a:defRPr sz="1500"/>
            </a:lvl7pPr>
            <a:lvl8pPr marL="1097280" indent="-137160">
              <a:defRPr sz="1500"/>
            </a:lvl8pPr>
            <a:lvl9pPr marL="1234440" indent="-137160">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5">
            <a:extLst>
              <a:ext uri="{FF2B5EF4-FFF2-40B4-BE49-F238E27FC236}">
                <a16:creationId xmlns:a16="http://schemas.microsoft.com/office/drawing/2014/main" id="{FC3A5FBE-3D66-4376-9A16-FE11155BA55E}"/>
              </a:ext>
            </a:extLst>
          </p:cNvPr>
          <p:cNvSpPr>
            <a:spLocks noGrp="1"/>
          </p:cNvSpPr>
          <p:nvPr>
            <p:ph type="pic" sz="quarter" idx="11"/>
          </p:nvPr>
        </p:nvSpPr>
        <p:spPr>
          <a:xfrm>
            <a:off x="6278879" y="1600200"/>
            <a:ext cx="5364480" cy="2286000"/>
          </a:xfr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9" name="Text Placeholder 6">
            <a:extLst>
              <a:ext uri="{FF2B5EF4-FFF2-40B4-BE49-F238E27FC236}">
                <a16:creationId xmlns:a16="http://schemas.microsoft.com/office/drawing/2014/main" id="{CD5289C6-6376-08BD-CF12-DE93A92EFB78}"/>
              </a:ext>
            </a:extLst>
          </p:cNvPr>
          <p:cNvSpPr>
            <a:spLocks noGrp="1"/>
          </p:cNvSpPr>
          <p:nvPr>
            <p:ph type="body" sz="quarter" idx="13" hasCustomPrompt="1"/>
          </p:nvPr>
        </p:nvSpPr>
        <p:spPr>
          <a:xfrm>
            <a:off x="6278879" y="4114800"/>
            <a:ext cx="5364480" cy="365760"/>
          </a:xfrm>
        </p:spPr>
        <p:txBody>
          <a:bodyPr/>
          <a:lstStyle>
            <a:lvl1pPr marL="0" indent="0">
              <a:spcBef>
                <a:spcPts val="0"/>
              </a:spcBef>
              <a:buFontTx/>
              <a:buNone/>
              <a:defRPr sz="1800" b="1"/>
            </a:lvl1pPr>
            <a:lvl2pPr marL="0" indent="0">
              <a:spcBef>
                <a:spcPts val="0"/>
              </a:spcBef>
              <a:buFontTx/>
              <a:buNone/>
              <a:defRPr sz="1800" b="1"/>
            </a:lvl2pPr>
            <a:lvl3pPr marL="0" indent="0">
              <a:spcBef>
                <a:spcPts val="0"/>
              </a:spcBef>
              <a:buFontTx/>
              <a:buNone/>
              <a:defRPr sz="1800" b="1"/>
            </a:lvl3pPr>
            <a:lvl4pPr marL="0" indent="0">
              <a:spcBef>
                <a:spcPts val="0"/>
              </a:spcBef>
              <a:buFontTx/>
              <a:buNone/>
              <a:defRPr sz="1800" b="1"/>
            </a:lvl4pPr>
            <a:lvl5pPr marL="0" indent="0">
              <a:spcBef>
                <a:spcPts val="0"/>
              </a:spcBef>
              <a:buFontTx/>
              <a:buNone/>
              <a:defRPr sz="1800" b="1"/>
            </a:lvl5pPr>
            <a:lvl6pPr marL="0" indent="0">
              <a:spcBef>
                <a:spcPts val="0"/>
              </a:spcBef>
              <a:buFontTx/>
              <a:buNone/>
              <a:defRPr sz="1800" b="1"/>
            </a:lvl6pPr>
            <a:lvl7pPr marL="0" indent="0">
              <a:spcBef>
                <a:spcPts val="0"/>
              </a:spcBef>
              <a:buFontTx/>
              <a:buNone/>
              <a:defRPr sz="1800" b="1"/>
            </a:lvl7pPr>
            <a:lvl8pPr marL="0" indent="0">
              <a:spcBef>
                <a:spcPts val="0"/>
              </a:spcBef>
              <a:buFontTx/>
              <a:buNone/>
              <a:defRPr sz="1800" b="1"/>
            </a:lvl8pPr>
            <a:lvl9pPr marL="0" indent="0">
              <a:spcBef>
                <a:spcPts val="0"/>
              </a:spcBef>
              <a:buFontTx/>
              <a:buNone/>
              <a:defRPr sz="1800" b="1"/>
            </a:lvl9pPr>
          </a:lstStyle>
          <a:p>
            <a:pPr lvl="0"/>
            <a:r>
              <a:rPr lang="en-US"/>
              <a:t>[Subtitle]</a:t>
            </a:r>
          </a:p>
        </p:txBody>
      </p:sp>
      <p:sp>
        <p:nvSpPr>
          <p:cNvPr id="4" name="Content Placeholder 7"/>
          <p:cNvSpPr>
            <a:spLocks noGrp="1"/>
          </p:cNvSpPr>
          <p:nvPr>
            <p:ph sz="half" idx="2"/>
          </p:nvPr>
        </p:nvSpPr>
        <p:spPr>
          <a:xfrm>
            <a:off x="6278879" y="4526280"/>
            <a:ext cx="5364480" cy="1645920"/>
          </a:xfrm>
        </p:spPr>
        <p:txBody>
          <a:bodyPr/>
          <a:lstStyle>
            <a:lvl1pPr marL="137160" indent="-137160">
              <a:defRPr sz="1500"/>
            </a:lvl1pPr>
            <a:lvl2pPr marL="274320" indent="-137160">
              <a:defRPr sz="1500"/>
            </a:lvl2pPr>
            <a:lvl3pPr marL="411480" indent="-137160">
              <a:defRPr sz="1500"/>
            </a:lvl3pPr>
            <a:lvl4pPr marL="548640" indent="-137160">
              <a:defRPr sz="1500"/>
            </a:lvl4pPr>
            <a:lvl5pPr marL="685800" indent="-137160">
              <a:defRPr sz="1500"/>
            </a:lvl5pPr>
            <a:lvl6pPr marL="822960" indent="-137160">
              <a:defRPr sz="1500"/>
            </a:lvl6pPr>
            <a:lvl7pPr marL="960120" indent="-137160">
              <a:defRPr sz="1500"/>
            </a:lvl7pPr>
            <a:lvl8pPr marL="1097280" indent="-137160">
              <a:defRPr sz="1500"/>
            </a:lvl8pPr>
            <a:lvl9pPr marL="1234440" indent="-137160">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Date Placeholder 9">
            <a:extLst>
              <a:ext uri="{FF2B5EF4-FFF2-40B4-BE49-F238E27FC236}">
                <a16:creationId xmlns:a16="http://schemas.microsoft.com/office/drawing/2014/main" id="{E309248A-8803-C0D0-F841-DA0B643CD6D3}"/>
              </a:ext>
            </a:extLst>
          </p:cNvPr>
          <p:cNvSpPr>
            <a:spLocks noGrp="1"/>
          </p:cNvSpPr>
          <p:nvPr>
            <p:ph type="dt" sz="half" idx="14"/>
          </p:nvPr>
        </p:nvSpPr>
        <p:spPr/>
        <p:txBody>
          <a:bodyPr/>
          <a:lstStyle/>
          <a:p>
            <a:fld id="{971AFA9C-17DA-4726-B9E3-ADECF7729AF7}" type="datetimeFigureOut">
              <a:rPr lang="en-US" smtClean="0"/>
              <a:t>7/21/2026</a:t>
            </a:fld>
            <a:endParaRPr lang="en-US"/>
          </a:p>
        </p:txBody>
      </p:sp>
      <p:sp>
        <p:nvSpPr>
          <p:cNvPr id="11" name="Slide Number Placeholder 10">
            <a:extLst>
              <a:ext uri="{FF2B5EF4-FFF2-40B4-BE49-F238E27FC236}">
                <a16:creationId xmlns:a16="http://schemas.microsoft.com/office/drawing/2014/main" id="{3E501E26-5E18-9AC3-2607-A695FA23E635}"/>
              </a:ext>
            </a:extLst>
          </p:cNvPr>
          <p:cNvSpPr>
            <a:spLocks noGrp="1"/>
          </p:cNvSpPr>
          <p:nvPr>
            <p:ph type="sldNum" sz="quarter" idx="15"/>
          </p:nvPr>
        </p:nvSpPr>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1076433292"/>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guide id="3" orient="horz" pos="2592">
          <p15:clr>
            <a:srgbClr val="A4A3A4"/>
          </p15:clr>
        </p15:guide>
        <p15:guide id="4" orient="horz" pos="2448">
          <p15:clr>
            <a:srgbClr val="A4A3A4"/>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tent and 3 Images">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17D0BA3-CE88-4FFE-E80D-CD039190BDDD}"/>
              </a:ext>
            </a:extLst>
          </p:cNvPr>
          <p:cNvSpPr>
            <a:spLocks noGrp="1"/>
          </p:cNvSpPr>
          <p:nvPr>
            <p:ph type="title" hasCustomPrompt="1"/>
          </p:nvPr>
        </p:nvSpPr>
        <p:spPr/>
        <p:txBody>
          <a:bodyPr/>
          <a:lstStyle/>
          <a:p>
            <a:r>
              <a:rPr lang="en-US"/>
              <a:t>[Slide title]</a:t>
            </a:r>
          </a:p>
        </p:txBody>
      </p:sp>
      <p:sp>
        <p:nvSpPr>
          <p:cNvPr id="2" name="Picture Placeholder 2">
            <a:extLst>
              <a:ext uri="{FF2B5EF4-FFF2-40B4-BE49-F238E27FC236}">
                <a16:creationId xmlns:a16="http://schemas.microsoft.com/office/drawing/2014/main" id="{E4C4A4C8-609A-5582-34D3-DD47E15FD269}"/>
              </a:ext>
            </a:extLst>
          </p:cNvPr>
          <p:cNvSpPr>
            <a:spLocks noGrp="1"/>
          </p:cNvSpPr>
          <p:nvPr>
            <p:ph type="pic" sz="quarter" idx="10"/>
          </p:nvPr>
        </p:nvSpPr>
        <p:spPr>
          <a:xfrm>
            <a:off x="548639" y="1600200"/>
            <a:ext cx="3450336" cy="1691640"/>
          </a:xfr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8" name="Text Placeholder 3">
            <a:extLst>
              <a:ext uri="{FF2B5EF4-FFF2-40B4-BE49-F238E27FC236}">
                <a16:creationId xmlns:a16="http://schemas.microsoft.com/office/drawing/2014/main" id="{AE500155-914F-3AB3-C892-09CE75C54487}"/>
              </a:ext>
            </a:extLst>
          </p:cNvPr>
          <p:cNvSpPr>
            <a:spLocks noGrp="1"/>
          </p:cNvSpPr>
          <p:nvPr>
            <p:ph type="body" sz="quarter" idx="12" hasCustomPrompt="1"/>
          </p:nvPr>
        </p:nvSpPr>
        <p:spPr>
          <a:xfrm>
            <a:off x="548637" y="3520440"/>
            <a:ext cx="3450336" cy="365760"/>
          </a:xfrm>
        </p:spPr>
        <p:txBody>
          <a:bodyPr/>
          <a:lstStyle>
            <a:lvl1pPr marL="0" indent="0">
              <a:spcBef>
                <a:spcPts val="0"/>
              </a:spcBef>
              <a:buFontTx/>
              <a:buNone/>
              <a:defRPr sz="1800" b="1"/>
            </a:lvl1pPr>
            <a:lvl2pPr marL="0" indent="0">
              <a:spcBef>
                <a:spcPts val="0"/>
              </a:spcBef>
              <a:buFontTx/>
              <a:buNone/>
              <a:defRPr sz="1800" b="1"/>
            </a:lvl2pPr>
            <a:lvl3pPr marL="0" indent="0">
              <a:spcBef>
                <a:spcPts val="0"/>
              </a:spcBef>
              <a:buFontTx/>
              <a:buNone/>
              <a:defRPr sz="1800" b="1"/>
            </a:lvl3pPr>
            <a:lvl4pPr marL="0" indent="0">
              <a:spcBef>
                <a:spcPts val="0"/>
              </a:spcBef>
              <a:buFontTx/>
              <a:buNone/>
              <a:defRPr sz="1800" b="1"/>
            </a:lvl4pPr>
            <a:lvl5pPr marL="0" indent="0">
              <a:spcBef>
                <a:spcPts val="0"/>
              </a:spcBef>
              <a:buFontTx/>
              <a:buNone/>
              <a:defRPr sz="1800" b="1"/>
            </a:lvl5pPr>
            <a:lvl6pPr marL="0" indent="0">
              <a:spcBef>
                <a:spcPts val="0"/>
              </a:spcBef>
              <a:buFontTx/>
              <a:buNone/>
              <a:defRPr sz="1800" b="1"/>
            </a:lvl6pPr>
            <a:lvl7pPr marL="0" indent="0">
              <a:spcBef>
                <a:spcPts val="0"/>
              </a:spcBef>
              <a:buFontTx/>
              <a:buNone/>
              <a:defRPr sz="1800" b="1"/>
            </a:lvl7pPr>
            <a:lvl8pPr marL="0" indent="0">
              <a:spcBef>
                <a:spcPts val="0"/>
              </a:spcBef>
              <a:buFontTx/>
              <a:buNone/>
              <a:defRPr sz="1800" b="1"/>
            </a:lvl8pPr>
            <a:lvl9pPr marL="0" indent="0">
              <a:spcBef>
                <a:spcPts val="0"/>
              </a:spcBef>
              <a:buFontTx/>
              <a:buNone/>
              <a:defRPr sz="1800" b="1"/>
            </a:lvl9pPr>
          </a:lstStyle>
          <a:p>
            <a:pPr lvl="0"/>
            <a:r>
              <a:rPr lang="en-US"/>
              <a:t>[Subtitle]</a:t>
            </a:r>
          </a:p>
        </p:txBody>
      </p:sp>
      <p:sp>
        <p:nvSpPr>
          <p:cNvPr id="3" name="Content Placeholder 4"/>
          <p:cNvSpPr>
            <a:spLocks noGrp="1"/>
          </p:cNvSpPr>
          <p:nvPr>
            <p:ph sz="half" idx="1"/>
          </p:nvPr>
        </p:nvSpPr>
        <p:spPr>
          <a:xfrm>
            <a:off x="548639" y="3931920"/>
            <a:ext cx="3450336" cy="2240280"/>
          </a:xfrm>
        </p:spPr>
        <p:txBody>
          <a:bodyPr/>
          <a:lstStyle>
            <a:lvl1pPr marL="137160" indent="-137160">
              <a:defRPr sz="1500"/>
            </a:lvl1pPr>
            <a:lvl2pPr marL="274320" indent="-137160">
              <a:defRPr sz="1500"/>
            </a:lvl2pPr>
            <a:lvl3pPr marL="411480" indent="-137160">
              <a:defRPr sz="1500"/>
            </a:lvl3pPr>
            <a:lvl4pPr marL="548640" indent="-137160">
              <a:defRPr sz="1500"/>
            </a:lvl4pPr>
            <a:lvl5pPr marL="685800" indent="-137160">
              <a:defRPr sz="1500"/>
            </a:lvl5pPr>
            <a:lvl6pPr marL="822960" indent="-137160">
              <a:defRPr sz="1500"/>
            </a:lvl6pPr>
            <a:lvl7pPr marL="960120" indent="-137160">
              <a:defRPr sz="1500"/>
            </a:lvl7pPr>
            <a:lvl8pPr marL="1097280" indent="-137160">
              <a:defRPr sz="1500"/>
            </a:lvl8pPr>
            <a:lvl9pPr marL="1234440" indent="-137160">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5">
            <a:extLst>
              <a:ext uri="{FF2B5EF4-FFF2-40B4-BE49-F238E27FC236}">
                <a16:creationId xmlns:a16="http://schemas.microsoft.com/office/drawing/2014/main" id="{FC3A5FBE-3D66-4376-9A16-FE11155BA55E}"/>
              </a:ext>
            </a:extLst>
          </p:cNvPr>
          <p:cNvSpPr>
            <a:spLocks noGrp="1"/>
          </p:cNvSpPr>
          <p:nvPr>
            <p:ph type="pic" sz="quarter" idx="11"/>
          </p:nvPr>
        </p:nvSpPr>
        <p:spPr>
          <a:xfrm>
            <a:off x="4370831" y="1600200"/>
            <a:ext cx="3450336" cy="1691640"/>
          </a:xfr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9" name="Text Placeholder 6">
            <a:extLst>
              <a:ext uri="{FF2B5EF4-FFF2-40B4-BE49-F238E27FC236}">
                <a16:creationId xmlns:a16="http://schemas.microsoft.com/office/drawing/2014/main" id="{CD5289C6-6376-08BD-CF12-DE93A92EFB78}"/>
              </a:ext>
            </a:extLst>
          </p:cNvPr>
          <p:cNvSpPr>
            <a:spLocks noGrp="1"/>
          </p:cNvSpPr>
          <p:nvPr>
            <p:ph type="body" sz="quarter" idx="13" hasCustomPrompt="1"/>
          </p:nvPr>
        </p:nvSpPr>
        <p:spPr>
          <a:xfrm>
            <a:off x="4370831" y="3520440"/>
            <a:ext cx="3450336" cy="365760"/>
          </a:xfrm>
        </p:spPr>
        <p:txBody>
          <a:bodyPr/>
          <a:lstStyle>
            <a:lvl1pPr marL="0" indent="0">
              <a:spcBef>
                <a:spcPts val="0"/>
              </a:spcBef>
              <a:buFontTx/>
              <a:buNone/>
              <a:defRPr sz="1800" b="1"/>
            </a:lvl1pPr>
            <a:lvl2pPr marL="0" indent="0">
              <a:spcBef>
                <a:spcPts val="0"/>
              </a:spcBef>
              <a:buFontTx/>
              <a:buNone/>
              <a:defRPr sz="1800" b="1"/>
            </a:lvl2pPr>
            <a:lvl3pPr marL="0" indent="0">
              <a:spcBef>
                <a:spcPts val="0"/>
              </a:spcBef>
              <a:buFontTx/>
              <a:buNone/>
              <a:defRPr sz="1800" b="1"/>
            </a:lvl3pPr>
            <a:lvl4pPr marL="0" indent="0">
              <a:spcBef>
                <a:spcPts val="0"/>
              </a:spcBef>
              <a:buFontTx/>
              <a:buNone/>
              <a:defRPr sz="1800" b="1"/>
            </a:lvl4pPr>
            <a:lvl5pPr marL="0" indent="0">
              <a:spcBef>
                <a:spcPts val="0"/>
              </a:spcBef>
              <a:buFontTx/>
              <a:buNone/>
              <a:defRPr sz="1800" b="1"/>
            </a:lvl5pPr>
            <a:lvl6pPr marL="0" indent="0">
              <a:spcBef>
                <a:spcPts val="0"/>
              </a:spcBef>
              <a:buFontTx/>
              <a:buNone/>
              <a:defRPr sz="1800" b="1"/>
            </a:lvl6pPr>
            <a:lvl7pPr marL="0" indent="0">
              <a:spcBef>
                <a:spcPts val="0"/>
              </a:spcBef>
              <a:buFontTx/>
              <a:buNone/>
              <a:defRPr sz="1800" b="1"/>
            </a:lvl7pPr>
            <a:lvl8pPr marL="0" indent="0">
              <a:spcBef>
                <a:spcPts val="0"/>
              </a:spcBef>
              <a:buFontTx/>
              <a:buNone/>
              <a:defRPr sz="1800" b="1"/>
            </a:lvl8pPr>
            <a:lvl9pPr marL="0" indent="0">
              <a:spcBef>
                <a:spcPts val="0"/>
              </a:spcBef>
              <a:buFontTx/>
              <a:buNone/>
              <a:defRPr sz="1800" b="1"/>
            </a:lvl9pPr>
          </a:lstStyle>
          <a:p>
            <a:pPr lvl="0"/>
            <a:r>
              <a:rPr lang="en-US"/>
              <a:t>[Subtitle]</a:t>
            </a:r>
          </a:p>
        </p:txBody>
      </p:sp>
      <p:sp>
        <p:nvSpPr>
          <p:cNvPr id="4" name="Content Placeholder 7"/>
          <p:cNvSpPr>
            <a:spLocks noGrp="1"/>
          </p:cNvSpPr>
          <p:nvPr>
            <p:ph sz="half" idx="2"/>
          </p:nvPr>
        </p:nvSpPr>
        <p:spPr>
          <a:xfrm>
            <a:off x="4370831" y="3931920"/>
            <a:ext cx="3450336" cy="2240280"/>
          </a:xfrm>
        </p:spPr>
        <p:txBody>
          <a:bodyPr/>
          <a:lstStyle>
            <a:lvl1pPr marL="137160" indent="-137160">
              <a:defRPr sz="1500"/>
            </a:lvl1pPr>
            <a:lvl2pPr marL="274320" indent="-137160">
              <a:defRPr sz="1500"/>
            </a:lvl2pPr>
            <a:lvl3pPr marL="411480" indent="-137160">
              <a:defRPr sz="1500"/>
            </a:lvl3pPr>
            <a:lvl4pPr marL="548640" indent="-137160">
              <a:defRPr sz="1500"/>
            </a:lvl4pPr>
            <a:lvl5pPr marL="685800" indent="-137160">
              <a:defRPr sz="1500"/>
            </a:lvl5pPr>
            <a:lvl6pPr marL="822960" indent="-137160">
              <a:defRPr sz="1500"/>
            </a:lvl6pPr>
            <a:lvl7pPr marL="960120" indent="-137160">
              <a:defRPr sz="1500"/>
            </a:lvl7pPr>
            <a:lvl8pPr marL="1097280" indent="-137160">
              <a:defRPr sz="1500"/>
            </a:lvl8pPr>
            <a:lvl9pPr marL="1234440" indent="-137160">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8">
            <a:extLst>
              <a:ext uri="{FF2B5EF4-FFF2-40B4-BE49-F238E27FC236}">
                <a16:creationId xmlns:a16="http://schemas.microsoft.com/office/drawing/2014/main" id="{2F1293E6-42E9-E8B5-FFA8-86FB82D4865C}"/>
              </a:ext>
            </a:extLst>
          </p:cNvPr>
          <p:cNvSpPr>
            <a:spLocks noGrp="1"/>
          </p:cNvSpPr>
          <p:nvPr>
            <p:ph type="pic" sz="quarter" idx="15"/>
          </p:nvPr>
        </p:nvSpPr>
        <p:spPr>
          <a:xfrm>
            <a:off x="8193023" y="1600200"/>
            <a:ext cx="3450336" cy="1691640"/>
          </a:xfr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11" name="Text Placeholder 9">
            <a:extLst>
              <a:ext uri="{FF2B5EF4-FFF2-40B4-BE49-F238E27FC236}">
                <a16:creationId xmlns:a16="http://schemas.microsoft.com/office/drawing/2014/main" id="{1A0087B1-BE04-FAAE-807C-18D539A58557}"/>
              </a:ext>
            </a:extLst>
          </p:cNvPr>
          <p:cNvSpPr>
            <a:spLocks noGrp="1"/>
          </p:cNvSpPr>
          <p:nvPr>
            <p:ph type="body" sz="quarter" idx="16" hasCustomPrompt="1"/>
          </p:nvPr>
        </p:nvSpPr>
        <p:spPr>
          <a:xfrm>
            <a:off x="8193023" y="3520440"/>
            <a:ext cx="3450336" cy="365760"/>
          </a:xfrm>
        </p:spPr>
        <p:txBody>
          <a:bodyPr/>
          <a:lstStyle>
            <a:lvl1pPr marL="0" indent="0">
              <a:spcBef>
                <a:spcPts val="0"/>
              </a:spcBef>
              <a:buFontTx/>
              <a:buNone/>
              <a:defRPr sz="1800" b="1"/>
            </a:lvl1pPr>
            <a:lvl2pPr marL="0" indent="0">
              <a:spcBef>
                <a:spcPts val="0"/>
              </a:spcBef>
              <a:buFontTx/>
              <a:buNone/>
              <a:defRPr sz="1800" b="1"/>
            </a:lvl2pPr>
            <a:lvl3pPr marL="0" indent="0">
              <a:spcBef>
                <a:spcPts val="0"/>
              </a:spcBef>
              <a:buFontTx/>
              <a:buNone/>
              <a:defRPr sz="1800" b="1"/>
            </a:lvl3pPr>
            <a:lvl4pPr marL="0" indent="0">
              <a:spcBef>
                <a:spcPts val="0"/>
              </a:spcBef>
              <a:buFontTx/>
              <a:buNone/>
              <a:defRPr sz="1800" b="1"/>
            </a:lvl4pPr>
            <a:lvl5pPr marL="0" indent="0">
              <a:spcBef>
                <a:spcPts val="0"/>
              </a:spcBef>
              <a:buFontTx/>
              <a:buNone/>
              <a:defRPr sz="1800" b="1"/>
            </a:lvl5pPr>
            <a:lvl6pPr marL="0" indent="0">
              <a:spcBef>
                <a:spcPts val="0"/>
              </a:spcBef>
              <a:buFontTx/>
              <a:buNone/>
              <a:defRPr sz="1800" b="1"/>
            </a:lvl6pPr>
            <a:lvl7pPr marL="0" indent="0">
              <a:spcBef>
                <a:spcPts val="0"/>
              </a:spcBef>
              <a:buFontTx/>
              <a:buNone/>
              <a:defRPr sz="1800" b="1"/>
            </a:lvl7pPr>
            <a:lvl8pPr marL="0" indent="0">
              <a:spcBef>
                <a:spcPts val="0"/>
              </a:spcBef>
              <a:buFontTx/>
              <a:buNone/>
              <a:defRPr sz="1800" b="1"/>
            </a:lvl8pPr>
            <a:lvl9pPr marL="0" indent="0">
              <a:spcBef>
                <a:spcPts val="0"/>
              </a:spcBef>
              <a:buFontTx/>
              <a:buNone/>
              <a:defRPr sz="1800" b="1"/>
            </a:lvl9pPr>
          </a:lstStyle>
          <a:p>
            <a:pPr lvl="0"/>
            <a:r>
              <a:rPr lang="en-US"/>
              <a:t>[Subtitle]</a:t>
            </a:r>
          </a:p>
        </p:txBody>
      </p:sp>
      <p:sp>
        <p:nvSpPr>
          <p:cNvPr id="12" name="Content Placeholder 10">
            <a:extLst>
              <a:ext uri="{FF2B5EF4-FFF2-40B4-BE49-F238E27FC236}">
                <a16:creationId xmlns:a16="http://schemas.microsoft.com/office/drawing/2014/main" id="{9A4D43E8-8B9E-0180-3592-10B667D09516}"/>
              </a:ext>
            </a:extLst>
          </p:cNvPr>
          <p:cNvSpPr>
            <a:spLocks noGrp="1"/>
          </p:cNvSpPr>
          <p:nvPr>
            <p:ph sz="half" idx="17"/>
          </p:nvPr>
        </p:nvSpPr>
        <p:spPr>
          <a:xfrm>
            <a:off x="8193023" y="3931920"/>
            <a:ext cx="3450336" cy="2240280"/>
          </a:xfrm>
        </p:spPr>
        <p:txBody>
          <a:bodyPr/>
          <a:lstStyle>
            <a:lvl1pPr marL="137160" indent="-137160">
              <a:defRPr sz="1500"/>
            </a:lvl1pPr>
            <a:lvl2pPr marL="274320" indent="-137160">
              <a:defRPr sz="1500"/>
            </a:lvl2pPr>
            <a:lvl3pPr marL="411480" indent="-137160">
              <a:defRPr sz="1500"/>
            </a:lvl3pPr>
            <a:lvl4pPr marL="548640" indent="-137160">
              <a:defRPr sz="1500"/>
            </a:lvl4pPr>
            <a:lvl5pPr marL="685800" indent="-137160">
              <a:defRPr sz="1500"/>
            </a:lvl5pPr>
            <a:lvl6pPr marL="822960" indent="-137160">
              <a:defRPr sz="1500"/>
            </a:lvl6pPr>
            <a:lvl7pPr marL="960120" indent="-137160">
              <a:defRPr sz="1500"/>
            </a:lvl7pPr>
            <a:lvl8pPr marL="1097280" indent="-137160">
              <a:defRPr sz="1500"/>
            </a:lvl8pPr>
            <a:lvl9pPr marL="1234440" indent="-137160">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Date Placeholder 12">
            <a:extLst>
              <a:ext uri="{FF2B5EF4-FFF2-40B4-BE49-F238E27FC236}">
                <a16:creationId xmlns:a16="http://schemas.microsoft.com/office/drawing/2014/main" id="{BCC41EC7-A74C-7FAC-CAAF-B45134A90C1F}"/>
              </a:ext>
            </a:extLst>
          </p:cNvPr>
          <p:cNvSpPr>
            <a:spLocks noGrp="1"/>
          </p:cNvSpPr>
          <p:nvPr>
            <p:ph type="dt" sz="half" idx="18"/>
          </p:nvPr>
        </p:nvSpPr>
        <p:spPr/>
        <p:txBody>
          <a:bodyPr/>
          <a:lstStyle/>
          <a:p>
            <a:fld id="{971AFA9C-17DA-4726-B9E3-ADECF7729AF7}" type="datetimeFigureOut">
              <a:rPr lang="en-US" smtClean="0"/>
              <a:t>7/21/2026</a:t>
            </a:fld>
            <a:endParaRPr lang="en-US"/>
          </a:p>
        </p:txBody>
      </p:sp>
      <p:sp>
        <p:nvSpPr>
          <p:cNvPr id="14" name="Slide Number Placeholder 13">
            <a:extLst>
              <a:ext uri="{FF2B5EF4-FFF2-40B4-BE49-F238E27FC236}">
                <a16:creationId xmlns:a16="http://schemas.microsoft.com/office/drawing/2014/main" id="{0DCE38A9-CABF-9588-DDD8-93DD198F7EC2}"/>
              </a:ext>
            </a:extLst>
          </p:cNvPr>
          <p:cNvSpPr>
            <a:spLocks noGrp="1"/>
          </p:cNvSpPr>
          <p:nvPr>
            <p:ph type="sldNum" sz="quarter" idx="19"/>
          </p:nvPr>
        </p:nvSpPr>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1769133906"/>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2218">
          <p15:clr>
            <a:srgbClr val="A4A3A4"/>
          </p15:clr>
        </p15:guide>
        <p15:guide id="3" orient="horz" pos="3888">
          <p15:clr>
            <a:srgbClr val="A4A3A4"/>
          </p15:clr>
        </p15:guide>
        <p15:guide id="4" orient="horz" pos="2074">
          <p15:clr>
            <a:srgbClr val="A4A3A4"/>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ntent and 4 Images">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17D0BA3-CE88-4FFE-E80D-CD039190BDDD}"/>
              </a:ext>
            </a:extLst>
          </p:cNvPr>
          <p:cNvSpPr>
            <a:spLocks noGrp="1"/>
          </p:cNvSpPr>
          <p:nvPr>
            <p:ph type="title" hasCustomPrompt="1"/>
          </p:nvPr>
        </p:nvSpPr>
        <p:spPr/>
        <p:txBody>
          <a:bodyPr/>
          <a:lstStyle/>
          <a:p>
            <a:r>
              <a:rPr lang="en-US"/>
              <a:t>[Slide title]</a:t>
            </a:r>
          </a:p>
        </p:txBody>
      </p:sp>
      <p:sp>
        <p:nvSpPr>
          <p:cNvPr id="2" name="Picture Placeholder 2">
            <a:extLst>
              <a:ext uri="{FF2B5EF4-FFF2-40B4-BE49-F238E27FC236}">
                <a16:creationId xmlns:a16="http://schemas.microsoft.com/office/drawing/2014/main" id="{E4C4A4C8-609A-5582-34D3-DD47E15FD269}"/>
              </a:ext>
            </a:extLst>
          </p:cNvPr>
          <p:cNvSpPr>
            <a:spLocks noGrp="1"/>
          </p:cNvSpPr>
          <p:nvPr>
            <p:ph type="pic" sz="quarter" idx="10"/>
          </p:nvPr>
        </p:nvSpPr>
        <p:spPr>
          <a:xfrm>
            <a:off x="548641" y="1600200"/>
            <a:ext cx="2499359" cy="1234440"/>
          </a:xfr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8" name="Text Placeholder 3">
            <a:extLst>
              <a:ext uri="{FF2B5EF4-FFF2-40B4-BE49-F238E27FC236}">
                <a16:creationId xmlns:a16="http://schemas.microsoft.com/office/drawing/2014/main" id="{AE500155-914F-3AB3-C892-09CE75C54487}"/>
              </a:ext>
            </a:extLst>
          </p:cNvPr>
          <p:cNvSpPr>
            <a:spLocks noGrp="1"/>
          </p:cNvSpPr>
          <p:nvPr>
            <p:ph type="body" sz="quarter" idx="12" hasCustomPrompt="1"/>
          </p:nvPr>
        </p:nvSpPr>
        <p:spPr>
          <a:xfrm>
            <a:off x="548639" y="3063240"/>
            <a:ext cx="2499359" cy="365760"/>
          </a:xfrm>
        </p:spPr>
        <p:txBody>
          <a:bodyPr/>
          <a:lstStyle>
            <a:lvl1pPr marL="0" indent="0">
              <a:spcBef>
                <a:spcPts val="0"/>
              </a:spcBef>
              <a:buFontTx/>
              <a:buNone/>
              <a:defRPr sz="1600" b="1"/>
            </a:lvl1pPr>
            <a:lvl2pPr marL="0" indent="0">
              <a:spcBef>
                <a:spcPts val="0"/>
              </a:spcBef>
              <a:buFontTx/>
              <a:buNone/>
              <a:defRPr sz="1600" b="1"/>
            </a:lvl2pPr>
            <a:lvl3pPr marL="0" indent="0">
              <a:spcBef>
                <a:spcPts val="0"/>
              </a:spcBef>
              <a:buFontTx/>
              <a:buNone/>
              <a:defRPr sz="1600" b="1"/>
            </a:lvl3pPr>
            <a:lvl4pPr marL="0" indent="0">
              <a:spcBef>
                <a:spcPts val="0"/>
              </a:spcBef>
              <a:buFontTx/>
              <a:buNone/>
              <a:defRPr sz="1600" b="1"/>
            </a:lvl4pPr>
            <a:lvl5pPr marL="0" indent="0">
              <a:spcBef>
                <a:spcPts val="0"/>
              </a:spcBef>
              <a:buFontTx/>
              <a:buNone/>
              <a:defRPr sz="1600" b="1"/>
            </a:lvl5pPr>
            <a:lvl6pPr marL="0" indent="0">
              <a:spcBef>
                <a:spcPts val="0"/>
              </a:spcBef>
              <a:buFontTx/>
              <a:buNone/>
              <a:defRPr sz="1600" b="1"/>
            </a:lvl6pPr>
            <a:lvl7pPr marL="0" indent="0">
              <a:spcBef>
                <a:spcPts val="0"/>
              </a:spcBef>
              <a:buFontTx/>
              <a:buNone/>
              <a:defRPr sz="1600" b="1"/>
            </a:lvl7pPr>
            <a:lvl8pPr marL="0" indent="0">
              <a:spcBef>
                <a:spcPts val="0"/>
              </a:spcBef>
              <a:buFontTx/>
              <a:buNone/>
              <a:defRPr sz="1600" b="1"/>
            </a:lvl8pPr>
            <a:lvl9pPr marL="0" indent="0">
              <a:spcBef>
                <a:spcPts val="0"/>
              </a:spcBef>
              <a:buFontTx/>
              <a:buNone/>
              <a:defRPr sz="1600" b="1"/>
            </a:lvl9pPr>
          </a:lstStyle>
          <a:p>
            <a:pPr lvl="0"/>
            <a:r>
              <a:rPr lang="en-US"/>
              <a:t>[Subtitle]</a:t>
            </a:r>
          </a:p>
        </p:txBody>
      </p:sp>
      <p:sp>
        <p:nvSpPr>
          <p:cNvPr id="3" name="Content Placeholder 4"/>
          <p:cNvSpPr>
            <a:spLocks noGrp="1"/>
          </p:cNvSpPr>
          <p:nvPr>
            <p:ph sz="half" idx="1"/>
          </p:nvPr>
        </p:nvSpPr>
        <p:spPr>
          <a:xfrm>
            <a:off x="548641" y="3474720"/>
            <a:ext cx="2499359" cy="2697480"/>
          </a:xfr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5">
            <a:extLst>
              <a:ext uri="{FF2B5EF4-FFF2-40B4-BE49-F238E27FC236}">
                <a16:creationId xmlns:a16="http://schemas.microsoft.com/office/drawing/2014/main" id="{FC3A5FBE-3D66-4376-9A16-FE11155BA55E}"/>
              </a:ext>
            </a:extLst>
          </p:cNvPr>
          <p:cNvSpPr>
            <a:spLocks noGrp="1"/>
          </p:cNvSpPr>
          <p:nvPr>
            <p:ph type="pic" sz="quarter" idx="11"/>
          </p:nvPr>
        </p:nvSpPr>
        <p:spPr>
          <a:xfrm>
            <a:off x="3428805" y="1600200"/>
            <a:ext cx="2499359" cy="1234440"/>
          </a:xfr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9" name="Text Placeholder 6">
            <a:extLst>
              <a:ext uri="{FF2B5EF4-FFF2-40B4-BE49-F238E27FC236}">
                <a16:creationId xmlns:a16="http://schemas.microsoft.com/office/drawing/2014/main" id="{CD5289C6-6376-08BD-CF12-DE93A92EFB78}"/>
              </a:ext>
            </a:extLst>
          </p:cNvPr>
          <p:cNvSpPr>
            <a:spLocks noGrp="1"/>
          </p:cNvSpPr>
          <p:nvPr>
            <p:ph type="body" sz="quarter" idx="13" hasCustomPrompt="1"/>
          </p:nvPr>
        </p:nvSpPr>
        <p:spPr>
          <a:xfrm>
            <a:off x="3428805" y="3063240"/>
            <a:ext cx="2499359" cy="365760"/>
          </a:xfrm>
        </p:spPr>
        <p:txBody>
          <a:bodyPr/>
          <a:lstStyle>
            <a:lvl1pPr marL="0" indent="0">
              <a:spcBef>
                <a:spcPts val="0"/>
              </a:spcBef>
              <a:buFontTx/>
              <a:buNone/>
              <a:defRPr sz="1600" b="1"/>
            </a:lvl1pPr>
            <a:lvl2pPr marL="0" indent="0">
              <a:spcBef>
                <a:spcPts val="0"/>
              </a:spcBef>
              <a:buFontTx/>
              <a:buNone/>
              <a:defRPr sz="1600" b="1"/>
            </a:lvl2pPr>
            <a:lvl3pPr marL="0" indent="0">
              <a:spcBef>
                <a:spcPts val="0"/>
              </a:spcBef>
              <a:buFontTx/>
              <a:buNone/>
              <a:defRPr sz="1600" b="1"/>
            </a:lvl3pPr>
            <a:lvl4pPr marL="0" indent="0">
              <a:spcBef>
                <a:spcPts val="0"/>
              </a:spcBef>
              <a:buFontTx/>
              <a:buNone/>
              <a:defRPr sz="1600" b="1"/>
            </a:lvl4pPr>
            <a:lvl5pPr marL="0" indent="0">
              <a:spcBef>
                <a:spcPts val="0"/>
              </a:spcBef>
              <a:buFontTx/>
              <a:buNone/>
              <a:defRPr sz="1600" b="1"/>
            </a:lvl5pPr>
            <a:lvl6pPr marL="0" indent="0">
              <a:spcBef>
                <a:spcPts val="0"/>
              </a:spcBef>
              <a:buFontTx/>
              <a:buNone/>
              <a:defRPr sz="1600" b="1"/>
            </a:lvl6pPr>
            <a:lvl7pPr marL="0" indent="0">
              <a:spcBef>
                <a:spcPts val="0"/>
              </a:spcBef>
              <a:buFontTx/>
              <a:buNone/>
              <a:defRPr sz="1600" b="1"/>
            </a:lvl7pPr>
            <a:lvl8pPr marL="0" indent="0">
              <a:spcBef>
                <a:spcPts val="0"/>
              </a:spcBef>
              <a:buFontTx/>
              <a:buNone/>
              <a:defRPr sz="1600" b="1"/>
            </a:lvl8pPr>
            <a:lvl9pPr marL="0" indent="0">
              <a:spcBef>
                <a:spcPts val="0"/>
              </a:spcBef>
              <a:buFontTx/>
              <a:buNone/>
              <a:defRPr sz="1600" b="1"/>
            </a:lvl9pPr>
          </a:lstStyle>
          <a:p>
            <a:pPr lvl="0"/>
            <a:r>
              <a:rPr lang="en-US"/>
              <a:t>[Subtitle]</a:t>
            </a:r>
          </a:p>
        </p:txBody>
      </p:sp>
      <p:sp>
        <p:nvSpPr>
          <p:cNvPr id="4" name="Content Placeholder 7"/>
          <p:cNvSpPr>
            <a:spLocks noGrp="1"/>
          </p:cNvSpPr>
          <p:nvPr>
            <p:ph sz="half" idx="2"/>
          </p:nvPr>
        </p:nvSpPr>
        <p:spPr>
          <a:xfrm>
            <a:off x="3428805" y="3474720"/>
            <a:ext cx="2499359" cy="2697480"/>
          </a:xfr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8">
            <a:extLst>
              <a:ext uri="{FF2B5EF4-FFF2-40B4-BE49-F238E27FC236}">
                <a16:creationId xmlns:a16="http://schemas.microsoft.com/office/drawing/2014/main" id="{2F1293E6-42E9-E8B5-FFA8-86FB82D4865C}"/>
              </a:ext>
            </a:extLst>
          </p:cNvPr>
          <p:cNvSpPr>
            <a:spLocks noGrp="1"/>
          </p:cNvSpPr>
          <p:nvPr>
            <p:ph type="pic" sz="quarter" idx="15"/>
          </p:nvPr>
        </p:nvSpPr>
        <p:spPr>
          <a:xfrm>
            <a:off x="6263841" y="1600200"/>
            <a:ext cx="2499359" cy="1234440"/>
          </a:xfr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11" name="Text Placeholder 9">
            <a:extLst>
              <a:ext uri="{FF2B5EF4-FFF2-40B4-BE49-F238E27FC236}">
                <a16:creationId xmlns:a16="http://schemas.microsoft.com/office/drawing/2014/main" id="{1A0087B1-BE04-FAAE-807C-18D539A58557}"/>
              </a:ext>
            </a:extLst>
          </p:cNvPr>
          <p:cNvSpPr>
            <a:spLocks noGrp="1"/>
          </p:cNvSpPr>
          <p:nvPr>
            <p:ph type="body" sz="quarter" idx="16" hasCustomPrompt="1"/>
          </p:nvPr>
        </p:nvSpPr>
        <p:spPr>
          <a:xfrm>
            <a:off x="6263841" y="3063240"/>
            <a:ext cx="2499359" cy="365760"/>
          </a:xfrm>
        </p:spPr>
        <p:txBody>
          <a:bodyPr/>
          <a:lstStyle>
            <a:lvl1pPr marL="0" indent="0">
              <a:spcBef>
                <a:spcPts val="0"/>
              </a:spcBef>
              <a:buFontTx/>
              <a:buNone/>
              <a:defRPr sz="1600" b="1"/>
            </a:lvl1pPr>
            <a:lvl2pPr marL="0" indent="0">
              <a:spcBef>
                <a:spcPts val="0"/>
              </a:spcBef>
              <a:buFontTx/>
              <a:buNone/>
              <a:defRPr sz="1600" b="1"/>
            </a:lvl2pPr>
            <a:lvl3pPr marL="0" indent="0">
              <a:spcBef>
                <a:spcPts val="0"/>
              </a:spcBef>
              <a:buFontTx/>
              <a:buNone/>
              <a:defRPr sz="1600" b="1"/>
            </a:lvl3pPr>
            <a:lvl4pPr marL="0" indent="0">
              <a:spcBef>
                <a:spcPts val="0"/>
              </a:spcBef>
              <a:buFontTx/>
              <a:buNone/>
              <a:defRPr sz="1600" b="1"/>
            </a:lvl4pPr>
            <a:lvl5pPr marL="0" indent="0">
              <a:spcBef>
                <a:spcPts val="0"/>
              </a:spcBef>
              <a:buFontTx/>
              <a:buNone/>
              <a:defRPr sz="1600" b="1"/>
            </a:lvl5pPr>
            <a:lvl6pPr marL="0" indent="0">
              <a:spcBef>
                <a:spcPts val="0"/>
              </a:spcBef>
              <a:buFontTx/>
              <a:buNone/>
              <a:defRPr sz="1600" b="1"/>
            </a:lvl6pPr>
            <a:lvl7pPr marL="0" indent="0">
              <a:spcBef>
                <a:spcPts val="0"/>
              </a:spcBef>
              <a:buFontTx/>
              <a:buNone/>
              <a:defRPr sz="1600" b="1"/>
            </a:lvl7pPr>
            <a:lvl8pPr marL="0" indent="0">
              <a:spcBef>
                <a:spcPts val="0"/>
              </a:spcBef>
              <a:buFontTx/>
              <a:buNone/>
              <a:defRPr sz="1600" b="1"/>
            </a:lvl8pPr>
            <a:lvl9pPr marL="0" indent="0">
              <a:spcBef>
                <a:spcPts val="0"/>
              </a:spcBef>
              <a:buFontTx/>
              <a:buNone/>
              <a:defRPr sz="1600" b="1"/>
            </a:lvl9pPr>
          </a:lstStyle>
          <a:p>
            <a:pPr lvl="0"/>
            <a:r>
              <a:rPr lang="en-US"/>
              <a:t>[Subtitle]</a:t>
            </a:r>
          </a:p>
        </p:txBody>
      </p:sp>
      <p:sp>
        <p:nvSpPr>
          <p:cNvPr id="12" name="Content Placeholder 10">
            <a:extLst>
              <a:ext uri="{FF2B5EF4-FFF2-40B4-BE49-F238E27FC236}">
                <a16:creationId xmlns:a16="http://schemas.microsoft.com/office/drawing/2014/main" id="{9A4D43E8-8B9E-0180-3592-10B667D09516}"/>
              </a:ext>
            </a:extLst>
          </p:cNvPr>
          <p:cNvSpPr>
            <a:spLocks noGrp="1"/>
          </p:cNvSpPr>
          <p:nvPr>
            <p:ph sz="half" idx="17"/>
          </p:nvPr>
        </p:nvSpPr>
        <p:spPr>
          <a:xfrm>
            <a:off x="6263841" y="3474720"/>
            <a:ext cx="2499359" cy="2697480"/>
          </a:xfr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11">
            <a:extLst>
              <a:ext uri="{FF2B5EF4-FFF2-40B4-BE49-F238E27FC236}">
                <a16:creationId xmlns:a16="http://schemas.microsoft.com/office/drawing/2014/main" id="{D206E8B5-48CF-3920-10E8-5C214FEE93B1}"/>
              </a:ext>
            </a:extLst>
          </p:cNvPr>
          <p:cNvSpPr>
            <a:spLocks noGrp="1"/>
          </p:cNvSpPr>
          <p:nvPr>
            <p:ph type="pic" sz="quarter" idx="19"/>
          </p:nvPr>
        </p:nvSpPr>
        <p:spPr>
          <a:xfrm>
            <a:off x="9144001" y="1600200"/>
            <a:ext cx="2499359" cy="1234440"/>
          </a:xfr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14" name="Text Placeholder 12">
            <a:extLst>
              <a:ext uri="{FF2B5EF4-FFF2-40B4-BE49-F238E27FC236}">
                <a16:creationId xmlns:a16="http://schemas.microsoft.com/office/drawing/2014/main" id="{30A8711B-6FCD-CC40-76D9-6F2EED66A6EF}"/>
              </a:ext>
            </a:extLst>
          </p:cNvPr>
          <p:cNvSpPr>
            <a:spLocks noGrp="1"/>
          </p:cNvSpPr>
          <p:nvPr>
            <p:ph type="body" sz="quarter" idx="20" hasCustomPrompt="1"/>
          </p:nvPr>
        </p:nvSpPr>
        <p:spPr>
          <a:xfrm>
            <a:off x="9144001" y="3063240"/>
            <a:ext cx="2499359" cy="365760"/>
          </a:xfrm>
        </p:spPr>
        <p:txBody>
          <a:bodyPr/>
          <a:lstStyle>
            <a:lvl1pPr marL="0" indent="0">
              <a:spcBef>
                <a:spcPts val="0"/>
              </a:spcBef>
              <a:buFontTx/>
              <a:buNone/>
              <a:defRPr sz="1600" b="1"/>
            </a:lvl1pPr>
            <a:lvl2pPr marL="0" indent="0">
              <a:spcBef>
                <a:spcPts val="0"/>
              </a:spcBef>
              <a:buFontTx/>
              <a:buNone/>
              <a:defRPr sz="1600" b="1"/>
            </a:lvl2pPr>
            <a:lvl3pPr marL="0" indent="0">
              <a:spcBef>
                <a:spcPts val="0"/>
              </a:spcBef>
              <a:buFontTx/>
              <a:buNone/>
              <a:defRPr sz="1600" b="1"/>
            </a:lvl3pPr>
            <a:lvl4pPr marL="0" indent="0">
              <a:spcBef>
                <a:spcPts val="0"/>
              </a:spcBef>
              <a:buFontTx/>
              <a:buNone/>
              <a:defRPr sz="1600" b="1"/>
            </a:lvl4pPr>
            <a:lvl5pPr marL="0" indent="0">
              <a:spcBef>
                <a:spcPts val="0"/>
              </a:spcBef>
              <a:buFontTx/>
              <a:buNone/>
              <a:defRPr sz="1600" b="1"/>
            </a:lvl5pPr>
            <a:lvl6pPr marL="0" indent="0">
              <a:spcBef>
                <a:spcPts val="0"/>
              </a:spcBef>
              <a:buFontTx/>
              <a:buNone/>
              <a:defRPr sz="1600" b="1"/>
            </a:lvl6pPr>
            <a:lvl7pPr marL="0" indent="0">
              <a:spcBef>
                <a:spcPts val="0"/>
              </a:spcBef>
              <a:buFontTx/>
              <a:buNone/>
              <a:defRPr sz="1600" b="1"/>
            </a:lvl7pPr>
            <a:lvl8pPr marL="0" indent="0">
              <a:spcBef>
                <a:spcPts val="0"/>
              </a:spcBef>
              <a:buFontTx/>
              <a:buNone/>
              <a:defRPr sz="1600" b="1"/>
            </a:lvl8pPr>
            <a:lvl9pPr marL="0" indent="0">
              <a:spcBef>
                <a:spcPts val="0"/>
              </a:spcBef>
              <a:buFontTx/>
              <a:buNone/>
              <a:defRPr sz="1600" b="1"/>
            </a:lvl9pPr>
          </a:lstStyle>
          <a:p>
            <a:pPr lvl="0"/>
            <a:r>
              <a:rPr lang="en-US"/>
              <a:t>[Subtitle]</a:t>
            </a:r>
          </a:p>
        </p:txBody>
      </p:sp>
      <p:sp>
        <p:nvSpPr>
          <p:cNvPr id="15" name="Content Placeholder 13">
            <a:extLst>
              <a:ext uri="{FF2B5EF4-FFF2-40B4-BE49-F238E27FC236}">
                <a16:creationId xmlns:a16="http://schemas.microsoft.com/office/drawing/2014/main" id="{ABA13BFB-DABC-41BC-F712-51774CC8BA1C}"/>
              </a:ext>
            </a:extLst>
          </p:cNvPr>
          <p:cNvSpPr>
            <a:spLocks noGrp="1"/>
          </p:cNvSpPr>
          <p:nvPr>
            <p:ph sz="half" idx="21"/>
          </p:nvPr>
        </p:nvSpPr>
        <p:spPr>
          <a:xfrm>
            <a:off x="9144001" y="3474720"/>
            <a:ext cx="2499359" cy="2697480"/>
          </a:xfrm>
        </p:spPr>
        <p:txBody>
          <a:bodyPr/>
          <a:lstStyle>
            <a:lvl1pPr marL="137160" indent="-137160">
              <a:defRPr sz="1300"/>
            </a:lvl1pPr>
            <a:lvl2pPr marL="274320" indent="-137160">
              <a:defRPr sz="1300"/>
            </a:lvl2pPr>
            <a:lvl3pPr marL="411480" indent="-137160">
              <a:defRPr sz="1300"/>
            </a:lvl3pPr>
            <a:lvl4pPr marL="548640" indent="-137160">
              <a:defRPr sz="1300"/>
            </a:lvl4pPr>
            <a:lvl5pPr marL="685800" indent="-137160">
              <a:defRPr sz="1300"/>
            </a:lvl5pPr>
            <a:lvl6pPr marL="822960" indent="-137160">
              <a:defRPr sz="1300"/>
            </a:lvl6pPr>
            <a:lvl7pPr marL="960120" indent="-137160">
              <a:defRPr sz="1300"/>
            </a:lvl7pPr>
            <a:lvl8pPr marL="1097280" indent="-137160">
              <a:defRPr sz="1300"/>
            </a:lvl8pPr>
            <a:lvl9pPr marL="1234440" indent="-137160">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Date Placeholder 15">
            <a:extLst>
              <a:ext uri="{FF2B5EF4-FFF2-40B4-BE49-F238E27FC236}">
                <a16:creationId xmlns:a16="http://schemas.microsoft.com/office/drawing/2014/main" id="{6FA3AB29-95C5-BB81-8596-7248603E0DBA}"/>
              </a:ext>
            </a:extLst>
          </p:cNvPr>
          <p:cNvSpPr>
            <a:spLocks noGrp="1"/>
          </p:cNvSpPr>
          <p:nvPr>
            <p:ph type="dt" sz="half" idx="22"/>
          </p:nvPr>
        </p:nvSpPr>
        <p:spPr/>
        <p:txBody>
          <a:bodyPr/>
          <a:lstStyle/>
          <a:p>
            <a:fld id="{971AFA9C-17DA-4726-B9E3-ADECF7729AF7}" type="datetimeFigureOut">
              <a:rPr lang="en-US" smtClean="0"/>
              <a:t>7/21/2026</a:t>
            </a:fld>
            <a:endParaRPr lang="en-US"/>
          </a:p>
        </p:txBody>
      </p:sp>
      <p:sp>
        <p:nvSpPr>
          <p:cNvPr id="17" name="Slide Number Placeholder 16">
            <a:extLst>
              <a:ext uri="{FF2B5EF4-FFF2-40B4-BE49-F238E27FC236}">
                <a16:creationId xmlns:a16="http://schemas.microsoft.com/office/drawing/2014/main" id="{F8249F74-522A-F15A-97B8-27047D5DEDAE}"/>
              </a:ext>
            </a:extLst>
          </p:cNvPr>
          <p:cNvSpPr>
            <a:spLocks noGrp="1"/>
          </p:cNvSpPr>
          <p:nvPr>
            <p:ph type="sldNum" sz="quarter" idx="23"/>
          </p:nvPr>
        </p:nvSpPr>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374993590"/>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1786">
          <p15:clr>
            <a:srgbClr val="A4A3A4"/>
          </p15:clr>
        </p15:guide>
        <p15:guide id="3" orient="horz" pos="3888">
          <p15:clr>
            <a:srgbClr val="A4A3A4"/>
          </p15:clr>
        </p15:guide>
        <p15:guide id="4" orient="horz" pos="1930">
          <p15:clr>
            <a:srgbClr val="A4A3A4"/>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Section Header">
    <p:bg>
      <p:bgPr>
        <a:solidFill>
          <a:srgbClr val="221F20"/>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48640" y="411481"/>
            <a:ext cx="8231293" cy="1189037"/>
          </a:xfrm>
        </p:spPr>
        <p:txBody>
          <a:bodyPr anchor="t" anchorCtr="0"/>
          <a:lstStyle>
            <a:lvl1pPr>
              <a:lnSpc>
                <a:spcPct val="80000"/>
              </a:lnSpc>
              <a:defRPr sz="4000" spc="-100" baseline="0">
                <a:solidFill>
                  <a:schemeClr val="tx2"/>
                </a:solidFill>
              </a:defRPr>
            </a:lvl1pPr>
          </a:lstStyle>
          <a:p>
            <a:r>
              <a:rPr lang="en-US"/>
              <a:t>[Section title]</a:t>
            </a:r>
          </a:p>
        </p:txBody>
      </p:sp>
      <p:sp>
        <p:nvSpPr>
          <p:cNvPr id="9" name="Text Placeholder 2">
            <a:extLst>
              <a:ext uri="{FF2B5EF4-FFF2-40B4-BE49-F238E27FC236}">
                <a16:creationId xmlns:a16="http://schemas.microsoft.com/office/drawing/2014/main" id="{B62121C3-FD56-A9B2-1088-141E0BDB4C18}"/>
              </a:ext>
            </a:extLst>
          </p:cNvPr>
          <p:cNvSpPr>
            <a:spLocks noGrp="1"/>
          </p:cNvSpPr>
          <p:nvPr>
            <p:ph type="body" sz="quarter" idx="11" hasCustomPrompt="1"/>
          </p:nvPr>
        </p:nvSpPr>
        <p:spPr>
          <a:xfrm>
            <a:off x="548640" y="2148840"/>
            <a:ext cx="6795135" cy="4023360"/>
          </a:xfrm>
        </p:spPr>
        <p:txBody>
          <a:bodyPr/>
          <a:lstStyle>
            <a:lvl1pPr marL="0" indent="0">
              <a:spcBef>
                <a:spcPts val="0"/>
              </a:spcBef>
              <a:buFontTx/>
              <a:buNone/>
              <a:defRPr sz="2800"/>
            </a:lvl1pPr>
            <a:lvl2pPr marL="182880" indent="-182880">
              <a:spcBef>
                <a:spcPts val="1000"/>
              </a:spcBef>
              <a:buFont typeface="Arial" panose="020B0604020202020204" pitchFamily="34" charset="0"/>
              <a:buChar char="▪"/>
              <a:defRPr/>
            </a:lvl2pPr>
            <a:lvl3pPr marL="365760">
              <a:defRPr/>
            </a:lvl3pPr>
            <a:lvl4pPr marL="548640">
              <a:defRPr/>
            </a:lvl4pPr>
            <a:lvl5pPr marL="731520">
              <a:defRPr/>
            </a:lvl5pPr>
            <a:lvl6pPr marL="914400">
              <a:defRPr/>
            </a:lvl6pPr>
            <a:lvl7pPr marL="1097280">
              <a:defRPr/>
            </a:lvl7pPr>
            <a:lvl8pPr marL="1280160">
              <a:defRPr/>
            </a:lvl8pPr>
            <a:lvl9pPr marL="1463040">
              <a:defRPr/>
            </a:lvl9pPr>
          </a:lstStyle>
          <a:p>
            <a:pPr lvl="0"/>
            <a:r>
              <a:rPr lang="en-US"/>
              <a:t>[Optional section subtitle]</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Date Placeholder 4">
            <a:extLst>
              <a:ext uri="{FF2B5EF4-FFF2-40B4-BE49-F238E27FC236}">
                <a16:creationId xmlns:a16="http://schemas.microsoft.com/office/drawing/2014/main" id="{B1DBADC8-E5B3-9DDB-F294-C14F7AA987B8}"/>
              </a:ext>
            </a:extLst>
          </p:cNvPr>
          <p:cNvSpPr>
            <a:spLocks noGrp="1"/>
          </p:cNvSpPr>
          <p:nvPr>
            <p:ph type="dt" sz="half" idx="12"/>
          </p:nvPr>
        </p:nvSpPr>
        <p:spPr/>
        <p:txBody>
          <a:bodyPr/>
          <a:lstStyle/>
          <a:p>
            <a:fld id="{971AFA9C-17DA-4726-B9E3-ADECF7729AF7}" type="datetimeFigureOut">
              <a:rPr lang="en-US" smtClean="0"/>
              <a:t>7/21/2026</a:t>
            </a:fld>
            <a:endParaRPr lang="en-US"/>
          </a:p>
        </p:txBody>
      </p:sp>
      <p:sp>
        <p:nvSpPr>
          <p:cNvPr id="6" name="Slide Number Placeholder 5">
            <a:extLst>
              <a:ext uri="{FF2B5EF4-FFF2-40B4-BE49-F238E27FC236}">
                <a16:creationId xmlns:a16="http://schemas.microsoft.com/office/drawing/2014/main" id="{4A7DADDA-8448-690C-2CAB-FA7E28471B81}"/>
              </a:ext>
            </a:extLst>
          </p:cNvPr>
          <p:cNvSpPr>
            <a:spLocks noGrp="1"/>
          </p:cNvSpPr>
          <p:nvPr>
            <p:ph type="sldNum" sz="quarter" idx="13"/>
          </p:nvPr>
        </p:nvSpPr>
        <p:spPr/>
        <p:txBody>
          <a:bodyPr/>
          <a:lstStyle/>
          <a:p>
            <a:fld id="{79D051F2-C7C4-43BD-B552-C78CE0DE4128}" type="slidenum">
              <a:rPr lang="en-US" smtClean="0"/>
              <a:t>‹#›</a:t>
            </a:fld>
            <a:endParaRPr lang="en-US"/>
          </a:p>
        </p:txBody>
      </p:sp>
      <p:sp>
        <p:nvSpPr>
          <p:cNvPr id="13" name="Rectangle 15">
            <a:extLst>
              <a:ext uri="{FF2B5EF4-FFF2-40B4-BE49-F238E27FC236}">
                <a16:creationId xmlns:a16="http://schemas.microsoft.com/office/drawing/2014/main" id="{29767174-7781-C263-3756-CD54301026CD}"/>
              </a:ext>
            </a:extLst>
          </p:cNvPr>
          <p:cNvSpPr>
            <a:spLocks noChangeArrowheads="1"/>
          </p:cNvSpPr>
          <p:nvPr/>
        </p:nvSpPr>
        <p:spPr bwMode="auto">
          <a:xfrm>
            <a:off x="1386840" y="6657945"/>
            <a:ext cx="9418320" cy="200055"/>
          </a:xfrm>
          <a:prstGeom prst="rect">
            <a:avLst/>
          </a:prstGeom>
          <a:noFill/>
          <a:ln w="9525">
            <a:noFill/>
            <a:miter lim="800000"/>
            <a:headEnd/>
            <a:tailEnd/>
          </a:ln>
        </p:spPr>
        <p:txBody>
          <a:bodyPr wrap="square" lIns="0" rIns="0" anchor="b">
            <a:spAutoFit/>
          </a:bodyPr>
          <a:lstStyle/>
          <a:p>
            <a:pPr algn="ctr">
              <a:defRPr/>
            </a:pPr>
            <a:r>
              <a:rPr lang="en-US" sz="700" b="1" dirty="0">
                <a:solidFill>
                  <a:srgbClr val="2DAA27"/>
                </a:solidFill>
                <a:latin typeface="+mn-lt"/>
                <a:cs typeface="Arial Bold" panose="020B0704020202020204" pitchFamily="34" charset="0"/>
              </a:rPr>
              <a:t>UNCLASSIFIED</a:t>
            </a:r>
            <a:endParaRPr lang="en-US" sz="700" b="1" dirty="0">
              <a:solidFill>
                <a:schemeClr val="tx1"/>
              </a:solidFill>
              <a:latin typeface="+mn-lt"/>
              <a:cs typeface="Arial Bold" panose="020B0704020202020204" pitchFamily="34" charset="0"/>
            </a:endParaRPr>
          </a:p>
        </p:txBody>
      </p:sp>
      <p:sp>
        <p:nvSpPr>
          <p:cNvPr id="14" name="Rectangle 13">
            <a:extLst>
              <a:ext uri="{FF2B5EF4-FFF2-40B4-BE49-F238E27FC236}">
                <a16:creationId xmlns:a16="http://schemas.microsoft.com/office/drawing/2014/main" id="{D36F2182-1ACE-5AD5-681B-31F3C2187042}"/>
              </a:ext>
            </a:extLst>
          </p:cNvPr>
          <p:cNvSpPr>
            <a:spLocks noChangeArrowheads="1"/>
          </p:cNvSpPr>
          <p:nvPr/>
        </p:nvSpPr>
        <p:spPr bwMode="auto">
          <a:xfrm>
            <a:off x="1386840" y="0"/>
            <a:ext cx="9418320" cy="200055"/>
          </a:xfrm>
          <a:prstGeom prst="rect">
            <a:avLst/>
          </a:prstGeom>
          <a:noFill/>
          <a:ln w="9525">
            <a:noFill/>
            <a:miter lim="800000"/>
            <a:headEnd/>
            <a:tailEnd/>
          </a:ln>
        </p:spPr>
        <p:txBody>
          <a:bodyPr wrap="square" anchor="t" anchorCtr="0">
            <a:spAutoFit/>
          </a:bodyPr>
          <a:lstStyle/>
          <a:p>
            <a:pPr algn="ctr">
              <a:defRPr/>
            </a:pPr>
            <a:r>
              <a:rPr lang="en-US" sz="700" b="1" dirty="0">
                <a:solidFill>
                  <a:srgbClr val="2DAA27"/>
                </a:solidFill>
                <a:latin typeface="+mn-lt"/>
                <a:cs typeface="Arial Bold" panose="020B0704020202020204" pitchFamily="34" charset="0"/>
              </a:rPr>
              <a:t>UNCLASSIFIED</a:t>
            </a:r>
          </a:p>
        </p:txBody>
      </p:sp>
      <p:pic>
        <p:nvPicPr>
          <p:cNvPr id="3" name="Picture 2">
            <a:extLst>
              <a:ext uri="{FF2B5EF4-FFF2-40B4-BE49-F238E27FC236}">
                <a16:creationId xmlns:a16="http://schemas.microsoft.com/office/drawing/2014/main" id="{9A0C2669-2091-19FC-7FA5-E8DD4A44F8CF}"/>
              </a:ext>
            </a:extLst>
          </p:cNvPr>
          <p:cNvPicPr>
            <a:picLocks noChangeAspect="1"/>
          </p:cNvPicPr>
          <p:nvPr/>
        </p:nvPicPr>
        <p:blipFill>
          <a:blip r:embed="rId2"/>
          <a:srcRect/>
          <a:stretch/>
        </p:blipFill>
        <p:spPr>
          <a:xfrm>
            <a:off x="10004616" y="411162"/>
            <a:ext cx="1629707" cy="478023"/>
          </a:xfrm>
          <a:prstGeom prst="rect">
            <a:avLst/>
          </a:prstGeom>
        </p:spPr>
      </p:pic>
    </p:spTree>
    <p:extLst>
      <p:ext uri="{BB962C8B-B14F-4D97-AF65-F5344CB8AC3E}">
        <p14:creationId xmlns:p14="http://schemas.microsoft.com/office/powerpoint/2010/main" val="100033303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Section Header - Image">
    <p:bg>
      <p:bgPr>
        <a:solidFill>
          <a:schemeClr val="tx1"/>
        </a:solidFill>
        <a:effectLst/>
      </p:bgPr>
    </p:bg>
    <p:spTree>
      <p:nvGrpSpPr>
        <p:cNvPr id="1" name=""/>
        <p:cNvGrpSpPr/>
        <p:nvPr/>
      </p:nvGrpSpPr>
      <p:grpSpPr>
        <a:xfrm>
          <a:off x="0" y="0"/>
          <a:ext cx="0" cy="0"/>
          <a:chOff x="0" y="0"/>
          <a:chExt cx="0" cy="0"/>
        </a:xfrm>
      </p:grpSpPr>
      <p:sp>
        <p:nvSpPr>
          <p:cNvPr id="3" name="Picture Placeholder 1">
            <a:extLst>
              <a:ext uri="{FF2B5EF4-FFF2-40B4-BE49-F238E27FC236}">
                <a16:creationId xmlns:a16="http://schemas.microsoft.com/office/drawing/2014/main" id="{D68235BF-5094-B6AD-6429-61352C54DE99}"/>
              </a:ext>
            </a:extLst>
          </p:cNvPr>
          <p:cNvSpPr>
            <a:spLocks noGrp="1"/>
          </p:cNvSpPr>
          <p:nvPr>
            <p:ph type="pic" sz="quarter" idx="10"/>
          </p:nvPr>
        </p:nvSpPr>
        <p:spPr>
          <a:xfrm>
            <a:off x="0" y="228600"/>
            <a:ext cx="12192000" cy="6400800"/>
          </a:xfrm>
          <a:solidFill>
            <a:srgbClr val="565557"/>
          </a:solidFill>
        </p:spPr>
        <p:txBody>
          <a:bodyPr anchor="ctr" anchorCtr="0"/>
          <a:lstStyle>
            <a:lvl1pPr marL="0" indent="0" algn="ctr">
              <a:buFontTx/>
              <a:buNone/>
              <a:defRPr sz="1000">
                <a:solidFill>
                  <a:srgbClr val="FFFFFF"/>
                </a:solidFill>
              </a:defRPr>
            </a:lvl1pPr>
          </a:lstStyle>
          <a:p>
            <a:r>
              <a:rPr lang="en-US"/>
              <a:t>Click icon to add picture</a:t>
            </a:r>
            <a:endParaRPr lang="en-US" dirty="0"/>
          </a:p>
        </p:txBody>
      </p:sp>
      <p:sp>
        <p:nvSpPr>
          <p:cNvPr id="2" name="Title 2"/>
          <p:cNvSpPr>
            <a:spLocks noGrp="1"/>
          </p:cNvSpPr>
          <p:nvPr>
            <p:ph type="title" hasCustomPrompt="1"/>
          </p:nvPr>
        </p:nvSpPr>
        <p:spPr>
          <a:xfrm>
            <a:off x="548640" y="411481"/>
            <a:ext cx="8231293" cy="1189037"/>
          </a:xfrm>
        </p:spPr>
        <p:txBody>
          <a:bodyPr anchor="t" anchorCtr="0"/>
          <a:lstStyle>
            <a:lvl1pPr>
              <a:lnSpc>
                <a:spcPct val="80000"/>
              </a:lnSpc>
              <a:defRPr sz="4000" spc="-100" baseline="0">
                <a:solidFill>
                  <a:schemeClr val="tx2"/>
                </a:solidFill>
              </a:defRPr>
            </a:lvl1pPr>
          </a:lstStyle>
          <a:p>
            <a:r>
              <a:rPr lang="en-US"/>
              <a:t>[Section title]</a:t>
            </a:r>
          </a:p>
        </p:txBody>
      </p:sp>
      <p:sp>
        <p:nvSpPr>
          <p:cNvPr id="4" name="Text Placeholder 3">
            <a:extLst>
              <a:ext uri="{FF2B5EF4-FFF2-40B4-BE49-F238E27FC236}">
                <a16:creationId xmlns:a16="http://schemas.microsoft.com/office/drawing/2014/main" id="{CADC6E9F-9E2F-3968-F76A-CD8240DB9C82}"/>
              </a:ext>
            </a:extLst>
          </p:cNvPr>
          <p:cNvSpPr>
            <a:spLocks noGrp="1"/>
          </p:cNvSpPr>
          <p:nvPr>
            <p:ph type="body" sz="quarter" idx="11" hasCustomPrompt="1"/>
          </p:nvPr>
        </p:nvSpPr>
        <p:spPr>
          <a:xfrm>
            <a:off x="548640" y="2148840"/>
            <a:ext cx="6795135" cy="914400"/>
          </a:xfrm>
        </p:spPr>
        <p:txBody>
          <a:bodyPr/>
          <a:lstStyle>
            <a:lvl1pPr marL="0" indent="0">
              <a:spcBef>
                <a:spcPts val="0"/>
              </a:spcBef>
              <a:buFontTx/>
              <a:buNone/>
              <a:defRPr sz="2800"/>
            </a:lvl1pPr>
            <a:lvl2pPr marL="182880" indent="-182880">
              <a:spcBef>
                <a:spcPts val="1000"/>
              </a:spcBef>
              <a:buFont typeface="Arial" panose="020B0604020202020204" pitchFamily="34" charset="0"/>
              <a:buChar char="▪"/>
              <a:defRPr/>
            </a:lvl2pPr>
            <a:lvl3pPr marL="365760">
              <a:defRPr/>
            </a:lvl3pPr>
            <a:lvl4pPr marL="548640">
              <a:defRPr/>
            </a:lvl4pPr>
            <a:lvl5pPr marL="731520">
              <a:defRPr/>
            </a:lvl5pPr>
            <a:lvl6pPr marL="914400">
              <a:defRPr/>
            </a:lvl6pPr>
            <a:lvl7pPr marL="1097280">
              <a:defRPr/>
            </a:lvl7pPr>
            <a:lvl8pPr marL="1280160">
              <a:defRPr/>
            </a:lvl8pPr>
            <a:lvl9pPr marL="1463040">
              <a:defRPr/>
            </a:lvl9pPr>
          </a:lstStyle>
          <a:p>
            <a:pPr lvl="0"/>
            <a:r>
              <a:rPr lang="en-US"/>
              <a:t>[Optional section subtitle]</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Date Placeholder 4">
            <a:extLst>
              <a:ext uri="{FF2B5EF4-FFF2-40B4-BE49-F238E27FC236}">
                <a16:creationId xmlns:a16="http://schemas.microsoft.com/office/drawing/2014/main" id="{9B2EB74B-4EFA-464C-722C-FBCA5174031B}"/>
              </a:ext>
            </a:extLst>
          </p:cNvPr>
          <p:cNvSpPr>
            <a:spLocks noGrp="1"/>
          </p:cNvSpPr>
          <p:nvPr>
            <p:ph type="dt" sz="half" idx="12"/>
          </p:nvPr>
        </p:nvSpPr>
        <p:spPr/>
        <p:txBody>
          <a:bodyPr/>
          <a:lstStyle>
            <a:lvl1pPr>
              <a:defRPr>
                <a:solidFill>
                  <a:schemeClr val="bg1"/>
                </a:solidFill>
              </a:defRPr>
            </a:lvl1pPr>
          </a:lstStyle>
          <a:p>
            <a:fld id="{971AFA9C-17DA-4726-B9E3-ADECF7729AF7}" type="datetimeFigureOut">
              <a:rPr lang="en-US" smtClean="0"/>
              <a:t>7/21/2026</a:t>
            </a:fld>
            <a:endParaRPr lang="en-US"/>
          </a:p>
        </p:txBody>
      </p:sp>
      <p:sp>
        <p:nvSpPr>
          <p:cNvPr id="6" name="Slide Number Placeholder 5">
            <a:extLst>
              <a:ext uri="{FF2B5EF4-FFF2-40B4-BE49-F238E27FC236}">
                <a16:creationId xmlns:a16="http://schemas.microsoft.com/office/drawing/2014/main" id="{D8C19503-16E7-50C5-8995-F8E0DCB6B626}"/>
              </a:ext>
            </a:extLst>
          </p:cNvPr>
          <p:cNvSpPr>
            <a:spLocks noGrp="1"/>
          </p:cNvSpPr>
          <p:nvPr>
            <p:ph type="sldNum" sz="quarter" idx="13"/>
          </p:nvPr>
        </p:nvSpPr>
        <p:spPr/>
        <p:txBody>
          <a:bodyPr/>
          <a:lstStyle>
            <a:lvl1pPr>
              <a:defRPr>
                <a:solidFill>
                  <a:schemeClr val="bg1"/>
                </a:solidFill>
              </a:defRPr>
            </a:lvl1pPr>
          </a:lstStyle>
          <a:p>
            <a:fld id="{79D051F2-C7C4-43BD-B552-C78CE0DE4128}" type="slidenum">
              <a:rPr lang="en-US" smtClean="0"/>
              <a:t>‹#›</a:t>
            </a:fld>
            <a:endParaRPr lang="en-US"/>
          </a:p>
        </p:txBody>
      </p:sp>
      <p:pic>
        <p:nvPicPr>
          <p:cNvPr id="7" name="Picture 6">
            <a:extLst>
              <a:ext uri="{FF2B5EF4-FFF2-40B4-BE49-F238E27FC236}">
                <a16:creationId xmlns:a16="http://schemas.microsoft.com/office/drawing/2014/main" id="{B8E613F9-1842-268A-DF27-3F9D76502705}"/>
              </a:ext>
            </a:extLst>
          </p:cNvPr>
          <p:cNvPicPr>
            <a:picLocks noChangeAspect="1"/>
          </p:cNvPicPr>
          <p:nvPr/>
        </p:nvPicPr>
        <p:blipFill>
          <a:blip r:embed="rId2"/>
          <a:srcRect/>
          <a:stretch/>
        </p:blipFill>
        <p:spPr>
          <a:xfrm>
            <a:off x="10004616" y="411162"/>
            <a:ext cx="1629707" cy="478023"/>
          </a:xfrm>
          <a:prstGeom prst="rect">
            <a:avLst/>
          </a:prstGeom>
        </p:spPr>
      </p:pic>
    </p:spTree>
    <p:extLst>
      <p:ext uri="{BB962C8B-B14F-4D97-AF65-F5344CB8AC3E}">
        <p14:creationId xmlns:p14="http://schemas.microsoft.com/office/powerpoint/2010/main" val="556876030"/>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Section Header - White 01">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48640" y="411481"/>
            <a:ext cx="8231293" cy="1189037"/>
          </a:xfrm>
        </p:spPr>
        <p:txBody>
          <a:bodyPr anchor="t" anchorCtr="0"/>
          <a:lstStyle>
            <a:lvl1pPr>
              <a:lnSpc>
                <a:spcPct val="80000"/>
              </a:lnSpc>
              <a:defRPr sz="4000" spc="-100" baseline="0">
                <a:solidFill>
                  <a:schemeClr val="tx2"/>
                </a:solidFill>
              </a:defRPr>
            </a:lvl1pPr>
          </a:lstStyle>
          <a:p>
            <a:r>
              <a:rPr lang="en-US"/>
              <a:t>[Section title]</a:t>
            </a:r>
          </a:p>
        </p:txBody>
      </p:sp>
      <p:sp>
        <p:nvSpPr>
          <p:cNvPr id="4" name="Text Placeholder 2">
            <a:extLst>
              <a:ext uri="{FF2B5EF4-FFF2-40B4-BE49-F238E27FC236}">
                <a16:creationId xmlns:a16="http://schemas.microsoft.com/office/drawing/2014/main" id="{3EF29EDB-49B7-13CD-321C-E88CD44FB7C6}"/>
              </a:ext>
            </a:extLst>
          </p:cNvPr>
          <p:cNvSpPr>
            <a:spLocks noGrp="1"/>
          </p:cNvSpPr>
          <p:nvPr>
            <p:ph type="body" sz="quarter" idx="11" hasCustomPrompt="1"/>
          </p:nvPr>
        </p:nvSpPr>
        <p:spPr>
          <a:xfrm>
            <a:off x="548640" y="2148840"/>
            <a:ext cx="6795135" cy="4023360"/>
          </a:xfrm>
        </p:spPr>
        <p:txBody>
          <a:bodyPr/>
          <a:lstStyle>
            <a:lvl1pPr marL="0" indent="0">
              <a:spcBef>
                <a:spcPts val="0"/>
              </a:spcBef>
              <a:buFontTx/>
              <a:buNone/>
              <a:defRPr sz="2800"/>
            </a:lvl1pPr>
            <a:lvl2pPr marL="182880" indent="-182880">
              <a:spcBef>
                <a:spcPts val="1000"/>
              </a:spcBef>
              <a:buFont typeface="Arial" panose="020B0604020202020204" pitchFamily="34" charset="0"/>
              <a:buChar char="▪"/>
              <a:defRPr/>
            </a:lvl2pPr>
            <a:lvl3pPr marL="365760">
              <a:defRPr/>
            </a:lvl3pPr>
            <a:lvl4pPr marL="548640">
              <a:defRPr/>
            </a:lvl4pPr>
            <a:lvl5pPr marL="731520">
              <a:defRPr/>
            </a:lvl5pPr>
            <a:lvl6pPr marL="914400">
              <a:defRPr/>
            </a:lvl6pPr>
            <a:lvl7pPr marL="1097280">
              <a:defRPr/>
            </a:lvl7pPr>
            <a:lvl8pPr marL="1280160">
              <a:defRPr/>
            </a:lvl8pPr>
            <a:lvl9pPr marL="1463040">
              <a:defRPr/>
            </a:lvl9pPr>
          </a:lstStyle>
          <a:p>
            <a:pPr lvl="0"/>
            <a:r>
              <a:rPr lang="en-US"/>
              <a:t>[Optional section subtitle]</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Date Placeholder 4">
            <a:extLst>
              <a:ext uri="{FF2B5EF4-FFF2-40B4-BE49-F238E27FC236}">
                <a16:creationId xmlns:a16="http://schemas.microsoft.com/office/drawing/2014/main" id="{D8CC6170-ECB5-A830-2874-091E36410134}"/>
              </a:ext>
            </a:extLst>
          </p:cNvPr>
          <p:cNvSpPr>
            <a:spLocks noGrp="1"/>
          </p:cNvSpPr>
          <p:nvPr>
            <p:ph type="dt" sz="half" idx="12"/>
          </p:nvPr>
        </p:nvSpPr>
        <p:spPr/>
        <p:txBody>
          <a:bodyPr/>
          <a:lstStyle/>
          <a:p>
            <a:fld id="{971AFA9C-17DA-4726-B9E3-ADECF7729AF7}" type="datetimeFigureOut">
              <a:rPr lang="en-US" smtClean="0"/>
              <a:t>7/21/2026</a:t>
            </a:fld>
            <a:endParaRPr lang="en-US"/>
          </a:p>
        </p:txBody>
      </p:sp>
      <p:sp>
        <p:nvSpPr>
          <p:cNvPr id="6" name="Slide Number Placeholder 5">
            <a:extLst>
              <a:ext uri="{FF2B5EF4-FFF2-40B4-BE49-F238E27FC236}">
                <a16:creationId xmlns:a16="http://schemas.microsoft.com/office/drawing/2014/main" id="{DCB1CE1D-5DB3-7DB4-A801-B688218E7EC6}"/>
              </a:ext>
            </a:extLst>
          </p:cNvPr>
          <p:cNvSpPr>
            <a:spLocks noGrp="1"/>
          </p:cNvSpPr>
          <p:nvPr>
            <p:ph type="sldNum" sz="quarter" idx="13"/>
          </p:nvPr>
        </p:nvSpPr>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160689011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Section Header - White 0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48641" y="411480"/>
            <a:ext cx="5365327" cy="914400"/>
          </a:xfrm>
        </p:spPr>
        <p:txBody>
          <a:bodyPr anchor="t" anchorCtr="0"/>
          <a:lstStyle>
            <a:lvl1pPr>
              <a:lnSpc>
                <a:spcPct val="90000"/>
              </a:lnSpc>
              <a:defRPr sz="2400" spc="0" baseline="0">
                <a:solidFill>
                  <a:schemeClr val="tx1"/>
                </a:solidFill>
              </a:defRPr>
            </a:lvl1pPr>
          </a:lstStyle>
          <a:p>
            <a:r>
              <a:rPr lang="en-US"/>
              <a:t>[Section title]</a:t>
            </a:r>
          </a:p>
        </p:txBody>
      </p:sp>
      <p:sp>
        <p:nvSpPr>
          <p:cNvPr id="4" name="Text Placeholder 2">
            <a:extLst>
              <a:ext uri="{FF2B5EF4-FFF2-40B4-BE49-F238E27FC236}">
                <a16:creationId xmlns:a16="http://schemas.microsoft.com/office/drawing/2014/main" id="{3EF29EDB-49B7-13CD-321C-E88CD44FB7C6}"/>
              </a:ext>
            </a:extLst>
          </p:cNvPr>
          <p:cNvSpPr>
            <a:spLocks noGrp="1"/>
          </p:cNvSpPr>
          <p:nvPr>
            <p:ph type="body" sz="quarter" idx="11" hasCustomPrompt="1"/>
          </p:nvPr>
        </p:nvSpPr>
        <p:spPr>
          <a:xfrm>
            <a:off x="548640" y="1600200"/>
            <a:ext cx="6795135" cy="4572000"/>
          </a:xfrm>
        </p:spPr>
        <p:txBody>
          <a:bodyPr/>
          <a:lstStyle>
            <a:lvl1pPr marL="0" indent="0">
              <a:lnSpc>
                <a:spcPct val="90000"/>
              </a:lnSpc>
              <a:spcBef>
                <a:spcPts val="0"/>
              </a:spcBef>
              <a:buFontTx/>
              <a:buNone/>
              <a:defRPr sz="3600"/>
            </a:lvl1pPr>
            <a:lvl2pPr marL="182880" indent="-182880">
              <a:spcBef>
                <a:spcPts val="1000"/>
              </a:spcBef>
              <a:buFont typeface="Arial" panose="020B0604020202020204" pitchFamily="34" charset="0"/>
              <a:buChar char="▪"/>
              <a:defRPr/>
            </a:lvl2pPr>
            <a:lvl3pPr marL="365760">
              <a:defRPr/>
            </a:lvl3pPr>
            <a:lvl4pPr marL="548640">
              <a:defRPr/>
            </a:lvl4pPr>
            <a:lvl5pPr marL="731520">
              <a:defRPr/>
            </a:lvl5pPr>
            <a:lvl6pPr marL="914400">
              <a:defRPr/>
            </a:lvl6pPr>
            <a:lvl7pPr marL="1097280">
              <a:defRPr/>
            </a:lvl7pPr>
            <a:lvl8pPr marL="1280160">
              <a:defRPr/>
            </a:lvl8pPr>
            <a:lvl9pPr marL="1463040">
              <a:defRPr/>
            </a:lvl9pPr>
          </a:lstStyle>
          <a:p>
            <a:pPr lvl="0"/>
            <a:r>
              <a:rPr lang="en-US"/>
              <a:t>[Long section description]</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Date Placeholder 4">
            <a:extLst>
              <a:ext uri="{FF2B5EF4-FFF2-40B4-BE49-F238E27FC236}">
                <a16:creationId xmlns:a16="http://schemas.microsoft.com/office/drawing/2014/main" id="{23A978CF-9C5E-3CFC-1FBF-80FF0C14A03A}"/>
              </a:ext>
            </a:extLst>
          </p:cNvPr>
          <p:cNvSpPr>
            <a:spLocks noGrp="1"/>
          </p:cNvSpPr>
          <p:nvPr>
            <p:ph type="dt" sz="half" idx="12"/>
          </p:nvPr>
        </p:nvSpPr>
        <p:spPr/>
        <p:txBody>
          <a:bodyPr/>
          <a:lstStyle/>
          <a:p>
            <a:fld id="{971AFA9C-17DA-4726-B9E3-ADECF7729AF7}" type="datetimeFigureOut">
              <a:rPr lang="en-US" smtClean="0"/>
              <a:t>7/21/2026</a:t>
            </a:fld>
            <a:endParaRPr lang="en-US"/>
          </a:p>
        </p:txBody>
      </p:sp>
      <p:sp>
        <p:nvSpPr>
          <p:cNvPr id="6" name="Slide Number Placeholder 5">
            <a:extLst>
              <a:ext uri="{FF2B5EF4-FFF2-40B4-BE49-F238E27FC236}">
                <a16:creationId xmlns:a16="http://schemas.microsoft.com/office/drawing/2014/main" id="{A2496E61-43C3-4A10-6216-8AA17EF97B83}"/>
              </a:ext>
            </a:extLst>
          </p:cNvPr>
          <p:cNvSpPr>
            <a:spLocks noGrp="1"/>
          </p:cNvSpPr>
          <p:nvPr>
            <p:ph type="sldNum" sz="quarter" idx="13"/>
          </p:nvPr>
        </p:nvSpPr>
        <p:spPr/>
        <p:txBody>
          <a:bodyPr/>
          <a:lstStyle/>
          <a:p>
            <a:fld id="{79D051F2-C7C4-43BD-B552-C78CE0DE4128}" type="slidenum">
              <a:rPr lang="en-US" smtClean="0"/>
              <a:t>‹#›</a:t>
            </a:fld>
            <a:endParaRPr lang="en-US"/>
          </a:p>
        </p:txBody>
      </p:sp>
    </p:spTree>
    <p:extLst>
      <p:ext uri="{BB962C8B-B14F-4D97-AF65-F5344CB8AC3E}">
        <p14:creationId xmlns:p14="http://schemas.microsoft.com/office/powerpoint/2010/main" val="78054923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p:cSld name="Section Header - Half Image">
    <p:bg>
      <p:bgPr>
        <a:solidFill>
          <a:srgbClr val="221F20"/>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48641" y="411481"/>
            <a:ext cx="5365327" cy="1189037"/>
          </a:xfrm>
        </p:spPr>
        <p:txBody>
          <a:bodyPr anchor="t" anchorCtr="0"/>
          <a:lstStyle>
            <a:lvl1pPr>
              <a:lnSpc>
                <a:spcPct val="80000"/>
              </a:lnSpc>
              <a:defRPr sz="4000" spc="-100" baseline="0">
                <a:solidFill>
                  <a:schemeClr val="tx2"/>
                </a:solidFill>
              </a:defRPr>
            </a:lvl1pPr>
          </a:lstStyle>
          <a:p>
            <a:r>
              <a:rPr lang="en-US"/>
              <a:t>[Section title]</a:t>
            </a:r>
          </a:p>
        </p:txBody>
      </p:sp>
      <p:sp>
        <p:nvSpPr>
          <p:cNvPr id="7" name="Text Placeholder 2">
            <a:extLst>
              <a:ext uri="{FF2B5EF4-FFF2-40B4-BE49-F238E27FC236}">
                <a16:creationId xmlns:a16="http://schemas.microsoft.com/office/drawing/2014/main" id="{FD05FCA9-6234-AA37-16E9-CA72B744A81B}"/>
              </a:ext>
            </a:extLst>
          </p:cNvPr>
          <p:cNvSpPr>
            <a:spLocks noGrp="1"/>
          </p:cNvSpPr>
          <p:nvPr>
            <p:ph type="body" sz="quarter" idx="11" hasCustomPrompt="1"/>
          </p:nvPr>
        </p:nvSpPr>
        <p:spPr>
          <a:xfrm>
            <a:off x="548640" y="2148840"/>
            <a:ext cx="5365325" cy="4023360"/>
          </a:xfrm>
        </p:spPr>
        <p:txBody>
          <a:bodyPr/>
          <a:lstStyle>
            <a:lvl1pPr marL="0" indent="0">
              <a:spcBef>
                <a:spcPts val="1000"/>
              </a:spcBef>
              <a:buFontTx/>
              <a:buNone/>
              <a:defRPr/>
            </a:lvl1pPr>
            <a:lvl2pPr marL="182880" indent="-182880">
              <a:spcBef>
                <a:spcPts val="1000"/>
              </a:spcBef>
              <a:buFont typeface="Arial" panose="020B0604020202020204" pitchFamily="34" charset="0"/>
              <a:buChar char="▪"/>
              <a:defRPr/>
            </a:lvl2pPr>
            <a:lvl3pPr marL="365760">
              <a:defRPr/>
            </a:lvl3pPr>
            <a:lvl4pPr marL="548640">
              <a:defRPr/>
            </a:lvl4pPr>
            <a:lvl5pPr marL="731520">
              <a:defRPr/>
            </a:lvl5pPr>
            <a:lvl6pPr marL="914400">
              <a:defRPr/>
            </a:lvl6pPr>
            <a:lvl7pPr marL="1097280">
              <a:defRPr/>
            </a:lvl7pPr>
            <a:lvl8pPr marL="1280160">
              <a:defRPr/>
            </a:lvl8pPr>
            <a:lvl9pPr marL="1463040">
              <a:defRPr/>
            </a:lvl9pPr>
          </a:lstStyle>
          <a:p>
            <a:pPr lvl="0"/>
            <a:r>
              <a:rPr lang="en-US"/>
              <a:t>[Optional section description]</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3" name="Date Placeholder 2">
            <a:extLst>
              <a:ext uri="{FF2B5EF4-FFF2-40B4-BE49-F238E27FC236}">
                <a16:creationId xmlns:a16="http://schemas.microsoft.com/office/drawing/2014/main" id="{3F98909E-3F3B-28FF-B01F-B77401FC0BCC}"/>
              </a:ext>
            </a:extLst>
          </p:cNvPr>
          <p:cNvSpPr>
            <a:spLocks noGrp="1"/>
          </p:cNvSpPr>
          <p:nvPr>
            <p:ph type="dt" sz="half" idx="12"/>
          </p:nvPr>
        </p:nvSpPr>
        <p:spPr/>
        <p:txBody>
          <a:bodyPr/>
          <a:lstStyle/>
          <a:p>
            <a:fld id="{971AFA9C-17DA-4726-B9E3-ADECF7729AF7}" type="datetimeFigureOut">
              <a:rPr lang="en-US" smtClean="0"/>
              <a:t>7/21/2026</a:t>
            </a:fld>
            <a:endParaRPr lang="en-US"/>
          </a:p>
        </p:txBody>
      </p:sp>
      <p:sp>
        <p:nvSpPr>
          <p:cNvPr id="4" name="Slide Number Placeholder 3">
            <a:extLst>
              <a:ext uri="{FF2B5EF4-FFF2-40B4-BE49-F238E27FC236}">
                <a16:creationId xmlns:a16="http://schemas.microsoft.com/office/drawing/2014/main" id="{FC4506F2-72D4-8024-72B5-E5E4464D05D0}"/>
              </a:ext>
            </a:extLst>
          </p:cNvPr>
          <p:cNvSpPr>
            <a:spLocks noGrp="1"/>
          </p:cNvSpPr>
          <p:nvPr>
            <p:ph type="sldNum" sz="quarter" idx="13"/>
          </p:nvPr>
        </p:nvSpPr>
        <p:spPr/>
        <p:txBody>
          <a:bodyPr/>
          <a:lstStyle/>
          <a:p>
            <a:fld id="{79D051F2-C7C4-43BD-B552-C78CE0DE4128}" type="slidenum">
              <a:rPr lang="en-US" smtClean="0"/>
              <a:t>‹#›</a:t>
            </a:fld>
            <a:endParaRPr lang="en-US"/>
          </a:p>
        </p:txBody>
      </p:sp>
      <p:sp>
        <p:nvSpPr>
          <p:cNvPr id="10" name="Picture Placeholder 3">
            <a:extLst>
              <a:ext uri="{FF2B5EF4-FFF2-40B4-BE49-F238E27FC236}">
                <a16:creationId xmlns:a16="http://schemas.microsoft.com/office/drawing/2014/main" id="{6FB94CE1-6713-07D6-4B5A-4A8C98A3721E}"/>
              </a:ext>
            </a:extLst>
          </p:cNvPr>
          <p:cNvSpPr>
            <a:spLocks noGrp="1"/>
          </p:cNvSpPr>
          <p:nvPr>
            <p:ph type="pic" sz="quarter" idx="10"/>
          </p:nvPr>
        </p:nvSpPr>
        <p:spPr>
          <a:xfrm>
            <a:off x="6278037" y="1076324"/>
            <a:ext cx="5365748" cy="5095875"/>
          </a:xfr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14" name="Rectangle 15">
            <a:extLst>
              <a:ext uri="{FF2B5EF4-FFF2-40B4-BE49-F238E27FC236}">
                <a16:creationId xmlns:a16="http://schemas.microsoft.com/office/drawing/2014/main" id="{F827E20F-449C-FD35-0420-0D0665538DFA}"/>
              </a:ext>
            </a:extLst>
          </p:cNvPr>
          <p:cNvSpPr>
            <a:spLocks noChangeArrowheads="1"/>
          </p:cNvSpPr>
          <p:nvPr/>
        </p:nvSpPr>
        <p:spPr bwMode="auto">
          <a:xfrm>
            <a:off x="1386840" y="6657945"/>
            <a:ext cx="9418320" cy="200055"/>
          </a:xfrm>
          <a:prstGeom prst="rect">
            <a:avLst/>
          </a:prstGeom>
          <a:noFill/>
          <a:ln w="9525">
            <a:noFill/>
            <a:miter lim="800000"/>
            <a:headEnd/>
            <a:tailEnd/>
          </a:ln>
        </p:spPr>
        <p:txBody>
          <a:bodyPr wrap="square" lIns="0" rIns="0" anchor="b">
            <a:spAutoFit/>
          </a:bodyPr>
          <a:lstStyle/>
          <a:p>
            <a:pPr algn="ctr">
              <a:defRPr/>
            </a:pPr>
            <a:r>
              <a:rPr lang="en-US" sz="700" b="1" dirty="0">
                <a:solidFill>
                  <a:srgbClr val="2DAA27"/>
                </a:solidFill>
                <a:latin typeface="+mn-lt"/>
                <a:cs typeface="Arial Bold" panose="020B0704020202020204" pitchFamily="34" charset="0"/>
              </a:rPr>
              <a:t>UNCLASSIFIED</a:t>
            </a:r>
            <a:endParaRPr lang="en-US" sz="700" b="1" dirty="0">
              <a:solidFill>
                <a:schemeClr val="tx1"/>
              </a:solidFill>
              <a:latin typeface="+mn-lt"/>
              <a:cs typeface="Arial Bold" panose="020B0704020202020204" pitchFamily="34" charset="0"/>
            </a:endParaRPr>
          </a:p>
        </p:txBody>
      </p:sp>
      <p:sp>
        <p:nvSpPr>
          <p:cNvPr id="15" name="Rectangle 14">
            <a:extLst>
              <a:ext uri="{FF2B5EF4-FFF2-40B4-BE49-F238E27FC236}">
                <a16:creationId xmlns:a16="http://schemas.microsoft.com/office/drawing/2014/main" id="{9B78D2D4-DCB9-0AD3-0C18-6C6757224CC2}"/>
              </a:ext>
            </a:extLst>
          </p:cNvPr>
          <p:cNvSpPr>
            <a:spLocks noChangeArrowheads="1"/>
          </p:cNvSpPr>
          <p:nvPr/>
        </p:nvSpPr>
        <p:spPr bwMode="auto">
          <a:xfrm>
            <a:off x="1386840" y="0"/>
            <a:ext cx="9418320" cy="200055"/>
          </a:xfrm>
          <a:prstGeom prst="rect">
            <a:avLst/>
          </a:prstGeom>
          <a:noFill/>
          <a:ln w="9525">
            <a:noFill/>
            <a:miter lim="800000"/>
            <a:headEnd/>
            <a:tailEnd/>
          </a:ln>
        </p:spPr>
        <p:txBody>
          <a:bodyPr wrap="square" anchor="t" anchorCtr="0">
            <a:spAutoFit/>
          </a:bodyPr>
          <a:lstStyle/>
          <a:p>
            <a:pPr algn="ctr">
              <a:defRPr/>
            </a:pPr>
            <a:r>
              <a:rPr lang="en-US" sz="700" b="1" dirty="0">
                <a:solidFill>
                  <a:srgbClr val="2DAA27"/>
                </a:solidFill>
                <a:latin typeface="+mn-lt"/>
                <a:cs typeface="Arial Bold" panose="020B0704020202020204" pitchFamily="34" charset="0"/>
              </a:rPr>
              <a:t>UNCLASSIFIED</a:t>
            </a:r>
            <a:endParaRPr lang="en-US" sz="700" b="1" dirty="0">
              <a:solidFill>
                <a:schemeClr val="tx1"/>
              </a:solidFill>
              <a:latin typeface="+mn-lt"/>
              <a:cs typeface="Arial Bold" panose="020B0704020202020204" pitchFamily="34" charset="0"/>
            </a:endParaRPr>
          </a:p>
        </p:txBody>
      </p:sp>
      <p:pic>
        <p:nvPicPr>
          <p:cNvPr id="5" name="Picture 4">
            <a:extLst>
              <a:ext uri="{FF2B5EF4-FFF2-40B4-BE49-F238E27FC236}">
                <a16:creationId xmlns:a16="http://schemas.microsoft.com/office/drawing/2014/main" id="{010600B0-1249-F5D8-D1B7-CC4F0AD64E01}"/>
              </a:ext>
            </a:extLst>
          </p:cNvPr>
          <p:cNvPicPr>
            <a:picLocks noChangeAspect="1"/>
          </p:cNvPicPr>
          <p:nvPr/>
        </p:nvPicPr>
        <p:blipFill>
          <a:blip r:embed="rId2"/>
          <a:srcRect/>
          <a:stretch/>
        </p:blipFill>
        <p:spPr>
          <a:xfrm>
            <a:off x="10004616" y="411162"/>
            <a:ext cx="1629707" cy="478023"/>
          </a:xfrm>
          <a:prstGeom prst="rect">
            <a:avLst/>
          </a:prstGeom>
        </p:spPr>
      </p:pic>
    </p:spTree>
    <p:extLst>
      <p:ext uri="{BB962C8B-B14F-4D97-AF65-F5344CB8AC3E}">
        <p14:creationId xmlns:p14="http://schemas.microsoft.com/office/powerpoint/2010/main" val="168886322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matchingName="Title Slide - Image">
  <p:cSld name="1_Title Slide - Image">
    <p:bg>
      <p:bgPr>
        <a:blipFill>
          <a:blip r:embed="rId2">
            <a:alphaModFix/>
          </a:blip>
          <a:stretch>
            <a:fillRect/>
          </a:stretch>
        </a:blipFill>
        <a:effectLst/>
      </p:bgPr>
    </p:bg>
    <p:spTree>
      <p:nvGrpSpPr>
        <p:cNvPr id="1" name="Shape 63"/>
        <p:cNvGrpSpPr/>
        <p:nvPr/>
      </p:nvGrpSpPr>
      <p:grpSpPr>
        <a:xfrm>
          <a:off x="0" y="0"/>
          <a:ext cx="0" cy="0"/>
          <a:chOff x="0" y="0"/>
          <a:chExt cx="0" cy="0"/>
        </a:xfrm>
      </p:grpSpPr>
      <p:sp>
        <p:nvSpPr>
          <p:cNvPr id="64" name="Google Shape;64;p5"/>
          <p:cNvSpPr txBox="1">
            <a:spLocks noGrp="1"/>
          </p:cNvSpPr>
          <p:nvPr>
            <p:ph type="dt" idx="10"/>
          </p:nvPr>
        </p:nvSpPr>
        <p:spPr>
          <a:xfrm>
            <a:off x="547688" y="6629400"/>
            <a:ext cx="823912" cy="22860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5"/>
          <p:cNvSpPr txBox="1">
            <a:spLocks noGrp="1"/>
          </p:cNvSpPr>
          <p:nvPr>
            <p:ph type="sldNum" idx="12"/>
          </p:nvPr>
        </p:nvSpPr>
        <p:spPr>
          <a:xfrm>
            <a:off x="11210717" y="6629400"/>
            <a:ext cx="442001" cy="22860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fld id="{00000000-1234-1234-1234-123412341234}" type="slidenum">
              <a:rPr lang="en" smtClean="0"/>
              <a:pPr/>
              <a:t>‹#›</a:t>
            </a:fld>
            <a:endParaRPr lang="en"/>
          </a:p>
        </p:txBody>
      </p:sp>
      <p:pic>
        <p:nvPicPr>
          <p:cNvPr id="66" name="Google Shape;66;p5" descr="U.S. Army"/>
          <p:cNvPicPr preferRelativeResize="0"/>
          <p:nvPr/>
        </p:nvPicPr>
        <p:blipFill rotWithShape="1">
          <a:blip r:embed="rId3">
            <a:alphaModFix/>
          </a:blip>
          <a:srcRect/>
          <a:stretch/>
        </p:blipFill>
        <p:spPr>
          <a:xfrm>
            <a:off x="244899" y="112631"/>
            <a:ext cx="3246120" cy="1225808"/>
          </a:xfrm>
          <a:prstGeom prst="rect">
            <a:avLst/>
          </a:prstGeom>
          <a:noFill/>
          <a:ln>
            <a:noFill/>
          </a:ln>
        </p:spPr>
      </p:pic>
      <p:sp>
        <p:nvSpPr>
          <p:cNvPr id="67" name="Google Shape;67;p5"/>
          <p:cNvSpPr txBox="1">
            <a:spLocks noGrp="1"/>
          </p:cNvSpPr>
          <p:nvPr>
            <p:ph type="body" idx="1"/>
          </p:nvPr>
        </p:nvSpPr>
        <p:spPr>
          <a:xfrm>
            <a:off x="547688" y="5133531"/>
            <a:ext cx="1335568" cy="138499"/>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609585" lvl="0" indent="-304792" algn="l">
              <a:lnSpc>
                <a:spcPct val="100000"/>
              </a:lnSpc>
              <a:spcBef>
                <a:spcPts val="0"/>
              </a:spcBef>
              <a:spcAft>
                <a:spcPts val="0"/>
              </a:spcAft>
              <a:buClr>
                <a:schemeClr val="dk1"/>
              </a:buClr>
              <a:buSzPts val="675"/>
              <a:buNone/>
              <a:defRPr sz="900" b="0">
                <a:solidFill>
                  <a:schemeClr val="dk1"/>
                </a:solidFill>
                <a:latin typeface="Arial"/>
                <a:ea typeface="Arial"/>
                <a:cs typeface="Arial"/>
                <a:sym typeface="Arial"/>
              </a:defRPr>
            </a:lvl1pPr>
            <a:lvl2pPr marL="1219170" lvl="1" indent="-304792" algn="l">
              <a:lnSpc>
                <a:spcPct val="95000"/>
              </a:lnSpc>
              <a:spcBef>
                <a:spcPts val="500"/>
              </a:spcBef>
              <a:spcAft>
                <a:spcPts val="0"/>
              </a:spcAft>
              <a:buClr>
                <a:schemeClr val="lt1"/>
              </a:buClr>
              <a:buSzPts val="750"/>
              <a:buNone/>
              <a:defRPr sz="1000">
                <a:latin typeface="Arial"/>
                <a:ea typeface="Arial"/>
                <a:cs typeface="Arial"/>
                <a:sym typeface="Arial"/>
              </a:defRPr>
            </a:lvl2pPr>
            <a:lvl3pPr marL="1828754" lvl="2" indent="-304792" algn="l">
              <a:lnSpc>
                <a:spcPct val="95000"/>
              </a:lnSpc>
              <a:spcBef>
                <a:spcPts val="500"/>
              </a:spcBef>
              <a:spcAft>
                <a:spcPts val="0"/>
              </a:spcAft>
              <a:buClr>
                <a:schemeClr val="lt1"/>
              </a:buClr>
              <a:buSzPts val="750"/>
              <a:buNone/>
              <a:defRPr sz="1000">
                <a:latin typeface="Arial"/>
                <a:ea typeface="Arial"/>
                <a:cs typeface="Arial"/>
                <a:sym typeface="Arial"/>
              </a:defRPr>
            </a:lvl3pPr>
            <a:lvl4pPr marL="2438339" lvl="3" indent="-304792" algn="l">
              <a:lnSpc>
                <a:spcPct val="95000"/>
              </a:lnSpc>
              <a:spcBef>
                <a:spcPts val="500"/>
              </a:spcBef>
              <a:spcAft>
                <a:spcPts val="0"/>
              </a:spcAft>
              <a:buClr>
                <a:schemeClr val="lt1"/>
              </a:buClr>
              <a:buSzPts val="750"/>
              <a:buNone/>
              <a:defRPr sz="1000">
                <a:latin typeface="Arial"/>
                <a:ea typeface="Arial"/>
                <a:cs typeface="Arial"/>
                <a:sym typeface="Arial"/>
              </a:defRPr>
            </a:lvl4pPr>
            <a:lvl5pPr marL="3047924" lvl="4" indent="-304792" algn="l">
              <a:lnSpc>
                <a:spcPct val="95000"/>
              </a:lnSpc>
              <a:spcBef>
                <a:spcPts val="500"/>
              </a:spcBef>
              <a:spcAft>
                <a:spcPts val="0"/>
              </a:spcAft>
              <a:buClr>
                <a:schemeClr val="lt1"/>
              </a:buClr>
              <a:buSzPts val="750"/>
              <a:buNone/>
              <a:defRPr sz="1000">
                <a:latin typeface="Arial"/>
                <a:ea typeface="Arial"/>
                <a:cs typeface="Arial"/>
                <a:sym typeface="Arial"/>
              </a:defRPr>
            </a:lvl5pPr>
            <a:lvl6pPr marL="3657509" lvl="5" indent="-457189" algn="l">
              <a:lnSpc>
                <a:spcPct val="95000"/>
              </a:lnSpc>
              <a:spcBef>
                <a:spcPts val="500"/>
              </a:spcBef>
              <a:spcAft>
                <a:spcPts val="0"/>
              </a:spcAft>
              <a:buClr>
                <a:schemeClr val="lt1"/>
              </a:buClr>
              <a:buSzPts val="1800"/>
              <a:buChar char="–"/>
              <a:defRPr/>
            </a:lvl6pPr>
            <a:lvl7pPr marL="4267093" lvl="6" indent="-457189" algn="l">
              <a:lnSpc>
                <a:spcPct val="95000"/>
              </a:lnSpc>
              <a:spcBef>
                <a:spcPts val="500"/>
              </a:spcBef>
              <a:spcAft>
                <a:spcPts val="0"/>
              </a:spcAft>
              <a:buClr>
                <a:schemeClr val="lt1"/>
              </a:buClr>
              <a:buSzPts val="1800"/>
              <a:buChar char="–"/>
              <a:defRPr/>
            </a:lvl7pPr>
            <a:lvl8pPr marL="4876678" lvl="7" indent="-457189" algn="l">
              <a:lnSpc>
                <a:spcPct val="95000"/>
              </a:lnSpc>
              <a:spcBef>
                <a:spcPts val="500"/>
              </a:spcBef>
              <a:spcAft>
                <a:spcPts val="0"/>
              </a:spcAft>
              <a:buClr>
                <a:schemeClr val="lt1"/>
              </a:buClr>
              <a:buSzPts val="1800"/>
              <a:buChar char="–"/>
              <a:defRPr/>
            </a:lvl8pPr>
            <a:lvl9pPr marL="5486263" lvl="8" indent="-457189" algn="l">
              <a:lnSpc>
                <a:spcPct val="95000"/>
              </a:lnSpc>
              <a:spcBef>
                <a:spcPts val="500"/>
              </a:spcBef>
              <a:spcAft>
                <a:spcPts val="0"/>
              </a:spcAft>
              <a:buClr>
                <a:schemeClr val="lt1"/>
              </a:buClr>
              <a:buSzPts val="1800"/>
              <a:buChar char="–"/>
              <a:defRPr/>
            </a:lvl9pPr>
          </a:lstStyle>
          <a:p>
            <a:endParaRPr/>
          </a:p>
        </p:txBody>
      </p:sp>
      <p:sp>
        <p:nvSpPr>
          <p:cNvPr id="68" name="Google Shape;68;p5"/>
          <p:cNvSpPr txBox="1">
            <a:spLocks noGrp="1"/>
          </p:cNvSpPr>
          <p:nvPr>
            <p:ph type="body" idx="2"/>
          </p:nvPr>
        </p:nvSpPr>
        <p:spPr>
          <a:xfrm>
            <a:off x="547688" y="4952739"/>
            <a:ext cx="1335568" cy="138499"/>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609585" lvl="0" indent="-304792" algn="l">
              <a:lnSpc>
                <a:spcPct val="100000"/>
              </a:lnSpc>
              <a:spcBef>
                <a:spcPts val="0"/>
              </a:spcBef>
              <a:spcAft>
                <a:spcPts val="0"/>
              </a:spcAft>
              <a:buClr>
                <a:schemeClr val="dk1"/>
              </a:buClr>
              <a:buSzPts val="675"/>
              <a:buNone/>
              <a:defRPr sz="900" b="0">
                <a:solidFill>
                  <a:schemeClr val="dk1"/>
                </a:solidFill>
                <a:latin typeface="Arial"/>
                <a:ea typeface="Arial"/>
                <a:cs typeface="Arial"/>
                <a:sym typeface="Arial"/>
              </a:defRPr>
            </a:lvl1pPr>
            <a:lvl2pPr marL="1219170" lvl="1" indent="-304792" algn="l">
              <a:lnSpc>
                <a:spcPct val="95000"/>
              </a:lnSpc>
              <a:spcBef>
                <a:spcPts val="500"/>
              </a:spcBef>
              <a:spcAft>
                <a:spcPts val="0"/>
              </a:spcAft>
              <a:buClr>
                <a:schemeClr val="lt1"/>
              </a:buClr>
              <a:buSzPts val="750"/>
              <a:buNone/>
              <a:defRPr sz="1000">
                <a:latin typeface="Arial"/>
                <a:ea typeface="Arial"/>
                <a:cs typeface="Arial"/>
                <a:sym typeface="Arial"/>
              </a:defRPr>
            </a:lvl2pPr>
            <a:lvl3pPr marL="1828754" lvl="2" indent="-304792" algn="l">
              <a:lnSpc>
                <a:spcPct val="95000"/>
              </a:lnSpc>
              <a:spcBef>
                <a:spcPts val="500"/>
              </a:spcBef>
              <a:spcAft>
                <a:spcPts val="0"/>
              </a:spcAft>
              <a:buClr>
                <a:schemeClr val="lt1"/>
              </a:buClr>
              <a:buSzPts val="750"/>
              <a:buNone/>
              <a:defRPr sz="1000">
                <a:latin typeface="Arial"/>
                <a:ea typeface="Arial"/>
                <a:cs typeface="Arial"/>
                <a:sym typeface="Arial"/>
              </a:defRPr>
            </a:lvl3pPr>
            <a:lvl4pPr marL="2438339" lvl="3" indent="-304792" algn="l">
              <a:lnSpc>
                <a:spcPct val="95000"/>
              </a:lnSpc>
              <a:spcBef>
                <a:spcPts val="500"/>
              </a:spcBef>
              <a:spcAft>
                <a:spcPts val="0"/>
              </a:spcAft>
              <a:buClr>
                <a:schemeClr val="lt1"/>
              </a:buClr>
              <a:buSzPts val="750"/>
              <a:buNone/>
              <a:defRPr sz="1000">
                <a:latin typeface="Arial"/>
                <a:ea typeface="Arial"/>
                <a:cs typeface="Arial"/>
                <a:sym typeface="Arial"/>
              </a:defRPr>
            </a:lvl4pPr>
            <a:lvl5pPr marL="3047924" lvl="4" indent="-304792" algn="l">
              <a:lnSpc>
                <a:spcPct val="95000"/>
              </a:lnSpc>
              <a:spcBef>
                <a:spcPts val="500"/>
              </a:spcBef>
              <a:spcAft>
                <a:spcPts val="0"/>
              </a:spcAft>
              <a:buClr>
                <a:schemeClr val="lt1"/>
              </a:buClr>
              <a:buSzPts val="750"/>
              <a:buNone/>
              <a:defRPr sz="1000">
                <a:latin typeface="Arial"/>
                <a:ea typeface="Arial"/>
                <a:cs typeface="Arial"/>
                <a:sym typeface="Arial"/>
              </a:defRPr>
            </a:lvl5pPr>
            <a:lvl6pPr marL="3657509" lvl="5" indent="-457189" algn="l">
              <a:lnSpc>
                <a:spcPct val="95000"/>
              </a:lnSpc>
              <a:spcBef>
                <a:spcPts val="500"/>
              </a:spcBef>
              <a:spcAft>
                <a:spcPts val="0"/>
              </a:spcAft>
              <a:buClr>
                <a:schemeClr val="lt1"/>
              </a:buClr>
              <a:buSzPts val="1800"/>
              <a:buChar char="–"/>
              <a:defRPr/>
            </a:lvl6pPr>
            <a:lvl7pPr marL="4267093" lvl="6" indent="-457189" algn="l">
              <a:lnSpc>
                <a:spcPct val="95000"/>
              </a:lnSpc>
              <a:spcBef>
                <a:spcPts val="500"/>
              </a:spcBef>
              <a:spcAft>
                <a:spcPts val="0"/>
              </a:spcAft>
              <a:buClr>
                <a:schemeClr val="lt1"/>
              </a:buClr>
              <a:buSzPts val="1800"/>
              <a:buChar char="–"/>
              <a:defRPr/>
            </a:lvl7pPr>
            <a:lvl8pPr marL="4876678" lvl="7" indent="-457189" algn="l">
              <a:lnSpc>
                <a:spcPct val="95000"/>
              </a:lnSpc>
              <a:spcBef>
                <a:spcPts val="500"/>
              </a:spcBef>
              <a:spcAft>
                <a:spcPts val="0"/>
              </a:spcAft>
              <a:buClr>
                <a:schemeClr val="lt1"/>
              </a:buClr>
              <a:buSzPts val="1800"/>
              <a:buChar char="–"/>
              <a:defRPr/>
            </a:lvl8pPr>
            <a:lvl9pPr marL="5486263" lvl="8" indent="-457189" algn="l">
              <a:lnSpc>
                <a:spcPct val="95000"/>
              </a:lnSpc>
              <a:spcBef>
                <a:spcPts val="500"/>
              </a:spcBef>
              <a:spcAft>
                <a:spcPts val="0"/>
              </a:spcAft>
              <a:buClr>
                <a:schemeClr val="lt1"/>
              </a:buClr>
              <a:buSzPts val="1800"/>
              <a:buChar char="–"/>
              <a:defRPr/>
            </a:lvl9pPr>
          </a:lstStyle>
          <a:p>
            <a:endParaRPr/>
          </a:p>
        </p:txBody>
      </p:sp>
      <p:sp>
        <p:nvSpPr>
          <p:cNvPr id="69" name="Google Shape;69;p5"/>
          <p:cNvSpPr txBox="1">
            <a:spLocks noGrp="1"/>
          </p:cNvSpPr>
          <p:nvPr>
            <p:ph type="body" idx="3"/>
          </p:nvPr>
        </p:nvSpPr>
        <p:spPr>
          <a:xfrm>
            <a:off x="547688" y="5314323"/>
            <a:ext cx="1335568" cy="138499"/>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609585" lvl="0" indent="-304792" algn="l">
              <a:lnSpc>
                <a:spcPct val="100000"/>
              </a:lnSpc>
              <a:spcBef>
                <a:spcPts val="0"/>
              </a:spcBef>
              <a:spcAft>
                <a:spcPts val="0"/>
              </a:spcAft>
              <a:buClr>
                <a:schemeClr val="dk1"/>
              </a:buClr>
              <a:buSzPts val="675"/>
              <a:buNone/>
              <a:defRPr sz="900" b="0">
                <a:solidFill>
                  <a:schemeClr val="dk1"/>
                </a:solidFill>
                <a:latin typeface="Arial"/>
                <a:ea typeface="Arial"/>
                <a:cs typeface="Arial"/>
                <a:sym typeface="Arial"/>
              </a:defRPr>
            </a:lvl1pPr>
            <a:lvl2pPr marL="1219170" lvl="1" indent="-304792" algn="l">
              <a:lnSpc>
                <a:spcPct val="95000"/>
              </a:lnSpc>
              <a:spcBef>
                <a:spcPts val="500"/>
              </a:spcBef>
              <a:spcAft>
                <a:spcPts val="0"/>
              </a:spcAft>
              <a:buClr>
                <a:schemeClr val="lt1"/>
              </a:buClr>
              <a:buSzPts val="750"/>
              <a:buNone/>
              <a:defRPr sz="1000">
                <a:latin typeface="Arial"/>
                <a:ea typeface="Arial"/>
                <a:cs typeface="Arial"/>
                <a:sym typeface="Arial"/>
              </a:defRPr>
            </a:lvl2pPr>
            <a:lvl3pPr marL="1828754" lvl="2" indent="-304792" algn="l">
              <a:lnSpc>
                <a:spcPct val="95000"/>
              </a:lnSpc>
              <a:spcBef>
                <a:spcPts val="500"/>
              </a:spcBef>
              <a:spcAft>
                <a:spcPts val="0"/>
              </a:spcAft>
              <a:buClr>
                <a:schemeClr val="lt1"/>
              </a:buClr>
              <a:buSzPts val="750"/>
              <a:buNone/>
              <a:defRPr sz="1000">
                <a:latin typeface="Arial"/>
                <a:ea typeface="Arial"/>
                <a:cs typeface="Arial"/>
                <a:sym typeface="Arial"/>
              </a:defRPr>
            </a:lvl3pPr>
            <a:lvl4pPr marL="2438339" lvl="3" indent="-304792" algn="l">
              <a:lnSpc>
                <a:spcPct val="95000"/>
              </a:lnSpc>
              <a:spcBef>
                <a:spcPts val="500"/>
              </a:spcBef>
              <a:spcAft>
                <a:spcPts val="0"/>
              </a:spcAft>
              <a:buClr>
                <a:schemeClr val="lt1"/>
              </a:buClr>
              <a:buSzPts val="750"/>
              <a:buNone/>
              <a:defRPr sz="1000">
                <a:latin typeface="Arial"/>
                <a:ea typeface="Arial"/>
                <a:cs typeface="Arial"/>
                <a:sym typeface="Arial"/>
              </a:defRPr>
            </a:lvl4pPr>
            <a:lvl5pPr marL="3047924" lvl="4" indent="-304792" algn="l">
              <a:lnSpc>
                <a:spcPct val="95000"/>
              </a:lnSpc>
              <a:spcBef>
                <a:spcPts val="500"/>
              </a:spcBef>
              <a:spcAft>
                <a:spcPts val="0"/>
              </a:spcAft>
              <a:buClr>
                <a:schemeClr val="lt1"/>
              </a:buClr>
              <a:buSzPts val="750"/>
              <a:buNone/>
              <a:defRPr sz="1000">
                <a:latin typeface="Arial"/>
                <a:ea typeface="Arial"/>
                <a:cs typeface="Arial"/>
                <a:sym typeface="Arial"/>
              </a:defRPr>
            </a:lvl5pPr>
            <a:lvl6pPr marL="3657509" lvl="5" indent="-457189" algn="l">
              <a:lnSpc>
                <a:spcPct val="95000"/>
              </a:lnSpc>
              <a:spcBef>
                <a:spcPts val="500"/>
              </a:spcBef>
              <a:spcAft>
                <a:spcPts val="0"/>
              </a:spcAft>
              <a:buClr>
                <a:schemeClr val="lt1"/>
              </a:buClr>
              <a:buSzPts val="1800"/>
              <a:buChar char="–"/>
              <a:defRPr/>
            </a:lvl6pPr>
            <a:lvl7pPr marL="4267093" lvl="6" indent="-457189" algn="l">
              <a:lnSpc>
                <a:spcPct val="95000"/>
              </a:lnSpc>
              <a:spcBef>
                <a:spcPts val="500"/>
              </a:spcBef>
              <a:spcAft>
                <a:spcPts val="0"/>
              </a:spcAft>
              <a:buClr>
                <a:schemeClr val="lt1"/>
              </a:buClr>
              <a:buSzPts val="1800"/>
              <a:buChar char="–"/>
              <a:defRPr/>
            </a:lvl7pPr>
            <a:lvl8pPr marL="4876678" lvl="7" indent="-457189" algn="l">
              <a:lnSpc>
                <a:spcPct val="95000"/>
              </a:lnSpc>
              <a:spcBef>
                <a:spcPts val="500"/>
              </a:spcBef>
              <a:spcAft>
                <a:spcPts val="0"/>
              </a:spcAft>
              <a:buClr>
                <a:schemeClr val="lt1"/>
              </a:buClr>
              <a:buSzPts val="1800"/>
              <a:buChar char="–"/>
              <a:defRPr/>
            </a:lvl8pPr>
            <a:lvl9pPr marL="5486263" lvl="8" indent="-457189" algn="l">
              <a:lnSpc>
                <a:spcPct val="95000"/>
              </a:lnSpc>
              <a:spcBef>
                <a:spcPts val="500"/>
              </a:spcBef>
              <a:spcAft>
                <a:spcPts val="0"/>
              </a:spcAft>
              <a:buClr>
                <a:schemeClr val="lt1"/>
              </a:buClr>
              <a:buSzPts val="1800"/>
              <a:buChar char="–"/>
              <a:defRPr/>
            </a:lvl9pPr>
          </a:lstStyle>
          <a:p>
            <a:endParaRPr/>
          </a:p>
        </p:txBody>
      </p:sp>
      <p:sp>
        <p:nvSpPr>
          <p:cNvPr id="70" name="Google Shape;70;p5"/>
          <p:cNvSpPr txBox="1">
            <a:spLocks noGrp="1"/>
          </p:cNvSpPr>
          <p:nvPr>
            <p:ph type="body" idx="4"/>
          </p:nvPr>
        </p:nvSpPr>
        <p:spPr>
          <a:xfrm>
            <a:off x="547688" y="5495115"/>
            <a:ext cx="1335568" cy="138499"/>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609585" lvl="0" indent="-304792" algn="l">
              <a:lnSpc>
                <a:spcPct val="100000"/>
              </a:lnSpc>
              <a:spcBef>
                <a:spcPts val="0"/>
              </a:spcBef>
              <a:spcAft>
                <a:spcPts val="0"/>
              </a:spcAft>
              <a:buClr>
                <a:schemeClr val="dk1"/>
              </a:buClr>
              <a:buSzPts val="675"/>
              <a:buNone/>
              <a:defRPr sz="900" b="0">
                <a:solidFill>
                  <a:schemeClr val="dk1"/>
                </a:solidFill>
                <a:latin typeface="Arial"/>
                <a:ea typeface="Arial"/>
                <a:cs typeface="Arial"/>
                <a:sym typeface="Arial"/>
              </a:defRPr>
            </a:lvl1pPr>
            <a:lvl2pPr marL="1219170" lvl="1" indent="-304792" algn="l">
              <a:lnSpc>
                <a:spcPct val="95000"/>
              </a:lnSpc>
              <a:spcBef>
                <a:spcPts val="500"/>
              </a:spcBef>
              <a:spcAft>
                <a:spcPts val="0"/>
              </a:spcAft>
              <a:buClr>
                <a:schemeClr val="lt1"/>
              </a:buClr>
              <a:buSzPts val="750"/>
              <a:buNone/>
              <a:defRPr sz="1000">
                <a:latin typeface="Arial"/>
                <a:ea typeface="Arial"/>
                <a:cs typeface="Arial"/>
                <a:sym typeface="Arial"/>
              </a:defRPr>
            </a:lvl2pPr>
            <a:lvl3pPr marL="1828754" lvl="2" indent="-304792" algn="l">
              <a:lnSpc>
                <a:spcPct val="95000"/>
              </a:lnSpc>
              <a:spcBef>
                <a:spcPts val="500"/>
              </a:spcBef>
              <a:spcAft>
                <a:spcPts val="0"/>
              </a:spcAft>
              <a:buClr>
                <a:schemeClr val="lt1"/>
              </a:buClr>
              <a:buSzPts val="750"/>
              <a:buNone/>
              <a:defRPr sz="1000">
                <a:latin typeface="Arial"/>
                <a:ea typeface="Arial"/>
                <a:cs typeface="Arial"/>
                <a:sym typeface="Arial"/>
              </a:defRPr>
            </a:lvl3pPr>
            <a:lvl4pPr marL="2438339" lvl="3" indent="-304792" algn="l">
              <a:lnSpc>
                <a:spcPct val="95000"/>
              </a:lnSpc>
              <a:spcBef>
                <a:spcPts val="500"/>
              </a:spcBef>
              <a:spcAft>
                <a:spcPts val="0"/>
              </a:spcAft>
              <a:buClr>
                <a:schemeClr val="lt1"/>
              </a:buClr>
              <a:buSzPts val="750"/>
              <a:buNone/>
              <a:defRPr sz="1000">
                <a:latin typeface="Arial"/>
                <a:ea typeface="Arial"/>
                <a:cs typeface="Arial"/>
                <a:sym typeface="Arial"/>
              </a:defRPr>
            </a:lvl4pPr>
            <a:lvl5pPr marL="3047924" lvl="4" indent="-304792" algn="l">
              <a:lnSpc>
                <a:spcPct val="95000"/>
              </a:lnSpc>
              <a:spcBef>
                <a:spcPts val="500"/>
              </a:spcBef>
              <a:spcAft>
                <a:spcPts val="0"/>
              </a:spcAft>
              <a:buClr>
                <a:schemeClr val="lt1"/>
              </a:buClr>
              <a:buSzPts val="750"/>
              <a:buNone/>
              <a:defRPr sz="1000">
                <a:latin typeface="Arial"/>
                <a:ea typeface="Arial"/>
                <a:cs typeface="Arial"/>
                <a:sym typeface="Arial"/>
              </a:defRPr>
            </a:lvl5pPr>
            <a:lvl6pPr marL="3657509" lvl="5" indent="-457189" algn="l">
              <a:lnSpc>
                <a:spcPct val="95000"/>
              </a:lnSpc>
              <a:spcBef>
                <a:spcPts val="500"/>
              </a:spcBef>
              <a:spcAft>
                <a:spcPts val="0"/>
              </a:spcAft>
              <a:buClr>
                <a:schemeClr val="lt1"/>
              </a:buClr>
              <a:buSzPts val="1800"/>
              <a:buChar char="–"/>
              <a:defRPr/>
            </a:lvl6pPr>
            <a:lvl7pPr marL="4267093" lvl="6" indent="-457189" algn="l">
              <a:lnSpc>
                <a:spcPct val="95000"/>
              </a:lnSpc>
              <a:spcBef>
                <a:spcPts val="500"/>
              </a:spcBef>
              <a:spcAft>
                <a:spcPts val="0"/>
              </a:spcAft>
              <a:buClr>
                <a:schemeClr val="lt1"/>
              </a:buClr>
              <a:buSzPts val="1800"/>
              <a:buChar char="–"/>
              <a:defRPr/>
            </a:lvl7pPr>
            <a:lvl8pPr marL="4876678" lvl="7" indent="-457189" algn="l">
              <a:lnSpc>
                <a:spcPct val="95000"/>
              </a:lnSpc>
              <a:spcBef>
                <a:spcPts val="500"/>
              </a:spcBef>
              <a:spcAft>
                <a:spcPts val="0"/>
              </a:spcAft>
              <a:buClr>
                <a:schemeClr val="lt1"/>
              </a:buClr>
              <a:buSzPts val="1800"/>
              <a:buChar char="–"/>
              <a:defRPr/>
            </a:lvl8pPr>
            <a:lvl9pPr marL="5486263" lvl="8" indent="-457189" algn="l">
              <a:lnSpc>
                <a:spcPct val="95000"/>
              </a:lnSpc>
              <a:spcBef>
                <a:spcPts val="500"/>
              </a:spcBef>
              <a:spcAft>
                <a:spcPts val="0"/>
              </a:spcAft>
              <a:buClr>
                <a:schemeClr val="lt1"/>
              </a:buClr>
              <a:buSzPts val="1800"/>
              <a:buChar char="–"/>
              <a:defRPr/>
            </a:lvl9pPr>
          </a:lstStyle>
          <a:p>
            <a:endParaRPr/>
          </a:p>
        </p:txBody>
      </p:sp>
      <p:sp>
        <p:nvSpPr>
          <p:cNvPr id="71" name="Google Shape;71;p5"/>
          <p:cNvSpPr txBox="1">
            <a:spLocks noGrp="1"/>
          </p:cNvSpPr>
          <p:nvPr>
            <p:ph type="body" idx="5"/>
          </p:nvPr>
        </p:nvSpPr>
        <p:spPr>
          <a:xfrm>
            <a:off x="547688" y="5675907"/>
            <a:ext cx="1335568" cy="138499"/>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609585" lvl="0" indent="-304792" algn="l">
              <a:lnSpc>
                <a:spcPct val="100000"/>
              </a:lnSpc>
              <a:spcBef>
                <a:spcPts val="0"/>
              </a:spcBef>
              <a:spcAft>
                <a:spcPts val="0"/>
              </a:spcAft>
              <a:buClr>
                <a:schemeClr val="dk1"/>
              </a:buClr>
              <a:buSzPts val="675"/>
              <a:buNone/>
              <a:defRPr sz="900" b="0">
                <a:solidFill>
                  <a:schemeClr val="dk1"/>
                </a:solidFill>
                <a:latin typeface="Arial"/>
                <a:ea typeface="Arial"/>
                <a:cs typeface="Arial"/>
                <a:sym typeface="Arial"/>
              </a:defRPr>
            </a:lvl1pPr>
            <a:lvl2pPr marL="1219170" lvl="1" indent="-304792" algn="l">
              <a:lnSpc>
                <a:spcPct val="95000"/>
              </a:lnSpc>
              <a:spcBef>
                <a:spcPts val="500"/>
              </a:spcBef>
              <a:spcAft>
                <a:spcPts val="0"/>
              </a:spcAft>
              <a:buClr>
                <a:schemeClr val="lt1"/>
              </a:buClr>
              <a:buSzPts val="750"/>
              <a:buNone/>
              <a:defRPr sz="1000">
                <a:latin typeface="Arial"/>
                <a:ea typeface="Arial"/>
                <a:cs typeface="Arial"/>
                <a:sym typeface="Arial"/>
              </a:defRPr>
            </a:lvl2pPr>
            <a:lvl3pPr marL="1828754" lvl="2" indent="-304792" algn="l">
              <a:lnSpc>
                <a:spcPct val="95000"/>
              </a:lnSpc>
              <a:spcBef>
                <a:spcPts val="500"/>
              </a:spcBef>
              <a:spcAft>
                <a:spcPts val="0"/>
              </a:spcAft>
              <a:buClr>
                <a:schemeClr val="lt1"/>
              </a:buClr>
              <a:buSzPts val="750"/>
              <a:buNone/>
              <a:defRPr sz="1000">
                <a:latin typeface="Arial"/>
                <a:ea typeface="Arial"/>
                <a:cs typeface="Arial"/>
                <a:sym typeface="Arial"/>
              </a:defRPr>
            </a:lvl3pPr>
            <a:lvl4pPr marL="2438339" lvl="3" indent="-304792" algn="l">
              <a:lnSpc>
                <a:spcPct val="95000"/>
              </a:lnSpc>
              <a:spcBef>
                <a:spcPts val="500"/>
              </a:spcBef>
              <a:spcAft>
                <a:spcPts val="0"/>
              </a:spcAft>
              <a:buClr>
                <a:schemeClr val="lt1"/>
              </a:buClr>
              <a:buSzPts val="750"/>
              <a:buNone/>
              <a:defRPr sz="1000">
                <a:latin typeface="Arial"/>
                <a:ea typeface="Arial"/>
                <a:cs typeface="Arial"/>
                <a:sym typeface="Arial"/>
              </a:defRPr>
            </a:lvl4pPr>
            <a:lvl5pPr marL="3047924" lvl="4" indent="-304792" algn="l">
              <a:lnSpc>
                <a:spcPct val="95000"/>
              </a:lnSpc>
              <a:spcBef>
                <a:spcPts val="500"/>
              </a:spcBef>
              <a:spcAft>
                <a:spcPts val="0"/>
              </a:spcAft>
              <a:buClr>
                <a:schemeClr val="lt1"/>
              </a:buClr>
              <a:buSzPts val="750"/>
              <a:buNone/>
              <a:defRPr sz="1000">
                <a:latin typeface="Arial"/>
                <a:ea typeface="Arial"/>
                <a:cs typeface="Arial"/>
                <a:sym typeface="Arial"/>
              </a:defRPr>
            </a:lvl5pPr>
            <a:lvl6pPr marL="3657509" lvl="5" indent="-457189" algn="l">
              <a:lnSpc>
                <a:spcPct val="95000"/>
              </a:lnSpc>
              <a:spcBef>
                <a:spcPts val="500"/>
              </a:spcBef>
              <a:spcAft>
                <a:spcPts val="0"/>
              </a:spcAft>
              <a:buClr>
                <a:schemeClr val="lt1"/>
              </a:buClr>
              <a:buSzPts val="1800"/>
              <a:buChar char="–"/>
              <a:defRPr/>
            </a:lvl6pPr>
            <a:lvl7pPr marL="4267093" lvl="6" indent="-457189" algn="l">
              <a:lnSpc>
                <a:spcPct val="95000"/>
              </a:lnSpc>
              <a:spcBef>
                <a:spcPts val="500"/>
              </a:spcBef>
              <a:spcAft>
                <a:spcPts val="0"/>
              </a:spcAft>
              <a:buClr>
                <a:schemeClr val="lt1"/>
              </a:buClr>
              <a:buSzPts val="1800"/>
              <a:buChar char="–"/>
              <a:defRPr/>
            </a:lvl7pPr>
            <a:lvl8pPr marL="4876678" lvl="7" indent="-457189" algn="l">
              <a:lnSpc>
                <a:spcPct val="95000"/>
              </a:lnSpc>
              <a:spcBef>
                <a:spcPts val="500"/>
              </a:spcBef>
              <a:spcAft>
                <a:spcPts val="0"/>
              </a:spcAft>
              <a:buClr>
                <a:schemeClr val="lt1"/>
              </a:buClr>
              <a:buSzPts val="1800"/>
              <a:buChar char="–"/>
              <a:defRPr/>
            </a:lvl8pPr>
            <a:lvl9pPr marL="5486263" lvl="8" indent="-457189" algn="l">
              <a:lnSpc>
                <a:spcPct val="95000"/>
              </a:lnSpc>
              <a:spcBef>
                <a:spcPts val="500"/>
              </a:spcBef>
              <a:spcAft>
                <a:spcPts val="0"/>
              </a:spcAft>
              <a:buClr>
                <a:schemeClr val="lt1"/>
              </a:buClr>
              <a:buSzPts val="1800"/>
              <a:buChar char="–"/>
              <a:defRPr/>
            </a:lvl9pPr>
          </a:lstStyle>
          <a:p>
            <a:endParaRPr/>
          </a:p>
        </p:txBody>
      </p:sp>
      <p:sp>
        <p:nvSpPr>
          <p:cNvPr id="72" name="Google Shape;72;p5"/>
          <p:cNvSpPr txBox="1">
            <a:spLocks noGrp="1"/>
          </p:cNvSpPr>
          <p:nvPr>
            <p:ph type="body" idx="6"/>
          </p:nvPr>
        </p:nvSpPr>
        <p:spPr>
          <a:xfrm>
            <a:off x="1981201" y="5133531"/>
            <a:ext cx="3124935" cy="138499"/>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609585" lvl="0" indent="-304792" algn="l">
              <a:lnSpc>
                <a:spcPct val="100000"/>
              </a:lnSpc>
              <a:spcBef>
                <a:spcPts val="0"/>
              </a:spcBef>
              <a:spcAft>
                <a:spcPts val="0"/>
              </a:spcAft>
              <a:buClr>
                <a:schemeClr val="dk1"/>
              </a:buClr>
              <a:buSzPts val="675"/>
              <a:buNone/>
              <a:defRPr sz="900" b="0">
                <a:solidFill>
                  <a:schemeClr val="dk1"/>
                </a:solidFill>
                <a:latin typeface="Arial"/>
                <a:ea typeface="Arial"/>
                <a:cs typeface="Arial"/>
                <a:sym typeface="Arial"/>
              </a:defRPr>
            </a:lvl1pPr>
            <a:lvl2pPr marL="1219170" lvl="1" indent="-304792" algn="l">
              <a:lnSpc>
                <a:spcPct val="95000"/>
              </a:lnSpc>
              <a:spcBef>
                <a:spcPts val="500"/>
              </a:spcBef>
              <a:spcAft>
                <a:spcPts val="0"/>
              </a:spcAft>
              <a:buClr>
                <a:schemeClr val="lt1"/>
              </a:buClr>
              <a:buSzPts val="750"/>
              <a:buNone/>
              <a:defRPr sz="1000">
                <a:latin typeface="Arial"/>
                <a:ea typeface="Arial"/>
                <a:cs typeface="Arial"/>
                <a:sym typeface="Arial"/>
              </a:defRPr>
            </a:lvl2pPr>
            <a:lvl3pPr marL="1828754" lvl="2" indent="-304792" algn="l">
              <a:lnSpc>
                <a:spcPct val="95000"/>
              </a:lnSpc>
              <a:spcBef>
                <a:spcPts val="500"/>
              </a:spcBef>
              <a:spcAft>
                <a:spcPts val="0"/>
              </a:spcAft>
              <a:buClr>
                <a:schemeClr val="lt1"/>
              </a:buClr>
              <a:buSzPts val="750"/>
              <a:buNone/>
              <a:defRPr sz="1000">
                <a:latin typeface="Arial"/>
                <a:ea typeface="Arial"/>
                <a:cs typeface="Arial"/>
                <a:sym typeface="Arial"/>
              </a:defRPr>
            </a:lvl3pPr>
            <a:lvl4pPr marL="2438339" lvl="3" indent="-304792" algn="l">
              <a:lnSpc>
                <a:spcPct val="95000"/>
              </a:lnSpc>
              <a:spcBef>
                <a:spcPts val="500"/>
              </a:spcBef>
              <a:spcAft>
                <a:spcPts val="0"/>
              </a:spcAft>
              <a:buClr>
                <a:schemeClr val="lt1"/>
              </a:buClr>
              <a:buSzPts val="750"/>
              <a:buNone/>
              <a:defRPr sz="1000">
                <a:latin typeface="Arial"/>
                <a:ea typeface="Arial"/>
                <a:cs typeface="Arial"/>
                <a:sym typeface="Arial"/>
              </a:defRPr>
            </a:lvl4pPr>
            <a:lvl5pPr marL="3047924" lvl="4" indent="-304792" algn="l">
              <a:lnSpc>
                <a:spcPct val="95000"/>
              </a:lnSpc>
              <a:spcBef>
                <a:spcPts val="500"/>
              </a:spcBef>
              <a:spcAft>
                <a:spcPts val="0"/>
              </a:spcAft>
              <a:buClr>
                <a:schemeClr val="lt1"/>
              </a:buClr>
              <a:buSzPts val="750"/>
              <a:buNone/>
              <a:defRPr sz="1000">
                <a:latin typeface="Arial"/>
                <a:ea typeface="Arial"/>
                <a:cs typeface="Arial"/>
                <a:sym typeface="Arial"/>
              </a:defRPr>
            </a:lvl5pPr>
            <a:lvl6pPr marL="3657509" lvl="5" indent="-457189" algn="l">
              <a:lnSpc>
                <a:spcPct val="95000"/>
              </a:lnSpc>
              <a:spcBef>
                <a:spcPts val="500"/>
              </a:spcBef>
              <a:spcAft>
                <a:spcPts val="0"/>
              </a:spcAft>
              <a:buClr>
                <a:schemeClr val="lt1"/>
              </a:buClr>
              <a:buSzPts val="1800"/>
              <a:buChar char="–"/>
              <a:defRPr/>
            </a:lvl6pPr>
            <a:lvl7pPr marL="4267093" lvl="6" indent="-457189" algn="l">
              <a:lnSpc>
                <a:spcPct val="95000"/>
              </a:lnSpc>
              <a:spcBef>
                <a:spcPts val="500"/>
              </a:spcBef>
              <a:spcAft>
                <a:spcPts val="0"/>
              </a:spcAft>
              <a:buClr>
                <a:schemeClr val="lt1"/>
              </a:buClr>
              <a:buSzPts val="1800"/>
              <a:buChar char="–"/>
              <a:defRPr/>
            </a:lvl7pPr>
            <a:lvl8pPr marL="4876678" lvl="7" indent="-457189" algn="l">
              <a:lnSpc>
                <a:spcPct val="95000"/>
              </a:lnSpc>
              <a:spcBef>
                <a:spcPts val="500"/>
              </a:spcBef>
              <a:spcAft>
                <a:spcPts val="0"/>
              </a:spcAft>
              <a:buClr>
                <a:schemeClr val="lt1"/>
              </a:buClr>
              <a:buSzPts val="1800"/>
              <a:buChar char="–"/>
              <a:defRPr/>
            </a:lvl8pPr>
            <a:lvl9pPr marL="5486263" lvl="8" indent="-457189" algn="l">
              <a:lnSpc>
                <a:spcPct val="95000"/>
              </a:lnSpc>
              <a:spcBef>
                <a:spcPts val="500"/>
              </a:spcBef>
              <a:spcAft>
                <a:spcPts val="0"/>
              </a:spcAft>
              <a:buClr>
                <a:schemeClr val="lt1"/>
              </a:buClr>
              <a:buSzPts val="1800"/>
              <a:buChar char="–"/>
              <a:defRPr/>
            </a:lvl9pPr>
          </a:lstStyle>
          <a:p>
            <a:endParaRPr/>
          </a:p>
        </p:txBody>
      </p:sp>
      <p:sp>
        <p:nvSpPr>
          <p:cNvPr id="73" name="Google Shape;73;p5"/>
          <p:cNvSpPr txBox="1">
            <a:spLocks noGrp="1"/>
          </p:cNvSpPr>
          <p:nvPr>
            <p:ph type="body" idx="7"/>
          </p:nvPr>
        </p:nvSpPr>
        <p:spPr>
          <a:xfrm>
            <a:off x="1981201" y="4952739"/>
            <a:ext cx="3124935" cy="138499"/>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609585" lvl="0" indent="-304792" algn="l">
              <a:lnSpc>
                <a:spcPct val="100000"/>
              </a:lnSpc>
              <a:spcBef>
                <a:spcPts val="0"/>
              </a:spcBef>
              <a:spcAft>
                <a:spcPts val="0"/>
              </a:spcAft>
              <a:buClr>
                <a:schemeClr val="dk1"/>
              </a:buClr>
              <a:buSzPts val="675"/>
              <a:buNone/>
              <a:defRPr sz="900" b="0">
                <a:solidFill>
                  <a:schemeClr val="dk1"/>
                </a:solidFill>
                <a:latin typeface="Arial"/>
                <a:ea typeface="Arial"/>
                <a:cs typeface="Arial"/>
                <a:sym typeface="Arial"/>
              </a:defRPr>
            </a:lvl1pPr>
            <a:lvl2pPr marL="1219170" lvl="1" indent="-304792" algn="l">
              <a:lnSpc>
                <a:spcPct val="95000"/>
              </a:lnSpc>
              <a:spcBef>
                <a:spcPts val="500"/>
              </a:spcBef>
              <a:spcAft>
                <a:spcPts val="0"/>
              </a:spcAft>
              <a:buClr>
                <a:schemeClr val="lt1"/>
              </a:buClr>
              <a:buSzPts val="750"/>
              <a:buNone/>
              <a:defRPr sz="1000">
                <a:latin typeface="Arial"/>
                <a:ea typeface="Arial"/>
                <a:cs typeface="Arial"/>
                <a:sym typeface="Arial"/>
              </a:defRPr>
            </a:lvl2pPr>
            <a:lvl3pPr marL="1828754" lvl="2" indent="-304792" algn="l">
              <a:lnSpc>
                <a:spcPct val="95000"/>
              </a:lnSpc>
              <a:spcBef>
                <a:spcPts val="500"/>
              </a:spcBef>
              <a:spcAft>
                <a:spcPts val="0"/>
              </a:spcAft>
              <a:buClr>
                <a:schemeClr val="lt1"/>
              </a:buClr>
              <a:buSzPts val="750"/>
              <a:buNone/>
              <a:defRPr sz="1000">
                <a:latin typeface="Arial"/>
                <a:ea typeface="Arial"/>
                <a:cs typeface="Arial"/>
                <a:sym typeface="Arial"/>
              </a:defRPr>
            </a:lvl3pPr>
            <a:lvl4pPr marL="2438339" lvl="3" indent="-304792" algn="l">
              <a:lnSpc>
                <a:spcPct val="95000"/>
              </a:lnSpc>
              <a:spcBef>
                <a:spcPts val="500"/>
              </a:spcBef>
              <a:spcAft>
                <a:spcPts val="0"/>
              </a:spcAft>
              <a:buClr>
                <a:schemeClr val="lt1"/>
              </a:buClr>
              <a:buSzPts val="750"/>
              <a:buNone/>
              <a:defRPr sz="1000">
                <a:latin typeface="Arial"/>
                <a:ea typeface="Arial"/>
                <a:cs typeface="Arial"/>
                <a:sym typeface="Arial"/>
              </a:defRPr>
            </a:lvl4pPr>
            <a:lvl5pPr marL="3047924" lvl="4" indent="-304792" algn="l">
              <a:lnSpc>
                <a:spcPct val="95000"/>
              </a:lnSpc>
              <a:spcBef>
                <a:spcPts val="500"/>
              </a:spcBef>
              <a:spcAft>
                <a:spcPts val="0"/>
              </a:spcAft>
              <a:buClr>
                <a:schemeClr val="lt1"/>
              </a:buClr>
              <a:buSzPts val="750"/>
              <a:buNone/>
              <a:defRPr sz="1000">
                <a:latin typeface="Arial"/>
                <a:ea typeface="Arial"/>
                <a:cs typeface="Arial"/>
                <a:sym typeface="Arial"/>
              </a:defRPr>
            </a:lvl5pPr>
            <a:lvl6pPr marL="3657509" lvl="5" indent="-457189" algn="l">
              <a:lnSpc>
                <a:spcPct val="95000"/>
              </a:lnSpc>
              <a:spcBef>
                <a:spcPts val="500"/>
              </a:spcBef>
              <a:spcAft>
                <a:spcPts val="0"/>
              </a:spcAft>
              <a:buClr>
                <a:schemeClr val="lt1"/>
              </a:buClr>
              <a:buSzPts val="1800"/>
              <a:buChar char="–"/>
              <a:defRPr/>
            </a:lvl6pPr>
            <a:lvl7pPr marL="4267093" lvl="6" indent="-457189" algn="l">
              <a:lnSpc>
                <a:spcPct val="95000"/>
              </a:lnSpc>
              <a:spcBef>
                <a:spcPts val="500"/>
              </a:spcBef>
              <a:spcAft>
                <a:spcPts val="0"/>
              </a:spcAft>
              <a:buClr>
                <a:schemeClr val="lt1"/>
              </a:buClr>
              <a:buSzPts val="1800"/>
              <a:buChar char="–"/>
              <a:defRPr/>
            </a:lvl7pPr>
            <a:lvl8pPr marL="4876678" lvl="7" indent="-457189" algn="l">
              <a:lnSpc>
                <a:spcPct val="95000"/>
              </a:lnSpc>
              <a:spcBef>
                <a:spcPts val="500"/>
              </a:spcBef>
              <a:spcAft>
                <a:spcPts val="0"/>
              </a:spcAft>
              <a:buClr>
                <a:schemeClr val="lt1"/>
              </a:buClr>
              <a:buSzPts val="1800"/>
              <a:buChar char="–"/>
              <a:defRPr/>
            </a:lvl8pPr>
            <a:lvl9pPr marL="5486263" lvl="8" indent="-457189" algn="l">
              <a:lnSpc>
                <a:spcPct val="95000"/>
              </a:lnSpc>
              <a:spcBef>
                <a:spcPts val="500"/>
              </a:spcBef>
              <a:spcAft>
                <a:spcPts val="0"/>
              </a:spcAft>
              <a:buClr>
                <a:schemeClr val="lt1"/>
              </a:buClr>
              <a:buSzPts val="1800"/>
              <a:buChar char="–"/>
              <a:defRPr/>
            </a:lvl9pPr>
          </a:lstStyle>
          <a:p>
            <a:endParaRPr/>
          </a:p>
        </p:txBody>
      </p:sp>
      <p:sp>
        <p:nvSpPr>
          <p:cNvPr id="74" name="Google Shape;74;p5"/>
          <p:cNvSpPr txBox="1">
            <a:spLocks noGrp="1"/>
          </p:cNvSpPr>
          <p:nvPr>
            <p:ph type="body" idx="8"/>
          </p:nvPr>
        </p:nvSpPr>
        <p:spPr>
          <a:xfrm>
            <a:off x="1981201" y="5314323"/>
            <a:ext cx="3124935" cy="138499"/>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609585" lvl="0" indent="-304792" algn="l">
              <a:lnSpc>
                <a:spcPct val="100000"/>
              </a:lnSpc>
              <a:spcBef>
                <a:spcPts val="0"/>
              </a:spcBef>
              <a:spcAft>
                <a:spcPts val="0"/>
              </a:spcAft>
              <a:buClr>
                <a:schemeClr val="dk1"/>
              </a:buClr>
              <a:buSzPts val="675"/>
              <a:buNone/>
              <a:defRPr sz="900" b="0">
                <a:solidFill>
                  <a:schemeClr val="dk1"/>
                </a:solidFill>
                <a:latin typeface="Arial"/>
                <a:ea typeface="Arial"/>
                <a:cs typeface="Arial"/>
                <a:sym typeface="Arial"/>
              </a:defRPr>
            </a:lvl1pPr>
            <a:lvl2pPr marL="1219170" lvl="1" indent="-304792" algn="l">
              <a:lnSpc>
                <a:spcPct val="95000"/>
              </a:lnSpc>
              <a:spcBef>
                <a:spcPts val="500"/>
              </a:spcBef>
              <a:spcAft>
                <a:spcPts val="0"/>
              </a:spcAft>
              <a:buClr>
                <a:schemeClr val="lt1"/>
              </a:buClr>
              <a:buSzPts val="750"/>
              <a:buNone/>
              <a:defRPr sz="1000">
                <a:latin typeface="Arial"/>
                <a:ea typeface="Arial"/>
                <a:cs typeface="Arial"/>
                <a:sym typeface="Arial"/>
              </a:defRPr>
            </a:lvl2pPr>
            <a:lvl3pPr marL="1828754" lvl="2" indent="-304792" algn="l">
              <a:lnSpc>
                <a:spcPct val="95000"/>
              </a:lnSpc>
              <a:spcBef>
                <a:spcPts val="500"/>
              </a:spcBef>
              <a:spcAft>
                <a:spcPts val="0"/>
              </a:spcAft>
              <a:buClr>
                <a:schemeClr val="lt1"/>
              </a:buClr>
              <a:buSzPts val="750"/>
              <a:buNone/>
              <a:defRPr sz="1000">
                <a:latin typeface="Arial"/>
                <a:ea typeface="Arial"/>
                <a:cs typeface="Arial"/>
                <a:sym typeface="Arial"/>
              </a:defRPr>
            </a:lvl3pPr>
            <a:lvl4pPr marL="2438339" lvl="3" indent="-304792" algn="l">
              <a:lnSpc>
                <a:spcPct val="95000"/>
              </a:lnSpc>
              <a:spcBef>
                <a:spcPts val="500"/>
              </a:spcBef>
              <a:spcAft>
                <a:spcPts val="0"/>
              </a:spcAft>
              <a:buClr>
                <a:schemeClr val="lt1"/>
              </a:buClr>
              <a:buSzPts val="750"/>
              <a:buNone/>
              <a:defRPr sz="1000">
                <a:latin typeface="Arial"/>
                <a:ea typeface="Arial"/>
                <a:cs typeface="Arial"/>
                <a:sym typeface="Arial"/>
              </a:defRPr>
            </a:lvl4pPr>
            <a:lvl5pPr marL="3047924" lvl="4" indent="-304792" algn="l">
              <a:lnSpc>
                <a:spcPct val="95000"/>
              </a:lnSpc>
              <a:spcBef>
                <a:spcPts val="500"/>
              </a:spcBef>
              <a:spcAft>
                <a:spcPts val="0"/>
              </a:spcAft>
              <a:buClr>
                <a:schemeClr val="lt1"/>
              </a:buClr>
              <a:buSzPts val="750"/>
              <a:buNone/>
              <a:defRPr sz="1000">
                <a:latin typeface="Arial"/>
                <a:ea typeface="Arial"/>
                <a:cs typeface="Arial"/>
                <a:sym typeface="Arial"/>
              </a:defRPr>
            </a:lvl5pPr>
            <a:lvl6pPr marL="3657509" lvl="5" indent="-457189" algn="l">
              <a:lnSpc>
                <a:spcPct val="95000"/>
              </a:lnSpc>
              <a:spcBef>
                <a:spcPts val="500"/>
              </a:spcBef>
              <a:spcAft>
                <a:spcPts val="0"/>
              </a:spcAft>
              <a:buClr>
                <a:schemeClr val="lt1"/>
              </a:buClr>
              <a:buSzPts val="1800"/>
              <a:buChar char="–"/>
              <a:defRPr/>
            </a:lvl6pPr>
            <a:lvl7pPr marL="4267093" lvl="6" indent="-457189" algn="l">
              <a:lnSpc>
                <a:spcPct val="95000"/>
              </a:lnSpc>
              <a:spcBef>
                <a:spcPts val="500"/>
              </a:spcBef>
              <a:spcAft>
                <a:spcPts val="0"/>
              </a:spcAft>
              <a:buClr>
                <a:schemeClr val="lt1"/>
              </a:buClr>
              <a:buSzPts val="1800"/>
              <a:buChar char="–"/>
              <a:defRPr/>
            </a:lvl7pPr>
            <a:lvl8pPr marL="4876678" lvl="7" indent="-457189" algn="l">
              <a:lnSpc>
                <a:spcPct val="95000"/>
              </a:lnSpc>
              <a:spcBef>
                <a:spcPts val="500"/>
              </a:spcBef>
              <a:spcAft>
                <a:spcPts val="0"/>
              </a:spcAft>
              <a:buClr>
                <a:schemeClr val="lt1"/>
              </a:buClr>
              <a:buSzPts val="1800"/>
              <a:buChar char="–"/>
              <a:defRPr/>
            </a:lvl8pPr>
            <a:lvl9pPr marL="5486263" lvl="8" indent="-457189" algn="l">
              <a:lnSpc>
                <a:spcPct val="95000"/>
              </a:lnSpc>
              <a:spcBef>
                <a:spcPts val="500"/>
              </a:spcBef>
              <a:spcAft>
                <a:spcPts val="0"/>
              </a:spcAft>
              <a:buClr>
                <a:schemeClr val="lt1"/>
              </a:buClr>
              <a:buSzPts val="1800"/>
              <a:buChar char="–"/>
              <a:defRPr/>
            </a:lvl9pPr>
          </a:lstStyle>
          <a:p>
            <a:endParaRPr/>
          </a:p>
        </p:txBody>
      </p:sp>
      <p:sp>
        <p:nvSpPr>
          <p:cNvPr id="75" name="Google Shape;75;p5"/>
          <p:cNvSpPr txBox="1">
            <a:spLocks noGrp="1"/>
          </p:cNvSpPr>
          <p:nvPr>
            <p:ph type="body" idx="9"/>
          </p:nvPr>
        </p:nvSpPr>
        <p:spPr>
          <a:xfrm>
            <a:off x="1981201" y="5495115"/>
            <a:ext cx="3124935" cy="138499"/>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609585" lvl="0" indent="-304792" algn="l">
              <a:lnSpc>
                <a:spcPct val="100000"/>
              </a:lnSpc>
              <a:spcBef>
                <a:spcPts val="0"/>
              </a:spcBef>
              <a:spcAft>
                <a:spcPts val="0"/>
              </a:spcAft>
              <a:buClr>
                <a:schemeClr val="dk1"/>
              </a:buClr>
              <a:buSzPts val="675"/>
              <a:buNone/>
              <a:defRPr sz="900" b="0">
                <a:solidFill>
                  <a:schemeClr val="dk1"/>
                </a:solidFill>
                <a:latin typeface="Arial"/>
                <a:ea typeface="Arial"/>
                <a:cs typeface="Arial"/>
                <a:sym typeface="Arial"/>
              </a:defRPr>
            </a:lvl1pPr>
            <a:lvl2pPr marL="1219170" lvl="1" indent="-304792" algn="l">
              <a:lnSpc>
                <a:spcPct val="95000"/>
              </a:lnSpc>
              <a:spcBef>
                <a:spcPts val="500"/>
              </a:spcBef>
              <a:spcAft>
                <a:spcPts val="0"/>
              </a:spcAft>
              <a:buClr>
                <a:schemeClr val="lt1"/>
              </a:buClr>
              <a:buSzPts val="750"/>
              <a:buNone/>
              <a:defRPr sz="1000">
                <a:latin typeface="Arial"/>
                <a:ea typeface="Arial"/>
                <a:cs typeface="Arial"/>
                <a:sym typeface="Arial"/>
              </a:defRPr>
            </a:lvl2pPr>
            <a:lvl3pPr marL="1828754" lvl="2" indent="-304792" algn="l">
              <a:lnSpc>
                <a:spcPct val="95000"/>
              </a:lnSpc>
              <a:spcBef>
                <a:spcPts val="500"/>
              </a:spcBef>
              <a:spcAft>
                <a:spcPts val="0"/>
              </a:spcAft>
              <a:buClr>
                <a:schemeClr val="lt1"/>
              </a:buClr>
              <a:buSzPts val="750"/>
              <a:buNone/>
              <a:defRPr sz="1000">
                <a:latin typeface="Arial"/>
                <a:ea typeface="Arial"/>
                <a:cs typeface="Arial"/>
                <a:sym typeface="Arial"/>
              </a:defRPr>
            </a:lvl3pPr>
            <a:lvl4pPr marL="2438339" lvl="3" indent="-304792" algn="l">
              <a:lnSpc>
                <a:spcPct val="95000"/>
              </a:lnSpc>
              <a:spcBef>
                <a:spcPts val="500"/>
              </a:spcBef>
              <a:spcAft>
                <a:spcPts val="0"/>
              </a:spcAft>
              <a:buClr>
                <a:schemeClr val="lt1"/>
              </a:buClr>
              <a:buSzPts val="750"/>
              <a:buNone/>
              <a:defRPr sz="1000">
                <a:latin typeface="Arial"/>
                <a:ea typeface="Arial"/>
                <a:cs typeface="Arial"/>
                <a:sym typeface="Arial"/>
              </a:defRPr>
            </a:lvl4pPr>
            <a:lvl5pPr marL="3047924" lvl="4" indent="-304792" algn="l">
              <a:lnSpc>
                <a:spcPct val="95000"/>
              </a:lnSpc>
              <a:spcBef>
                <a:spcPts val="500"/>
              </a:spcBef>
              <a:spcAft>
                <a:spcPts val="0"/>
              </a:spcAft>
              <a:buClr>
                <a:schemeClr val="lt1"/>
              </a:buClr>
              <a:buSzPts val="750"/>
              <a:buNone/>
              <a:defRPr sz="1000">
                <a:latin typeface="Arial"/>
                <a:ea typeface="Arial"/>
                <a:cs typeface="Arial"/>
                <a:sym typeface="Arial"/>
              </a:defRPr>
            </a:lvl5pPr>
            <a:lvl6pPr marL="3657509" lvl="5" indent="-457189" algn="l">
              <a:lnSpc>
                <a:spcPct val="95000"/>
              </a:lnSpc>
              <a:spcBef>
                <a:spcPts val="500"/>
              </a:spcBef>
              <a:spcAft>
                <a:spcPts val="0"/>
              </a:spcAft>
              <a:buClr>
                <a:schemeClr val="lt1"/>
              </a:buClr>
              <a:buSzPts val="1800"/>
              <a:buChar char="–"/>
              <a:defRPr/>
            </a:lvl6pPr>
            <a:lvl7pPr marL="4267093" lvl="6" indent="-457189" algn="l">
              <a:lnSpc>
                <a:spcPct val="95000"/>
              </a:lnSpc>
              <a:spcBef>
                <a:spcPts val="500"/>
              </a:spcBef>
              <a:spcAft>
                <a:spcPts val="0"/>
              </a:spcAft>
              <a:buClr>
                <a:schemeClr val="lt1"/>
              </a:buClr>
              <a:buSzPts val="1800"/>
              <a:buChar char="–"/>
              <a:defRPr/>
            </a:lvl7pPr>
            <a:lvl8pPr marL="4876678" lvl="7" indent="-457189" algn="l">
              <a:lnSpc>
                <a:spcPct val="95000"/>
              </a:lnSpc>
              <a:spcBef>
                <a:spcPts val="500"/>
              </a:spcBef>
              <a:spcAft>
                <a:spcPts val="0"/>
              </a:spcAft>
              <a:buClr>
                <a:schemeClr val="lt1"/>
              </a:buClr>
              <a:buSzPts val="1800"/>
              <a:buChar char="–"/>
              <a:defRPr/>
            </a:lvl8pPr>
            <a:lvl9pPr marL="5486263" lvl="8" indent="-457189" algn="l">
              <a:lnSpc>
                <a:spcPct val="95000"/>
              </a:lnSpc>
              <a:spcBef>
                <a:spcPts val="500"/>
              </a:spcBef>
              <a:spcAft>
                <a:spcPts val="0"/>
              </a:spcAft>
              <a:buClr>
                <a:schemeClr val="lt1"/>
              </a:buClr>
              <a:buSzPts val="1800"/>
              <a:buChar char="–"/>
              <a:defRPr/>
            </a:lvl9pPr>
          </a:lstStyle>
          <a:p>
            <a:endParaRPr/>
          </a:p>
        </p:txBody>
      </p:sp>
      <p:sp>
        <p:nvSpPr>
          <p:cNvPr id="76" name="Google Shape;76;p5"/>
          <p:cNvSpPr txBox="1">
            <a:spLocks noGrp="1"/>
          </p:cNvSpPr>
          <p:nvPr>
            <p:ph type="body" idx="13"/>
          </p:nvPr>
        </p:nvSpPr>
        <p:spPr>
          <a:xfrm>
            <a:off x="1981201" y="5675907"/>
            <a:ext cx="3124935" cy="138499"/>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609585" lvl="0" indent="-304792" algn="l">
              <a:lnSpc>
                <a:spcPct val="100000"/>
              </a:lnSpc>
              <a:spcBef>
                <a:spcPts val="0"/>
              </a:spcBef>
              <a:spcAft>
                <a:spcPts val="0"/>
              </a:spcAft>
              <a:buClr>
                <a:schemeClr val="dk1"/>
              </a:buClr>
              <a:buSzPts val="675"/>
              <a:buNone/>
              <a:defRPr sz="900" b="0">
                <a:solidFill>
                  <a:schemeClr val="dk1"/>
                </a:solidFill>
                <a:latin typeface="Arial"/>
                <a:ea typeface="Arial"/>
                <a:cs typeface="Arial"/>
                <a:sym typeface="Arial"/>
              </a:defRPr>
            </a:lvl1pPr>
            <a:lvl2pPr marL="1219170" lvl="1" indent="-304792" algn="l">
              <a:lnSpc>
                <a:spcPct val="95000"/>
              </a:lnSpc>
              <a:spcBef>
                <a:spcPts val="500"/>
              </a:spcBef>
              <a:spcAft>
                <a:spcPts val="0"/>
              </a:spcAft>
              <a:buClr>
                <a:schemeClr val="lt1"/>
              </a:buClr>
              <a:buSzPts val="750"/>
              <a:buNone/>
              <a:defRPr sz="1000">
                <a:latin typeface="Arial"/>
                <a:ea typeface="Arial"/>
                <a:cs typeface="Arial"/>
                <a:sym typeface="Arial"/>
              </a:defRPr>
            </a:lvl2pPr>
            <a:lvl3pPr marL="1828754" lvl="2" indent="-304792" algn="l">
              <a:lnSpc>
                <a:spcPct val="95000"/>
              </a:lnSpc>
              <a:spcBef>
                <a:spcPts val="500"/>
              </a:spcBef>
              <a:spcAft>
                <a:spcPts val="0"/>
              </a:spcAft>
              <a:buClr>
                <a:schemeClr val="lt1"/>
              </a:buClr>
              <a:buSzPts val="750"/>
              <a:buNone/>
              <a:defRPr sz="1000">
                <a:latin typeface="Arial"/>
                <a:ea typeface="Arial"/>
                <a:cs typeface="Arial"/>
                <a:sym typeface="Arial"/>
              </a:defRPr>
            </a:lvl3pPr>
            <a:lvl4pPr marL="2438339" lvl="3" indent="-304792" algn="l">
              <a:lnSpc>
                <a:spcPct val="95000"/>
              </a:lnSpc>
              <a:spcBef>
                <a:spcPts val="500"/>
              </a:spcBef>
              <a:spcAft>
                <a:spcPts val="0"/>
              </a:spcAft>
              <a:buClr>
                <a:schemeClr val="lt1"/>
              </a:buClr>
              <a:buSzPts val="750"/>
              <a:buNone/>
              <a:defRPr sz="1000">
                <a:latin typeface="Arial"/>
                <a:ea typeface="Arial"/>
                <a:cs typeface="Arial"/>
                <a:sym typeface="Arial"/>
              </a:defRPr>
            </a:lvl4pPr>
            <a:lvl5pPr marL="3047924" lvl="4" indent="-304792" algn="l">
              <a:lnSpc>
                <a:spcPct val="95000"/>
              </a:lnSpc>
              <a:spcBef>
                <a:spcPts val="500"/>
              </a:spcBef>
              <a:spcAft>
                <a:spcPts val="0"/>
              </a:spcAft>
              <a:buClr>
                <a:schemeClr val="lt1"/>
              </a:buClr>
              <a:buSzPts val="750"/>
              <a:buNone/>
              <a:defRPr sz="1000">
                <a:latin typeface="Arial"/>
                <a:ea typeface="Arial"/>
                <a:cs typeface="Arial"/>
                <a:sym typeface="Arial"/>
              </a:defRPr>
            </a:lvl5pPr>
            <a:lvl6pPr marL="3657509" lvl="5" indent="-457189" algn="l">
              <a:lnSpc>
                <a:spcPct val="95000"/>
              </a:lnSpc>
              <a:spcBef>
                <a:spcPts val="500"/>
              </a:spcBef>
              <a:spcAft>
                <a:spcPts val="0"/>
              </a:spcAft>
              <a:buClr>
                <a:schemeClr val="lt1"/>
              </a:buClr>
              <a:buSzPts val="1800"/>
              <a:buChar char="–"/>
              <a:defRPr/>
            </a:lvl6pPr>
            <a:lvl7pPr marL="4267093" lvl="6" indent="-457189" algn="l">
              <a:lnSpc>
                <a:spcPct val="95000"/>
              </a:lnSpc>
              <a:spcBef>
                <a:spcPts val="500"/>
              </a:spcBef>
              <a:spcAft>
                <a:spcPts val="0"/>
              </a:spcAft>
              <a:buClr>
                <a:schemeClr val="lt1"/>
              </a:buClr>
              <a:buSzPts val="1800"/>
              <a:buChar char="–"/>
              <a:defRPr/>
            </a:lvl7pPr>
            <a:lvl8pPr marL="4876678" lvl="7" indent="-457189" algn="l">
              <a:lnSpc>
                <a:spcPct val="95000"/>
              </a:lnSpc>
              <a:spcBef>
                <a:spcPts val="500"/>
              </a:spcBef>
              <a:spcAft>
                <a:spcPts val="0"/>
              </a:spcAft>
              <a:buClr>
                <a:schemeClr val="lt1"/>
              </a:buClr>
              <a:buSzPts val="1800"/>
              <a:buChar char="–"/>
              <a:defRPr/>
            </a:lvl8pPr>
            <a:lvl9pPr marL="5486263" lvl="8" indent="-457189" algn="l">
              <a:lnSpc>
                <a:spcPct val="95000"/>
              </a:lnSpc>
              <a:spcBef>
                <a:spcPts val="500"/>
              </a:spcBef>
              <a:spcAft>
                <a:spcPts val="0"/>
              </a:spcAft>
              <a:buClr>
                <a:schemeClr val="lt1"/>
              </a:buClr>
              <a:buSzPts val="1800"/>
              <a:buChar char="–"/>
              <a:defRPr/>
            </a:lvl9pPr>
          </a:lstStyle>
          <a:p>
            <a:endParaRPr/>
          </a:p>
        </p:txBody>
      </p:sp>
      <p:grpSp>
        <p:nvGrpSpPr>
          <p:cNvPr id="77" name="Google Shape;77;p5"/>
          <p:cNvGrpSpPr/>
          <p:nvPr/>
        </p:nvGrpSpPr>
        <p:grpSpPr>
          <a:xfrm>
            <a:off x="548219" y="1974220"/>
            <a:ext cx="7173381" cy="2377440"/>
            <a:chOff x="411163" y="2240280"/>
            <a:chExt cx="6446837" cy="2377440"/>
          </a:xfrm>
        </p:grpSpPr>
        <p:sp>
          <p:nvSpPr>
            <p:cNvPr id="78" name="Google Shape;78;p5"/>
            <p:cNvSpPr/>
            <p:nvPr/>
          </p:nvSpPr>
          <p:spPr>
            <a:xfrm>
              <a:off x="411163" y="2240280"/>
              <a:ext cx="6446837" cy="2377440"/>
            </a:xfrm>
            <a:prstGeom prst="rect">
              <a:avLst/>
            </a:prstGeom>
            <a:noFill/>
            <a:ln w="19050" cap="flat" cmpd="sng">
              <a:solidFill>
                <a:srgbClr val="FFCC0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600" b="0" i="0" u="none" strike="noStrike" cap="none">
                <a:solidFill>
                  <a:schemeClr val="lt1"/>
                </a:solidFill>
                <a:latin typeface="Arial"/>
                <a:ea typeface="Arial"/>
                <a:cs typeface="Arial"/>
                <a:sym typeface="Arial"/>
              </a:endParaRPr>
            </a:p>
          </p:txBody>
        </p:sp>
        <p:cxnSp>
          <p:nvCxnSpPr>
            <p:cNvPr id="79" name="Google Shape;79;p5"/>
            <p:cNvCxnSpPr/>
            <p:nvPr/>
          </p:nvCxnSpPr>
          <p:spPr>
            <a:xfrm>
              <a:off x="411163" y="3931920"/>
              <a:ext cx="6446837" cy="0"/>
            </a:xfrm>
            <a:prstGeom prst="straightConnector1">
              <a:avLst/>
            </a:prstGeom>
            <a:noFill/>
            <a:ln w="19050" cap="flat" cmpd="sng">
              <a:solidFill>
                <a:srgbClr val="FFCC01"/>
              </a:solidFill>
              <a:prstDash val="solid"/>
              <a:miter lim="800000"/>
              <a:headEnd type="none" w="sm" len="sm"/>
              <a:tailEnd type="none" w="sm" len="sm"/>
            </a:ln>
          </p:spPr>
        </p:cxnSp>
        <p:cxnSp>
          <p:nvCxnSpPr>
            <p:cNvPr id="80" name="Google Shape;80;p5"/>
            <p:cNvCxnSpPr/>
            <p:nvPr/>
          </p:nvCxnSpPr>
          <p:spPr>
            <a:xfrm>
              <a:off x="4274795" y="3931920"/>
              <a:ext cx="0" cy="685800"/>
            </a:xfrm>
            <a:prstGeom prst="straightConnector1">
              <a:avLst/>
            </a:prstGeom>
            <a:noFill/>
            <a:ln w="19050" cap="flat" cmpd="sng">
              <a:solidFill>
                <a:srgbClr val="FFCC01"/>
              </a:solidFill>
              <a:prstDash val="solid"/>
              <a:miter lim="800000"/>
              <a:headEnd type="none" w="sm" len="sm"/>
              <a:tailEnd type="none" w="sm" len="sm"/>
            </a:ln>
          </p:spPr>
        </p:cxnSp>
      </p:grpSp>
      <p:sp>
        <p:nvSpPr>
          <p:cNvPr id="81" name="Google Shape;81;p5"/>
          <p:cNvSpPr txBox="1">
            <a:spLocks noGrp="1"/>
          </p:cNvSpPr>
          <p:nvPr>
            <p:ph type="ctrTitle"/>
          </p:nvPr>
        </p:nvSpPr>
        <p:spPr>
          <a:xfrm>
            <a:off x="914402" y="2202820"/>
            <a:ext cx="6429375" cy="132588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27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5"/>
          <p:cNvSpPr txBox="1">
            <a:spLocks noGrp="1"/>
          </p:cNvSpPr>
          <p:nvPr>
            <p:ph type="subTitle" idx="14"/>
          </p:nvPr>
        </p:nvSpPr>
        <p:spPr>
          <a:xfrm>
            <a:off x="914402" y="3784732"/>
            <a:ext cx="3565524" cy="457200"/>
          </a:xfrm>
          <a:prstGeom prst="rect">
            <a:avLst/>
          </a:prstGeom>
          <a:noFill/>
          <a:ln>
            <a:noFill/>
          </a:ln>
        </p:spPr>
        <p:txBody>
          <a:bodyPr spcFirstLastPara="1" wrap="square" lIns="0" tIns="0" rIns="0" bIns="0" anchor="ctr" anchorCtr="0">
            <a:noAutofit/>
          </a:bodyPr>
          <a:lstStyle>
            <a:lvl1pPr lvl="0" algn="l">
              <a:lnSpc>
                <a:spcPct val="95000"/>
              </a:lnSpc>
              <a:spcBef>
                <a:spcPts val="0"/>
              </a:spcBef>
              <a:spcAft>
                <a:spcPts val="0"/>
              </a:spcAft>
              <a:buClr>
                <a:schemeClr val="lt2"/>
              </a:buClr>
              <a:buSzPts val="900"/>
              <a:buNone/>
              <a:defRPr sz="1200" b="1">
                <a:solidFill>
                  <a:schemeClr val="lt2"/>
                </a:solidFill>
              </a:defRPr>
            </a:lvl1pPr>
            <a:lvl2pPr lvl="1" algn="l">
              <a:lnSpc>
                <a:spcPct val="95000"/>
              </a:lnSpc>
              <a:spcBef>
                <a:spcPts val="0"/>
              </a:spcBef>
              <a:spcAft>
                <a:spcPts val="0"/>
              </a:spcAft>
              <a:buClr>
                <a:schemeClr val="lt2"/>
              </a:buClr>
              <a:buSzPts val="900"/>
              <a:buNone/>
              <a:defRPr sz="1200" b="1">
                <a:solidFill>
                  <a:schemeClr val="lt2"/>
                </a:solidFill>
              </a:defRPr>
            </a:lvl2pPr>
            <a:lvl3pPr lvl="2" algn="l">
              <a:lnSpc>
                <a:spcPct val="95000"/>
              </a:lnSpc>
              <a:spcBef>
                <a:spcPts val="0"/>
              </a:spcBef>
              <a:spcAft>
                <a:spcPts val="0"/>
              </a:spcAft>
              <a:buClr>
                <a:schemeClr val="lt2"/>
              </a:buClr>
              <a:buSzPts val="900"/>
              <a:buNone/>
              <a:defRPr sz="1200" b="1">
                <a:solidFill>
                  <a:schemeClr val="lt2"/>
                </a:solidFill>
              </a:defRPr>
            </a:lvl3pPr>
            <a:lvl4pPr lvl="3" algn="l">
              <a:lnSpc>
                <a:spcPct val="95000"/>
              </a:lnSpc>
              <a:spcBef>
                <a:spcPts val="0"/>
              </a:spcBef>
              <a:spcAft>
                <a:spcPts val="0"/>
              </a:spcAft>
              <a:buClr>
                <a:schemeClr val="lt2"/>
              </a:buClr>
              <a:buSzPts val="900"/>
              <a:buNone/>
              <a:defRPr sz="1200" b="1">
                <a:solidFill>
                  <a:schemeClr val="lt2"/>
                </a:solidFill>
              </a:defRPr>
            </a:lvl4pPr>
            <a:lvl5pPr lvl="4" algn="l">
              <a:lnSpc>
                <a:spcPct val="95000"/>
              </a:lnSpc>
              <a:spcBef>
                <a:spcPts val="0"/>
              </a:spcBef>
              <a:spcAft>
                <a:spcPts val="0"/>
              </a:spcAft>
              <a:buClr>
                <a:schemeClr val="lt2"/>
              </a:buClr>
              <a:buSzPts val="900"/>
              <a:buNone/>
              <a:defRPr sz="1200" b="1">
                <a:solidFill>
                  <a:schemeClr val="lt2"/>
                </a:solidFill>
              </a:defRPr>
            </a:lvl5pPr>
            <a:lvl6pPr lvl="5" algn="l">
              <a:lnSpc>
                <a:spcPct val="95000"/>
              </a:lnSpc>
              <a:spcBef>
                <a:spcPts val="0"/>
              </a:spcBef>
              <a:spcAft>
                <a:spcPts val="0"/>
              </a:spcAft>
              <a:buClr>
                <a:schemeClr val="lt2"/>
              </a:buClr>
              <a:buSzPts val="900"/>
              <a:buNone/>
              <a:defRPr sz="1200" b="1">
                <a:solidFill>
                  <a:schemeClr val="lt2"/>
                </a:solidFill>
              </a:defRPr>
            </a:lvl6pPr>
            <a:lvl7pPr lvl="6" algn="l">
              <a:lnSpc>
                <a:spcPct val="95000"/>
              </a:lnSpc>
              <a:spcBef>
                <a:spcPts val="0"/>
              </a:spcBef>
              <a:spcAft>
                <a:spcPts val="0"/>
              </a:spcAft>
              <a:buClr>
                <a:schemeClr val="lt2"/>
              </a:buClr>
              <a:buSzPts val="900"/>
              <a:buNone/>
              <a:defRPr sz="1200" b="1">
                <a:solidFill>
                  <a:schemeClr val="lt2"/>
                </a:solidFill>
              </a:defRPr>
            </a:lvl7pPr>
            <a:lvl8pPr lvl="7" algn="l">
              <a:lnSpc>
                <a:spcPct val="95000"/>
              </a:lnSpc>
              <a:spcBef>
                <a:spcPts val="0"/>
              </a:spcBef>
              <a:spcAft>
                <a:spcPts val="0"/>
              </a:spcAft>
              <a:buClr>
                <a:schemeClr val="lt2"/>
              </a:buClr>
              <a:buSzPts val="900"/>
              <a:buNone/>
              <a:defRPr sz="1200" b="1">
                <a:solidFill>
                  <a:schemeClr val="lt2"/>
                </a:solidFill>
              </a:defRPr>
            </a:lvl8pPr>
            <a:lvl9pPr lvl="8" algn="l">
              <a:lnSpc>
                <a:spcPct val="95000"/>
              </a:lnSpc>
              <a:spcBef>
                <a:spcPts val="0"/>
              </a:spcBef>
              <a:spcAft>
                <a:spcPts val="0"/>
              </a:spcAft>
              <a:buClr>
                <a:schemeClr val="lt2"/>
              </a:buClr>
              <a:buSzPts val="900"/>
              <a:buNone/>
              <a:defRPr sz="1200" b="1">
                <a:solidFill>
                  <a:schemeClr val="lt2"/>
                </a:solidFill>
              </a:defRPr>
            </a:lvl9pPr>
          </a:lstStyle>
          <a:p>
            <a:endParaRPr/>
          </a:p>
        </p:txBody>
      </p:sp>
      <p:sp>
        <p:nvSpPr>
          <p:cNvPr id="83" name="Google Shape;83;p5"/>
          <p:cNvSpPr txBox="1">
            <a:spLocks noGrp="1"/>
          </p:cNvSpPr>
          <p:nvPr>
            <p:ph type="body" idx="15"/>
          </p:nvPr>
        </p:nvSpPr>
        <p:spPr>
          <a:xfrm>
            <a:off x="5212080" y="3784732"/>
            <a:ext cx="2131695" cy="457200"/>
          </a:xfrm>
          <a:prstGeom prst="rect">
            <a:avLst/>
          </a:prstGeom>
          <a:noFill/>
          <a:ln>
            <a:noFill/>
          </a:ln>
        </p:spPr>
        <p:txBody>
          <a:bodyPr spcFirstLastPara="1" wrap="square" lIns="0" tIns="0" rIns="0" bIns="0" anchor="ctr" anchorCtr="0">
            <a:noAutofit/>
          </a:bodyPr>
          <a:lstStyle>
            <a:lvl1pPr marL="609585" lvl="0" indent="-304792" algn="ctr">
              <a:lnSpc>
                <a:spcPct val="80000"/>
              </a:lnSpc>
              <a:spcBef>
                <a:spcPts val="0"/>
              </a:spcBef>
              <a:spcAft>
                <a:spcPts val="0"/>
              </a:spcAft>
              <a:buClr>
                <a:schemeClr val="lt2"/>
              </a:buClr>
              <a:buSzPts val="1050"/>
              <a:buFont typeface="Arial"/>
              <a:buNone/>
              <a:defRPr sz="1400" b="1" cap="none">
                <a:solidFill>
                  <a:schemeClr val="lt2"/>
                </a:solidFill>
              </a:defRPr>
            </a:lvl1pPr>
            <a:lvl2pPr marL="1219170" lvl="1" indent="-304792" algn="ctr">
              <a:lnSpc>
                <a:spcPct val="80000"/>
              </a:lnSpc>
              <a:spcBef>
                <a:spcPts val="0"/>
              </a:spcBef>
              <a:spcAft>
                <a:spcPts val="0"/>
              </a:spcAft>
              <a:buClr>
                <a:schemeClr val="lt2"/>
              </a:buClr>
              <a:buSzPts val="1050"/>
              <a:buFont typeface="Arial"/>
              <a:buNone/>
              <a:defRPr sz="1400" b="1" cap="none">
                <a:solidFill>
                  <a:schemeClr val="lt2"/>
                </a:solidFill>
              </a:defRPr>
            </a:lvl2pPr>
            <a:lvl3pPr marL="1828754" lvl="2" indent="-304792" algn="ctr">
              <a:lnSpc>
                <a:spcPct val="80000"/>
              </a:lnSpc>
              <a:spcBef>
                <a:spcPts val="0"/>
              </a:spcBef>
              <a:spcAft>
                <a:spcPts val="0"/>
              </a:spcAft>
              <a:buClr>
                <a:schemeClr val="lt2"/>
              </a:buClr>
              <a:buSzPts val="1050"/>
              <a:buFont typeface="Arial"/>
              <a:buNone/>
              <a:defRPr sz="1400" b="1" cap="none">
                <a:solidFill>
                  <a:schemeClr val="lt2"/>
                </a:solidFill>
              </a:defRPr>
            </a:lvl3pPr>
            <a:lvl4pPr marL="2438339" lvl="3" indent="-304792" algn="ctr">
              <a:lnSpc>
                <a:spcPct val="80000"/>
              </a:lnSpc>
              <a:spcBef>
                <a:spcPts val="0"/>
              </a:spcBef>
              <a:spcAft>
                <a:spcPts val="0"/>
              </a:spcAft>
              <a:buClr>
                <a:schemeClr val="lt2"/>
              </a:buClr>
              <a:buSzPts val="1050"/>
              <a:buFont typeface="Arial"/>
              <a:buNone/>
              <a:defRPr sz="1400" b="1" cap="none">
                <a:solidFill>
                  <a:schemeClr val="lt2"/>
                </a:solidFill>
              </a:defRPr>
            </a:lvl4pPr>
            <a:lvl5pPr marL="3047924" lvl="4" indent="-304792" algn="ctr">
              <a:lnSpc>
                <a:spcPct val="80000"/>
              </a:lnSpc>
              <a:spcBef>
                <a:spcPts val="0"/>
              </a:spcBef>
              <a:spcAft>
                <a:spcPts val="0"/>
              </a:spcAft>
              <a:buClr>
                <a:schemeClr val="lt2"/>
              </a:buClr>
              <a:buSzPts val="1050"/>
              <a:buFont typeface="Arial"/>
              <a:buNone/>
              <a:defRPr sz="1400" b="1" cap="none">
                <a:solidFill>
                  <a:schemeClr val="lt2"/>
                </a:solidFill>
              </a:defRPr>
            </a:lvl5pPr>
            <a:lvl6pPr marL="3657509" lvl="5" indent="-304792" algn="ctr">
              <a:lnSpc>
                <a:spcPct val="80000"/>
              </a:lnSpc>
              <a:spcBef>
                <a:spcPts val="0"/>
              </a:spcBef>
              <a:spcAft>
                <a:spcPts val="0"/>
              </a:spcAft>
              <a:buClr>
                <a:schemeClr val="lt2"/>
              </a:buClr>
              <a:buSzPts val="1050"/>
              <a:buFont typeface="Arial"/>
              <a:buNone/>
              <a:defRPr sz="1400" b="1" cap="none">
                <a:solidFill>
                  <a:schemeClr val="lt2"/>
                </a:solidFill>
              </a:defRPr>
            </a:lvl6pPr>
            <a:lvl7pPr marL="4267093" lvl="6" indent="-304792" algn="ctr">
              <a:lnSpc>
                <a:spcPct val="80000"/>
              </a:lnSpc>
              <a:spcBef>
                <a:spcPts val="0"/>
              </a:spcBef>
              <a:spcAft>
                <a:spcPts val="0"/>
              </a:spcAft>
              <a:buClr>
                <a:schemeClr val="lt2"/>
              </a:buClr>
              <a:buSzPts val="1050"/>
              <a:buFont typeface="Arial"/>
              <a:buNone/>
              <a:defRPr sz="1400" b="1" cap="none">
                <a:solidFill>
                  <a:schemeClr val="lt2"/>
                </a:solidFill>
              </a:defRPr>
            </a:lvl7pPr>
            <a:lvl8pPr marL="4876678" lvl="7" indent="-304792" algn="ctr">
              <a:lnSpc>
                <a:spcPct val="80000"/>
              </a:lnSpc>
              <a:spcBef>
                <a:spcPts val="0"/>
              </a:spcBef>
              <a:spcAft>
                <a:spcPts val="0"/>
              </a:spcAft>
              <a:buClr>
                <a:schemeClr val="lt2"/>
              </a:buClr>
              <a:buSzPts val="1050"/>
              <a:buFont typeface="Arial"/>
              <a:buNone/>
              <a:defRPr sz="1400" b="1" cap="none">
                <a:solidFill>
                  <a:schemeClr val="lt2"/>
                </a:solidFill>
              </a:defRPr>
            </a:lvl8pPr>
            <a:lvl9pPr marL="5486263" lvl="8" indent="-304792" algn="ctr">
              <a:lnSpc>
                <a:spcPct val="80000"/>
              </a:lnSpc>
              <a:spcBef>
                <a:spcPts val="0"/>
              </a:spcBef>
              <a:spcAft>
                <a:spcPts val="0"/>
              </a:spcAft>
              <a:buClr>
                <a:schemeClr val="lt2"/>
              </a:buClr>
              <a:buSzPts val="1050"/>
              <a:buFont typeface="Arial"/>
              <a:buNone/>
              <a:defRPr sz="1400" b="1" cap="none">
                <a:solidFill>
                  <a:schemeClr val="lt2"/>
                </a:solidFill>
              </a:defRPr>
            </a:lvl9pPr>
          </a:lstStyle>
          <a:p>
            <a:endParaRPr/>
          </a:p>
        </p:txBody>
      </p:sp>
      <p:pic>
        <p:nvPicPr>
          <p:cNvPr id="84" name="Google Shape;84;p5"/>
          <p:cNvPicPr preferRelativeResize="0"/>
          <p:nvPr/>
        </p:nvPicPr>
        <p:blipFill rotWithShape="1">
          <a:blip r:embed="rId4">
            <a:alphaModFix/>
          </a:blip>
          <a:srcRect/>
          <a:stretch/>
        </p:blipFill>
        <p:spPr>
          <a:xfrm>
            <a:off x="10004616" y="411163"/>
            <a:ext cx="1629707" cy="478023"/>
          </a:xfrm>
          <a:prstGeom prst="rect">
            <a:avLst/>
          </a:prstGeom>
          <a:noFill/>
          <a:ln>
            <a:noFill/>
          </a:ln>
        </p:spPr>
      </p:pic>
      <p:sp>
        <p:nvSpPr>
          <p:cNvPr id="85" name="Google Shape;85;p5"/>
          <p:cNvSpPr/>
          <p:nvPr/>
        </p:nvSpPr>
        <p:spPr>
          <a:xfrm>
            <a:off x="1386840" y="6627168"/>
            <a:ext cx="9418320" cy="230832"/>
          </a:xfrm>
          <a:prstGeom prst="rect">
            <a:avLst/>
          </a:prstGeom>
          <a:noFill/>
          <a:ln>
            <a:noFill/>
          </a:ln>
        </p:spPr>
        <p:txBody>
          <a:bodyPr spcFirstLastPara="1" wrap="square" lIns="0" tIns="60933" rIns="0" bIns="60933" anchor="b" anchorCtr="0">
            <a:noAutofit/>
          </a:bodyPr>
          <a:lstStyle/>
          <a:p>
            <a:pPr marL="0" marR="0" lvl="0" indent="0" algn="ctr" rtl="0">
              <a:spcBef>
                <a:spcPts val="0"/>
              </a:spcBef>
              <a:spcAft>
                <a:spcPts val="0"/>
              </a:spcAft>
              <a:buNone/>
            </a:pPr>
            <a:r>
              <a:rPr lang="en" sz="700" b="1" i="0" u="none" strike="noStrike" cap="none">
                <a:solidFill>
                  <a:srgbClr val="2DAA27"/>
                </a:solidFill>
                <a:latin typeface="Arial"/>
                <a:ea typeface="Arial"/>
                <a:cs typeface="Arial"/>
                <a:sym typeface="Arial"/>
              </a:rPr>
              <a:t>UNCLASSIFIED / GENERAL</a:t>
            </a:r>
            <a:endParaRPr sz="2400"/>
          </a:p>
        </p:txBody>
      </p:sp>
      <p:sp>
        <p:nvSpPr>
          <p:cNvPr id="86" name="Google Shape;86;p5"/>
          <p:cNvSpPr/>
          <p:nvPr/>
        </p:nvSpPr>
        <p:spPr>
          <a:xfrm>
            <a:off x="1386840" y="0"/>
            <a:ext cx="9418320" cy="230832"/>
          </a:xfrm>
          <a:prstGeom prst="rect">
            <a:avLst/>
          </a:prstGeom>
          <a:noFill/>
          <a:ln>
            <a:noFill/>
          </a:ln>
        </p:spPr>
        <p:txBody>
          <a:bodyPr spcFirstLastPara="1" wrap="square" lIns="121900" tIns="60933" rIns="121900" bIns="60933" anchor="t" anchorCtr="0">
            <a:noAutofit/>
          </a:bodyPr>
          <a:lstStyle/>
          <a:p>
            <a:pPr marL="0" marR="0" lvl="0" indent="0" algn="ctr" rtl="0">
              <a:spcBef>
                <a:spcPts val="0"/>
              </a:spcBef>
              <a:spcAft>
                <a:spcPts val="0"/>
              </a:spcAft>
              <a:buNone/>
            </a:pPr>
            <a:r>
              <a:rPr lang="en" sz="700" b="1" i="0" u="none" strike="noStrike" cap="none">
                <a:solidFill>
                  <a:srgbClr val="2DAA27"/>
                </a:solidFill>
                <a:latin typeface="Arial"/>
                <a:ea typeface="Arial"/>
                <a:cs typeface="Arial"/>
                <a:sym typeface="Arial"/>
              </a:rPr>
              <a:t>UNCLASSIFIED / GENERAL</a:t>
            </a:r>
            <a:endParaRPr sz="2400"/>
          </a:p>
        </p:txBody>
      </p:sp>
    </p:spTree>
    <p:extLst>
      <p:ext uri="{BB962C8B-B14F-4D97-AF65-F5344CB8AC3E}">
        <p14:creationId xmlns:p14="http://schemas.microsoft.com/office/powerpoint/2010/main" val="227332644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367325090"/>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18" Type="http://schemas.openxmlformats.org/officeDocument/2006/relationships/slideLayout" Target="../slideLayouts/slideLayout51.xml"/><Relationship Id="rId26" Type="http://schemas.openxmlformats.org/officeDocument/2006/relationships/theme" Target="../theme/theme2.xml"/><Relationship Id="rId3" Type="http://schemas.openxmlformats.org/officeDocument/2006/relationships/slideLayout" Target="../slideLayouts/slideLayout36.xml"/><Relationship Id="rId21" Type="http://schemas.openxmlformats.org/officeDocument/2006/relationships/slideLayout" Target="../slideLayouts/slideLayout54.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17" Type="http://schemas.openxmlformats.org/officeDocument/2006/relationships/slideLayout" Target="../slideLayouts/slideLayout50.xml"/><Relationship Id="rId25" Type="http://schemas.openxmlformats.org/officeDocument/2006/relationships/slideLayout" Target="../slideLayouts/slideLayout58.xml"/><Relationship Id="rId2" Type="http://schemas.openxmlformats.org/officeDocument/2006/relationships/slideLayout" Target="../slideLayouts/slideLayout35.xml"/><Relationship Id="rId16" Type="http://schemas.openxmlformats.org/officeDocument/2006/relationships/slideLayout" Target="../slideLayouts/slideLayout49.xml"/><Relationship Id="rId20" Type="http://schemas.openxmlformats.org/officeDocument/2006/relationships/slideLayout" Target="../slideLayouts/slideLayout53.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24" Type="http://schemas.openxmlformats.org/officeDocument/2006/relationships/slideLayout" Target="../slideLayouts/slideLayout57.xml"/><Relationship Id="rId5" Type="http://schemas.openxmlformats.org/officeDocument/2006/relationships/slideLayout" Target="../slideLayouts/slideLayout38.xml"/><Relationship Id="rId15" Type="http://schemas.openxmlformats.org/officeDocument/2006/relationships/slideLayout" Target="../slideLayouts/slideLayout48.xml"/><Relationship Id="rId23" Type="http://schemas.openxmlformats.org/officeDocument/2006/relationships/slideLayout" Target="../slideLayouts/slideLayout56.xml"/><Relationship Id="rId28" Type="http://schemas.openxmlformats.org/officeDocument/2006/relationships/image" Target="../media/image6.png"/><Relationship Id="rId10" Type="http://schemas.openxmlformats.org/officeDocument/2006/relationships/slideLayout" Target="../slideLayouts/slideLayout43.xml"/><Relationship Id="rId19" Type="http://schemas.openxmlformats.org/officeDocument/2006/relationships/slideLayout" Target="../slideLayouts/slideLayout52.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slideLayout" Target="../slideLayouts/slideLayout47.xml"/><Relationship Id="rId22" Type="http://schemas.openxmlformats.org/officeDocument/2006/relationships/slideLayout" Target="../slideLayouts/slideLayout55.xml"/><Relationship Id="rId27"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237659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Lst>
  <p:txStyles>
    <p:title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000"/>
        </a:spcBef>
        <a:buFont typeface="Arial" panose="020B0604020202020204" pitchFamily="34" charset="0"/>
        <a:buChar char="▪"/>
        <a:defRPr sz="1700" kern="1200">
          <a:solidFill>
            <a:schemeClr val="tx1"/>
          </a:solidFill>
          <a:latin typeface="+mn-lt"/>
          <a:ea typeface="+mn-ea"/>
          <a:cs typeface="+mn-cs"/>
        </a:defRPr>
      </a:lvl1pPr>
      <a:lvl2pPr marL="365760" indent="-182880" algn="l" defTabSz="914400"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2pPr>
      <a:lvl3pPr marL="548640" indent="-182880" algn="l" defTabSz="914400"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3pPr>
      <a:lvl4pPr marL="731520" indent="-182880" algn="l" defTabSz="914400"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4pPr>
      <a:lvl5pPr marL="914400" indent="-182880" algn="l" defTabSz="914400"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5pPr>
      <a:lvl6pPr marL="1097280" indent="-182880" algn="l" defTabSz="914400"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6pPr>
      <a:lvl7pPr marL="1280160" indent="-182880" algn="l" defTabSz="914400"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7pPr>
      <a:lvl8pPr marL="1463040" indent="-182880" algn="l" defTabSz="914400"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8pPr>
      <a:lvl9pPr marL="1645920" indent="-182880" algn="l" defTabSz="914400"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9pPr>
    </p:bodyStyle>
    <p:otherStyle>
      <a:defPPr>
        <a:defRPr lang="en-US"/>
      </a:defPPr>
      <a:lvl1pPr marL="0" algn="l" defTabSz="914400" rtl="0" eaLnBrk="1" latinLnBrk="0" hangingPunct="1">
        <a:defRPr sz="1700" kern="1200">
          <a:solidFill>
            <a:schemeClr val="tx1"/>
          </a:solidFill>
          <a:latin typeface="+mn-lt"/>
          <a:ea typeface="+mn-ea"/>
          <a:cs typeface="+mn-cs"/>
        </a:defRPr>
      </a:lvl1pPr>
      <a:lvl2pPr marL="457200" algn="l" defTabSz="914400" rtl="0" eaLnBrk="1" latinLnBrk="0" hangingPunct="1">
        <a:defRPr sz="1700" kern="1200">
          <a:solidFill>
            <a:schemeClr val="tx1"/>
          </a:solidFill>
          <a:latin typeface="+mn-lt"/>
          <a:ea typeface="+mn-ea"/>
          <a:cs typeface="+mn-cs"/>
        </a:defRPr>
      </a:lvl2pPr>
      <a:lvl3pPr marL="914400" algn="l" defTabSz="914400" rtl="0" eaLnBrk="1" latinLnBrk="0" hangingPunct="1">
        <a:defRPr sz="1700" kern="1200">
          <a:solidFill>
            <a:schemeClr val="tx1"/>
          </a:solidFill>
          <a:latin typeface="+mn-lt"/>
          <a:ea typeface="+mn-ea"/>
          <a:cs typeface="+mn-cs"/>
        </a:defRPr>
      </a:lvl3pPr>
      <a:lvl4pPr marL="1371600" algn="l" defTabSz="914400" rtl="0" eaLnBrk="1" latinLnBrk="0" hangingPunct="1">
        <a:defRPr sz="1700" kern="1200">
          <a:solidFill>
            <a:schemeClr val="tx1"/>
          </a:solidFill>
          <a:latin typeface="+mn-lt"/>
          <a:ea typeface="+mn-ea"/>
          <a:cs typeface="+mn-cs"/>
        </a:defRPr>
      </a:lvl4pPr>
      <a:lvl5pPr marL="1828800" algn="l" defTabSz="914400" rtl="0" eaLnBrk="1" latinLnBrk="0" hangingPunct="1">
        <a:defRPr sz="1700" kern="1200">
          <a:solidFill>
            <a:schemeClr val="tx1"/>
          </a:solidFill>
          <a:latin typeface="+mn-lt"/>
          <a:ea typeface="+mn-ea"/>
          <a:cs typeface="+mn-cs"/>
        </a:defRPr>
      </a:lvl5pPr>
      <a:lvl6pPr marL="2286000" algn="l" defTabSz="914400" rtl="0" eaLnBrk="1" latinLnBrk="0" hangingPunct="1">
        <a:defRPr sz="1700" kern="1200">
          <a:solidFill>
            <a:schemeClr val="tx1"/>
          </a:solidFill>
          <a:latin typeface="+mn-lt"/>
          <a:ea typeface="+mn-ea"/>
          <a:cs typeface="+mn-cs"/>
        </a:defRPr>
      </a:lvl6pPr>
      <a:lvl7pPr marL="2743200" algn="l" defTabSz="914400" rtl="0" eaLnBrk="1" latinLnBrk="0" hangingPunct="1">
        <a:defRPr sz="1700" kern="1200">
          <a:solidFill>
            <a:schemeClr val="tx1"/>
          </a:solidFill>
          <a:latin typeface="+mn-lt"/>
          <a:ea typeface="+mn-ea"/>
          <a:cs typeface="+mn-cs"/>
        </a:defRPr>
      </a:lvl7pPr>
      <a:lvl8pPr marL="3200400" algn="l" defTabSz="914400" rtl="0" eaLnBrk="1" latinLnBrk="0" hangingPunct="1">
        <a:defRPr sz="1700" kern="1200">
          <a:solidFill>
            <a:schemeClr val="tx1"/>
          </a:solidFill>
          <a:latin typeface="+mn-lt"/>
          <a:ea typeface="+mn-ea"/>
          <a:cs typeface="+mn-cs"/>
        </a:defRPr>
      </a:lvl8pPr>
      <a:lvl9pPr marL="3657600" algn="l" defTabSz="914400" rtl="0" eaLnBrk="1" latinLnBrk="0" hangingPunct="1">
        <a:defRPr sz="17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59">
          <p15:clr>
            <a:srgbClr val="F26B43"/>
          </p15:clr>
        </p15:guide>
        <p15:guide id="2" pos="345">
          <p15:clr>
            <a:srgbClr val="F26B43"/>
          </p15:clr>
        </p15:guide>
        <p15:guide id="3" pos="7335">
          <p15:clr>
            <a:srgbClr val="F26B43"/>
          </p15:clr>
        </p15:guide>
        <p15:guide id="4" orient="horz" pos="4061">
          <p15:clr>
            <a:srgbClr val="F26B43"/>
          </p15:clr>
        </p15:guide>
        <p15:guide id="6" pos="1018">
          <p15:clr>
            <a:srgbClr val="A4A3A4"/>
          </p15:clr>
        </p15:guide>
        <p15:guide id="7" pos="1248">
          <p15:clr>
            <a:srgbClr val="A4A3A4"/>
          </p15:clr>
        </p15:guide>
        <p15:guide id="8" pos="2148">
          <p15:clr>
            <a:srgbClr val="A4A3A4"/>
          </p15:clr>
        </p15:guide>
        <p15:guide id="9" pos="3052">
          <p15:clr>
            <a:srgbClr val="A4A3A4"/>
          </p15:clr>
        </p15:guide>
        <p15:guide id="10" pos="3954">
          <p15:clr>
            <a:srgbClr val="A4A3A4"/>
          </p15:clr>
        </p15:guide>
        <p15:guide id="11" pos="3724">
          <p15:clr>
            <a:srgbClr val="A4A3A4"/>
          </p15:clr>
        </p15:guide>
        <p15:guide id="12" pos="4858">
          <p15:clr>
            <a:srgbClr val="A4A3A4"/>
          </p15:clr>
        </p15:guide>
        <p15:guide id="13" pos="5784">
          <p15:clr>
            <a:srgbClr val="A4A3A4"/>
          </p15:clr>
        </p15:guide>
        <p15:guide id="14" pos="6660">
          <p15:clr>
            <a:srgbClr val="A4A3A4"/>
          </p15:clr>
        </p15:guide>
        <p15:guide id="15" pos="1920">
          <p15:clr>
            <a:srgbClr val="A4A3A4"/>
          </p15:clr>
        </p15:guide>
        <p15:guide id="16" pos="2822">
          <p15:clr>
            <a:srgbClr val="A4A3A4"/>
          </p15:clr>
        </p15:guide>
        <p15:guide id="17" pos="4626">
          <p15:clr>
            <a:srgbClr val="A4A3A4"/>
          </p15:clr>
        </p15:guide>
        <p15:guide id="18" pos="5530">
          <p15:clr>
            <a:srgbClr val="A4A3A4"/>
          </p15:clr>
        </p15:guide>
        <p15:guide id="19" pos="6434">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C170940C-8B04-CB4D-1B44-6768963C04C7}"/>
              </a:ext>
            </a:extLst>
          </p:cNvPr>
          <p:cNvPicPr>
            <a:picLocks noChangeAspect="1"/>
          </p:cNvPicPr>
          <p:nvPr/>
        </p:nvPicPr>
        <p:blipFill>
          <a:blip r:embed="rId27"/>
          <a:srcRect l="26274" t="67"/>
          <a:stretch>
            <a:fillRect/>
          </a:stretch>
        </p:blipFill>
        <p:spPr>
          <a:xfrm>
            <a:off x="10428514" y="411481"/>
            <a:ext cx="1214844" cy="477704"/>
          </a:xfrm>
          <a:prstGeom prst="rect">
            <a:avLst/>
          </a:prstGeom>
        </p:spPr>
      </p:pic>
      <p:sp>
        <p:nvSpPr>
          <p:cNvPr id="2" name="Title Placeholder 1"/>
          <p:cNvSpPr>
            <a:spLocks noGrp="1"/>
          </p:cNvSpPr>
          <p:nvPr>
            <p:ph type="title"/>
          </p:nvPr>
        </p:nvSpPr>
        <p:spPr>
          <a:xfrm>
            <a:off x="548640" y="411481"/>
            <a:ext cx="8231293" cy="914400"/>
          </a:xfrm>
          <a:prstGeom prst="rect">
            <a:avLst/>
          </a:prstGeom>
        </p:spPr>
        <p:txBody>
          <a:bodyPr vert="horz" lIns="0" tIns="0" rIns="0" bIns="0" rtlCol="0" anchor="t" anchorCtr="0">
            <a:noAutofit/>
          </a:bodyPr>
          <a:lstStyle/>
          <a:p>
            <a:r>
              <a:rPr lang="en-US"/>
              <a:t>[Slide title]</a:t>
            </a:r>
          </a:p>
        </p:txBody>
      </p:sp>
      <p:sp>
        <p:nvSpPr>
          <p:cNvPr id="3" name="Text Placeholder 2"/>
          <p:cNvSpPr>
            <a:spLocks noGrp="1"/>
          </p:cNvSpPr>
          <p:nvPr>
            <p:ph type="body" idx="1"/>
          </p:nvPr>
        </p:nvSpPr>
        <p:spPr>
          <a:xfrm>
            <a:off x="548639" y="1600198"/>
            <a:ext cx="11094720" cy="4572000"/>
          </a:xfrm>
          <a:prstGeom prst="rect">
            <a:avLst/>
          </a:prstGeom>
        </p:spPr>
        <p:txBody>
          <a:bodyPr vert="horz" lIns="0" tIns="0" rIns="0" bIns="0" spcCol="36576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Rectangle 15">
            <a:extLst>
              <a:ext uri="{FF2B5EF4-FFF2-40B4-BE49-F238E27FC236}">
                <a16:creationId xmlns:a16="http://schemas.microsoft.com/office/drawing/2014/main" id="{A505B177-5D6D-67A3-C213-FBD8A41DB44D}"/>
              </a:ext>
            </a:extLst>
          </p:cNvPr>
          <p:cNvSpPr>
            <a:spLocks noChangeArrowheads="1"/>
          </p:cNvSpPr>
          <p:nvPr/>
        </p:nvSpPr>
        <p:spPr bwMode="auto">
          <a:xfrm>
            <a:off x="1386840" y="6657945"/>
            <a:ext cx="9418320" cy="200055"/>
          </a:xfrm>
          <a:prstGeom prst="rect">
            <a:avLst/>
          </a:prstGeom>
          <a:noFill/>
          <a:ln w="9525">
            <a:noFill/>
            <a:miter lim="800000"/>
            <a:headEnd/>
            <a:tailEnd/>
          </a:ln>
        </p:spPr>
        <p:txBody>
          <a:bodyPr wrap="square" lIns="0" rIns="0" anchor="b">
            <a:spAutoFit/>
          </a:bodyPr>
          <a:lstStyle/>
          <a:p>
            <a:pPr algn="ctr">
              <a:defRPr/>
            </a:pPr>
            <a:r>
              <a:rPr lang="en-US" sz="700" b="1" dirty="0">
                <a:solidFill>
                  <a:srgbClr val="2DAA27"/>
                </a:solidFill>
                <a:latin typeface="+mn-lt"/>
                <a:cs typeface="Arial Bold" panose="020B0704020202020204" pitchFamily="34" charset="0"/>
              </a:rPr>
              <a:t>UNCLASSIFIED</a:t>
            </a:r>
          </a:p>
        </p:txBody>
      </p:sp>
      <p:sp>
        <p:nvSpPr>
          <p:cNvPr id="6" name="Rectangle 5">
            <a:extLst>
              <a:ext uri="{FF2B5EF4-FFF2-40B4-BE49-F238E27FC236}">
                <a16:creationId xmlns:a16="http://schemas.microsoft.com/office/drawing/2014/main" id="{B1B11D7F-02E5-4718-D558-9A38AEFE4A3F}"/>
              </a:ext>
            </a:extLst>
          </p:cNvPr>
          <p:cNvSpPr>
            <a:spLocks noChangeArrowheads="1"/>
          </p:cNvSpPr>
          <p:nvPr/>
        </p:nvSpPr>
        <p:spPr bwMode="auto">
          <a:xfrm>
            <a:off x="1386840" y="0"/>
            <a:ext cx="9418320" cy="200055"/>
          </a:xfrm>
          <a:prstGeom prst="rect">
            <a:avLst/>
          </a:prstGeom>
          <a:noFill/>
          <a:ln w="9525">
            <a:noFill/>
            <a:miter lim="800000"/>
            <a:headEnd/>
            <a:tailEnd/>
          </a:ln>
        </p:spPr>
        <p:txBody>
          <a:bodyPr wrap="square" anchor="t" anchorCtr="0">
            <a:spAutoFit/>
          </a:bodyPr>
          <a:lstStyle/>
          <a:p>
            <a:pPr algn="ctr">
              <a:defRPr/>
            </a:pPr>
            <a:r>
              <a:rPr lang="en-US" sz="700" b="1" dirty="0">
                <a:solidFill>
                  <a:srgbClr val="2DAA27"/>
                </a:solidFill>
                <a:latin typeface="+mn-lt"/>
                <a:cs typeface="Arial Bold" panose="020B0704020202020204" pitchFamily="34" charset="0"/>
              </a:rPr>
              <a:t>UNCLASSIFIED</a:t>
            </a:r>
          </a:p>
        </p:txBody>
      </p:sp>
      <p:sp>
        <p:nvSpPr>
          <p:cNvPr id="13" name="Date Placeholder 12">
            <a:extLst>
              <a:ext uri="{FF2B5EF4-FFF2-40B4-BE49-F238E27FC236}">
                <a16:creationId xmlns:a16="http://schemas.microsoft.com/office/drawing/2014/main" id="{B598B6A5-7EA2-1E58-A263-9A08F2A4D5DB}"/>
              </a:ext>
            </a:extLst>
          </p:cNvPr>
          <p:cNvSpPr>
            <a:spLocks noGrp="1"/>
          </p:cNvSpPr>
          <p:nvPr>
            <p:ph type="dt" sz="half" idx="2"/>
          </p:nvPr>
        </p:nvSpPr>
        <p:spPr>
          <a:xfrm>
            <a:off x="547688" y="6629400"/>
            <a:ext cx="823912" cy="228600"/>
          </a:xfrm>
          <a:prstGeom prst="rect">
            <a:avLst/>
          </a:prstGeom>
        </p:spPr>
        <p:txBody>
          <a:bodyPr vert="horz" lIns="0" tIns="45720" rIns="0" bIns="45720" rtlCol="0" anchor="b" anchorCtr="0"/>
          <a:lstStyle>
            <a:lvl1pPr algn="l">
              <a:defRPr sz="700" b="1">
                <a:solidFill>
                  <a:schemeClr val="tx1"/>
                </a:solidFill>
              </a:defRPr>
            </a:lvl1pPr>
          </a:lstStyle>
          <a:p>
            <a:fld id="{971AFA9C-17DA-4726-B9E3-ADECF7729AF7}" type="datetimeFigureOut">
              <a:rPr lang="en-US" smtClean="0"/>
              <a:t>7/21/2026</a:t>
            </a:fld>
            <a:endParaRPr lang="en-US"/>
          </a:p>
        </p:txBody>
      </p:sp>
      <p:sp>
        <p:nvSpPr>
          <p:cNvPr id="14" name="Slide Number Placeholder 13">
            <a:extLst>
              <a:ext uri="{FF2B5EF4-FFF2-40B4-BE49-F238E27FC236}">
                <a16:creationId xmlns:a16="http://schemas.microsoft.com/office/drawing/2014/main" id="{FFA4C418-D296-ED76-977B-4AA2E1E8237F}"/>
              </a:ext>
            </a:extLst>
          </p:cNvPr>
          <p:cNvSpPr>
            <a:spLocks noGrp="1"/>
          </p:cNvSpPr>
          <p:nvPr>
            <p:ph type="sldNum" sz="quarter" idx="4"/>
          </p:nvPr>
        </p:nvSpPr>
        <p:spPr>
          <a:xfrm>
            <a:off x="11210716" y="6629400"/>
            <a:ext cx="442001" cy="228600"/>
          </a:xfrm>
          <a:prstGeom prst="rect">
            <a:avLst/>
          </a:prstGeom>
        </p:spPr>
        <p:txBody>
          <a:bodyPr vert="horz" lIns="0" tIns="45720" rIns="0" bIns="45720" rtlCol="0" anchor="b" anchorCtr="0"/>
          <a:lstStyle>
            <a:lvl1pPr algn="r">
              <a:defRPr sz="700" b="1">
                <a:solidFill>
                  <a:schemeClr val="tx1"/>
                </a:solidFill>
              </a:defRPr>
            </a:lvl1pPr>
          </a:lstStyle>
          <a:p>
            <a:fld id="{79D051F2-C7C4-43BD-B552-C78CE0DE4128}" type="slidenum">
              <a:rPr lang="en-US" smtClean="0"/>
              <a:t>‹#›</a:t>
            </a:fld>
            <a:endParaRPr lang="en-US"/>
          </a:p>
        </p:txBody>
      </p:sp>
      <p:pic>
        <p:nvPicPr>
          <p:cNvPr id="10" name="Picture 9" descr="A picture containing icon&#10;&#10;AI-generated content may be incorrect.">
            <a:extLst>
              <a:ext uri="{FF2B5EF4-FFF2-40B4-BE49-F238E27FC236}">
                <a16:creationId xmlns:a16="http://schemas.microsoft.com/office/drawing/2014/main" id="{84A6E5DC-D173-77B5-CFA6-9D4A8EBB00CD}"/>
              </a:ext>
            </a:extLst>
          </p:cNvPr>
          <p:cNvPicPr>
            <a:picLocks noChangeAspect="1"/>
          </p:cNvPicPr>
          <p:nvPr/>
        </p:nvPicPr>
        <p:blipFill>
          <a:blip r:embed="rId28"/>
          <a:stretch>
            <a:fillRect/>
          </a:stretch>
        </p:blipFill>
        <p:spPr>
          <a:xfrm>
            <a:off x="9926020" y="424087"/>
            <a:ext cx="502494" cy="477704"/>
          </a:xfrm>
          <a:prstGeom prst="rect">
            <a:avLst/>
          </a:prstGeom>
        </p:spPr>
      </p:pic>
    </p:spTree>
    <p:extLst>
      <p:ext uri="{BB962C8B-B14F-4D97-AF65-F5344CB8AC3E}">
        <p14:creationId xmlns:p14="http://schemas.microsoft.com/office/powerpoint/2010/main" val="1093865168"/>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 id="2147483707" r:id="rId13"/>
    <p:sldLayoutId id="2147483708" r:id="rId14"/>
    <p:sldLayoutId id="2147483709" r:id="rId15"/>
    <p:sldLayoutId id="2147483710" r:id="rId16"/>
    <p:sldLayoutId id="2147483711" r:id="rId17"/>
    <p:sldLayoutId id="2147483712" r:id="rId18"/>
    <p:sldLayoutId id="2147483713" r:id="rId19"/>
    <p:sldLayoutId id="2147483714" r:id="rId20"/>
    <p:sldLayoutId id="2147483715" r:id="rId21"/>
    <p:sldLayoutId id="2147483716" r:id="rId22"/>
    <p:sldLayoutId id="2147483717" r:id="rId23"/>
    <p:sldLayoutId id="2147483718" r:id="rId24"/>
    <p:sldLayoutId id="2147483719" r:id="rId25"/>
  </p:sldLayoutIdLst>
  <p:txStyles>
    <p:title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000"/>
        </a:spcBef>
        <a:buFont typeface="Arial" panose="020B0604020202020204" pitchFamily="34" charset="0"/>
        <a:buChar char="▪"/>
        <a:defRPr sz="1700" kern="1200">
          <a:solidFill>
            <a:schemeClr val="tx1"/>
          </a:solidFill>
          <a:latin typeface="+mn-lt"/>
          <a:ea typeface="+mn-ea"/>
          <a:cs typeface="+mn-cs"/>
        </a:defRPr>
      </a:lvl1pPr>
      <a:lvl2pPr marL="365760" indent="-182880" algn="l" defTabSz="914400"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2pPr>
      <a:lvl3pPr marL="548640" indent="-182880" algn="l" defTabSz="914400"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3pPr>
      <a:lvl4pPr marL="731520" indent="-182880" algn="l" defTabSz="914400"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4pPr>
      <a:lvl5pPr marL="914400" indent="-182880" algn="l" defTabSz="914400"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5pPr>
      <a:lvl6pPr marL="1097280" indent="-182880" algn="l" defTabSz="914400"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6pPr>
      <a:lvl7pPr marL="1280160" indent="-182880" algn="l" defTabSz="914400"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7pPr>
      <a:lvl8pPr marL="1463040" indent="-182880" algn="l" defTabSz="914400"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8pPr>
      <a:lvl9pPr marL="1645920" indent="-182880" algn="l" defTabSz="914400"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9pPr>
    </p:bodyStyle>
    <p:otherStyle>
      <a:defPPr>
        <a:defRPr lang="en-US"/>
      </a:defPPr>
      <a:lvl1pPr marL="0" algn="l" defTabSz="914400" rtl="0" eaLnBrk="1" latinLnBrk="0" hangingPunct="1">
        <a:defRPr sz="1700" kern="1200">
          <a:solidFill>
            <a:schemeClr val="tx1"/>
          </a:solidFill>
          <a:latin typeface="+mn-lt"/>
          <a:ea typeface="+mn-ea"/>
          <a:cs typeface="+mn-cs"/>
        </a:defRPr>
      </a:lvl1pPr>
      <a:lvl2pPr marL="457200" algn="l" defTabSz="914400" rtl="0" eaLnBrk="1" latinLnBrk="0" hangingPunct="1">
        <a:defRPr sz="1700" kern="1200">
          <a:solidFill>
            <a:schemeClr val="tx1"/>
          </a:solidFill>
          <a:latin typeface="+mn-lt"/>
          <a:ea typeface="+mn-ea"/>
          <a:cs typeface="+mn-cs"/>
        </a:defRPr>
      </a:lvl2pPr>
      <a:lvl3pPr marL="914400" algn="l" defTabSz="914400" rtl="0" eaLnBrk="1" latinLnBrk="0" hangingPunct="1">
        <a:defRPr sz="1700" kern="1200">
          <a:solidFill>
            <a:schemeClr val="tx1"/>
          </a:solidFill>
          <a:latin typeface="+mn-lt"/>
          <a:ea typeface="+mn-ea"/>
          <a:cs typeface="+mn-cs"/>
        </a:defRPr>
      </a:lvl3pPr>
      <a:lvl4pPr marL="1371600" algn="l" defTabSz="914400" rtl="0" eaLnBrk="1" latinLnBrk="0" hangingPunct="1">
        <a:defRPr sz="1700" kern="1200">
          <a:solidFill>
            <a:schemeClr val="tx1"/>
          </a:solidFill>
          <a:latin typeface="+mn-lt"/>
          <a:ea typeface="+mn-ea"/>
          <a:cs typeface="+mn-cs"/>
        </a:defRPr>
      </a:lvl4pPr>
      <a:lvl5pPr marL="1828800" algn="l" defTabSz="914400" rtl="0" eaLnBrk="1" latinLnBrk="0" hangingPunct="1">
        <a:defRPr sz="1700" kern="1200">
          <a:solidFill>
            <a:schemeClr val="tx1"/>
          </a:solidFill>
          <a:latin typeface="+mn-lt"/>
          <a:ea typeface="+mn-ea"/>
          <a:cs typeface="+mn-cs"/>
        </a:defRPr>
      </a:lvl5pPr>
      <a:lvl6pPr marL="2286000" algn="l" defTabSz="914400" rtl="0" eaLnBrk="1" latinLnBrk="0" hangingPunct="1">
        <a:defRPr sz="1700" kern="1200">
          <a:solidFill>
            <a:schemeClr val="tx1"/>
          </a:solidFill>
          <a:latin typeface="+mn-lt"/>
          <a:ea typeface="+mn-ea"/>
          <a:cs typeface="+mn-cs"/>
        </a:defRPr>
      </a:lvl6pPr>
      <a:lvl7pPr marL="2743200" algn="l" defTabSz="914400" rtl="0" eaLnBrk="1" latinLnBrk="0" hangingPunct="1">
        <a:defRPr sz="1700" kern="1200">
          <a:solidFill>
            <a:schemeClr val="tx1"/>
          </a:solidFill>
          <a:latin typeface="+mn-lt"/>
          <a:ea typeface="+mn-ea"/>
          <a:cs typeface="+mn-cs"/>
        </a:defRPr>
      </a:lvl7pPr>
      <a:lvl8pPr marL="3200400" algn="l" defTabSz="914400" rtl="0" eaLnBrk="1" latinLnBrk="0" hangingPunct="1">
        <a:defRPr sz="1700" kern="1200">
          <a:solidFill>
            <a:schemeClr val="tx1"/>
          </a:solidFill>
          <a:latin typeface="+mn-lt"/>
          <a:ea typeface="+mn-ea"/>
          <a:cs typeface="+mn-cs"/>
        </a:defRPr>
      </a:lvl8pPr>
      <a:lvl9pPr marL="3657600" algn="l" defTabSz="914400" rtl="0" eaLnBrk="1" latinLnBrk="0" hangingPunct="1">
        <a:defRPr sz="17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59">
          <p15:clr>
            <a:srgbClr val="F26B43"/>
          </p15:clr>
        </p15:guide>
        <p15:guide id="2" pos="345">
          <p15:clr>
            <a:srgbClr val="F26B43"/>
          </p15:clr>
        </p15:guide>
        <p15:guide id="3" pos="7335">
          <p15:clr>
            <a:srgbClr val="F26B43"/>
          </p15:clr>
        </p15:guide>
        <p15:guide id="4" orient="horz" pos="4061">
          <p15:clr>
            <a:srgbClr val="F26B43"/>
          </p15:clr>
        </p15:guide>
        <p15:guide id="6" pos="1018">
          <p15:clr>
            <a:srgbClr val="A4A3A4"/>
          </p15:clr>
        </p15:guide>
        <p15:guide id="7" pos="1248">
          <p15:clr>
            <a:srgbClr val="A4A3A4"/>
          </p15:clr>
        </p15:guide>
        <p15:guide id="8" pos="2148">
          <p15:clr>
            <a:srgbClr val="A4A3A4"/>
          </p15:clr>
        </p15:guide>
        <p15:guide id="9" pos="3052">
          <p15:clr>
            <a:srgbClr val="A4A3A4"/>
          </p15:clr>
        </p15:guide>
        <p15:guide id="10" pos="3954">
          <p15:clr>
            <a:srgbClr val="A4A3A4"/>
          </p15:clr>
        </p15:guide>
        <p15:guide id="11" pos="3724">
          <p15:clr>
            <a:srgbClr val="A4A3A4"/>
          </p15:clr>
        </p15:guide>
        <p15:guide id="12" pos="4858">
          <p15:clr>
            <a:srgbClr val="A4A3A4"/>
          </p15:clr>
        </p15:guide>
        <p15:guide id="13" pos="5784">
          <p15:clr>
            <a:srgbClr val="A4A3A4"/>
          </p15:clr>
        </p15:guide>
        <p15:guide id="14" pos="6660">
          <p15:clr>
            <a:srgbClr val="A4A3A4"/>
          </p15:clr>
        </p15:guide>
        <p15:guide id="15" pos="1920">
          <p15:clr>
            <a:srgbClr val="A4A3A4"/>
          </p15:clr>
        </p15:guide>
        <p15:guide id="16" pos="2822">
          <p15:clr>
            <a:srgbClr val="A4A3A4"/>
          </p15:clr>
        </p15:guide>
        <p15:guide id="17" pos="4626">
          <p15:clr>
            <a:srgbClr val="A4A3A4"/>
          </p15:clr>
        </p15:guide>
        <p15:guide id="18" pos="5530">
          <p15:clr>
            <a:srgbClr val="A4A3A4"/>
          </p15:clr>
        </p15:guide>
        <p15:guide id="19" pos="6434">
          <p15:clr>
            <a:srgbClr val="A4A3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7.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37.xml"/><Relationship Id="rId1" Type="http://schemas.openxmlformats.org/officeDocument/2006/relationships/video" Target="https://www.youtube.com/embed/ZXsQAXx_ao0?feature=oembed" TargetMode="External"/><Relationship Id="rId4" Type="http://schemas.openxmlformats.org/officeDocument/2006/relationships/image" Target="../media/image9.jpeg"/></Relationships>
</file>

<file path=ppt/slides/_rels/slide3.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3.xml"/><Relationship Id="rId1" Type="http://schemas.openxmlformats.org/officeDocument/2006/relationships/slideLayout" Target="../slideLayouts/slideLayout3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8.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3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5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52.xml"/><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5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28.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4" name="Text Placeholder 3">
            <a:extLst>
              <a:ext uri="{FF2B5EF4-FFF2-40B4-BE49-F238E27FC236}">
                <a16:creationId xmlns:a16="http://schemas.microsoft.com/office/drawing/2014/main" id="{3F070E2C-C69B-CF2A-4AFC-23A14A6A0794}"/>
              </a:ext>
            </a:extLst>
          </p:cNvPr>
          <p:cNvSpPr>
            <a:spLocks noGrp="1"/>
          </p:cNvSpPr>
          <p:nvPr>
            <p:ph type="body" idx="1"/>
          </p:nvPr>
        </p:nvSpPr>
        <p:spPr/>
        <p:txBody>
          <a:bodyPr/>
          <a:lstStyle/>
          <a:p>
            <a:endParaRPr lang="en-US"/>
          </a:p>
        </p:txBody>
      </p:sp>
      <p:sp>
        <p:nvSpPr>
          <p:cNvPr id="5" name="Text Placeholder 4">
            <a:extLst>
              <a:ext uri="{FF2B5EF4-FFF2-40B4-BE49-F238E27FC236}">
                <a16:creationId xmlns:a16="http://schemas.microsoft.com/office/drawing/2014/main" id="{6EFD8E2E-8543-A688-763B-E884BB31846B}"/>
              </a:ext>
            </a:extLst>
          </p:cNvPr>
          <p:cNvSpPr>
            <a:spLocks noGrp="1"/>
          </p:cNvSpPr>
          <p:nvPr>
            <p:ph type="body" idx="2"/>
          </p:nvPr>
        </p:nvSpPr>
        <p:spPr/>
        <p:txBody>
          <a:bodyPr/>
          <a:lstStyle/>
          <a:p>
            <a:endParaRPr lang="en-US"/>
          </a:p>
        </p:txBody>
      </p:sp>
      <p:sp>
        <p:nvSpPr>
          <p:cNvPr id="6" name="Text Placeholder 5">
            <a:extLst>
              <a:ext uri="{FF2B5EF4-FFF2-40B4-BE49-F238E27FC236}">
                <a16:creationId xmlns:a16="http://schemas.microsoft.com/office/drawing/2014/main" id="{2230D199-3936-A1F3-B0EB-089330973D56}"/>
              </a:ext>
            </a:extLst>
          </p:cNvPr>
          <p:cNvSpPr>
            <a:spLocks noGrp="1"/>
          </p:cNvSpPr>
          <p:nvPr>
            <p:ph type="body" idx="3"/>
          </p:nvPr>
        </p:nvSpPr>
        <p:spPr/>
        <p:txBody>
          <a:bodyPr/>
          <a:lstStyle/>
          <a:p>
            <a:endParaRPr lang="en-US"/>
          </a:p>
        </p:txBody>
      </p:sp>
      <p:sp>
        <p:nvSpPr>
          <p:cNvPr id="7" name="Text Placeholder 6">
            <a:extLst>
              <a:ext uri="{FF2B5EF4-FFF2-40B4-BE49-F238E27FC236}">
                <a16:creationId xmlns:a16="http://schemas.microsoft.com/office/drawing/2014/main" id="{846C0D10-A9D9-A711-D381-3D00C47E0FBF}"/>
              </a:ext>
            </a:extLst>
          </p:cNvPr>
          <p:cNvSpPr>
            <a:spLocks noGrp="1"/>
          </p:cNvSpPr>
          <p:nvPr>
            <p:ph type="body" idx="4"/>
          </p:nvPr>
        </p:nvSpPr>
        <p:spPr/>
        <p:txBody>
          <a:bodyPr/>
          <a:lstStyle/>
          <a:p>
            <a:endParaRPr lang="en-US"/>
          </a:p>
        </p:txBody>
      </p:sp>
      <p:sp>
        <p:nvSpPr>
          <p:cNvPr id="8" name="Text Placeholder 7">
            <a:extLst>
              <a:ext uri="{FF2B5EF4-FFF2-40B4-BE49-F238E27FC236}">
                <a16:creationId xmlns:a16="http://schemas.microsoft.com/office/drawing/2014/main" id="{48D0B74B-73C2-B2A1-57AF-63998F4A4F49}"/>
              </a:ext>
            </a:extLst>
          </p:cNvPr>
          <p:cNvSpPr>
            <a:spLocks noGrp="1"/>
          </p:cNvSpPr>
          <p:nvPr>
            <p:ph type="body" idx="5"/>
          </p:nvPr>
        </p:nvSpPr>
        <p:spPr/>
        <p:txBody>
          <a:bodyPr/>
          <a:lstStyle/>
          <a:p>
            <a:endParaRPr lang="en-US"/>
          </a:p>
        </p:txBody>
      </p:sp>
      <p:sp>
        <p:nvSpPr>
          <p:cNvPr id="9" name="Text Placeholder 8">
            <a:extLst>
              <a:ext uri="{FF2B5EF4-FFF2-40B4-BE49-F238E27FC236}">
                <a16:creationId xmlns:a16="http://schemas.microsoft.com/office/drawing/2014/main" id="{39903D50-9478-61DD-97EF-868FFEC1A203}"/>
              </a:ext>
            </a:extLst>
          </p:cNvPr>
          <p:cNvSpPr>
            <a:spLocks noGrp="1"/>
          </p:cNvSpPr>
          <p:nvPr>
            <p:ph type="body" idx="6"/>
          </p:nvPr>
        </p:nvSpPr>
        <p:spPr/>
        <p:txBody>
          <a:bodyPr/>
          <a:lstStyle/>
          <a:p>
            <a:endParaRPr lang="en-US"/>
          </a:p>
        </p:txBody>
      </p:sp>
      <p:sp>
        <p:nvSpPr>
          <p:cNvPr id="10" name="Text Placeholder 9">
            <a:extLst>
              <a:ext uri="{FF2B5EF4-FFF2-40B4-BE49-F238E27FC236}">
                <a16:creationId xmlns:a16="http://schemas.microsoft.com/office/drawing/2014/main" id="{AE0195E4-F595-93CB-A46C-7430AD0680AD}"/>
              </a:ext>
            </a:extLst>
          </p:cNvPr>
          <p:cNvSpPr>
            <a:spLocks noGrp="1"/>
          </p:cNvSpPr>
          <p:nvPr>
            <p:ph type="body" idx="7"/>
          </p:nvPr>
        </p:nvSpPr>
        <p:spPr/>
        <p:txBody>
          <a:bodyPr/>
          <a:lstStyle/>
          <a:p>
            <a:endParaRPr lang="en-US"/>
          </a:p>
        </p:txBody>
      </p:sp>
      <p:sp>
        <p:nvSpPr>
          <p:cNvPr id="11" name="Text Placeholder 10">
            <a:extLst>
              <a:ext uri="{FF2B5EF4-FFF2-40B4-BE49-F238E27FC236}">
                <a16:creationId xmlns:a16="http://schemas.microsoft.com/office/drawing/2014/main" id="{5B959FF5-1EE2-7B58-60C8-30418EF2E627}"/>
              </a:ext>
            </a:extLst>
          </p:cNvPr>
          <p:cNvSpPr>
            <a:spLocks noGrp="1"/>
          </p:cNvSpPr>
          <p:nvPr>
            <p:ph type="body" idx="8"/>
          </p:nvPr>
        </p:nvSpPr>
        <p:spPr/>
        <p:txBody>
          <a:bodyPr/>
          <a:lstStyle/>
          <a:p>
            <a:endParaRPr lang="en-US"/>
          </a:p>
        </p:txBody>
      </p:sp>
      <p:sp>
        <p:nvSpPr>
          <p:cNvPr id="12" name="Text Placeholder 11">
            <a:extLst>
              <a:ext uri="{FF2B5EF4-FFF2-40B4-BE49-F238E27FC236}">
                <a16:creationId xmlns:a16="http://schemas.microsoft.com/office/drawing/2014/main" id="{BD2EDCAF-FCD3-27B6-7A7D-482980E30A32}"/>
              </a:ext>
            </a:extLst>
          </p:cNvPr>
          <p:cNvSpPr>
            <a:spLocks noGrp="1"/>
          </p:cNvSpPr>
          <p:nvPr>
            <p:ph type="body" idx="9"/>
          </p:nvPr>
        </p:nvSpPr>
        <p:spPr/>
        <p:txBody>
          <a:bodyPr/>
          <a:lstStyle/>
          <a:p>
            <a:endParaRPr lang="en-US"/>
          </a:p>
        </p:txBody>
      </p:sp>
      <p:sp>
        <p:nvSpPr>
          <p:cNvPr id="13" name="Text Placeholder 12">
            <a:extLst>
              <a:ext uri="{FF2B5EF4-FFF2-40B4-BE49-F238E27FC236}">
                <a16:creationId xmlns:a16="http://schemas.microsoft.com/office/drawing/2014/main" id="{B30A370C-AC35-54DB-180E-CF84A6DE97E5}"/>
              </a:ext>
            </a:extLst>
          </p:cNvPr>
          <p:cNvSpPr>
            <a:spLocks noGrp="1"/>
          </p:cNvSpPr>
          <p:nvPr>
            <p:ph type="body" idx="13"/>
          </p:nvPr>
        </p:nvSpPr>
        <p:spPr/>
        <p:txBody>
          <a:bodyPr/>
          <a:lstStyle/>
          <a:p>
            <a:endParaRPr lang="en-US"/>
          </a:p>
        </p:txBody>
      </p:sp>
      <p:sp>
        <p:nvSpPr>
          <p:cNvPr id="377" name="Google Shape;377;p39"/>
          <p:cNvSpPr txBox="1">
            <a:spLocks noGrp="1"/>
          </p:cNvSpPr>
          <p:nvPr>
            <p:ph type="ctrTitle"/>
          </p:nvPr>
        </p:nvSpPr>
        <p:spPr>
          <a:noFill/>
          <a:ln>
            <a:noFill/>
          </a:ln>
        </p:spPr>
        <p:txBody>
          <a:bodyPr spcFirstLastPara="1" vert="horz" wrap="square" lIns="121900" tIns="121900" rIns="121900" bIns="121900" rtlCol="0" anchor="t" anchorCtr="0">
            <a:normAutofit/>
          </a:bodyPr>
          <a:lstStyle/>
          <a:p>
            <a:pPr lvl="0"/>
            <a:r>
              <a:rPr lang="en-US" dirty="0">
                <a:solidFill>
                  <a:schemeClr val="bg1"/>
                </a:solidFill>
              </a:rPr>
              <a:t>FILE IO</a:t>
            </a:r>
          </a:p>
        </p:txBody>
      </p:sp>
      <p:sp>
        <p:nvSpPr>
          <p:cNvPr id="14" name="Subtitle 13">
            <a:extLst>
              <a:ext uri="{FF2B5EF4-FFF2-40B4-BE49-F238E27FC236}">
                <a16:creationId xmlns:a16="http://schemas.microsoft.com/office/drawing/2014/main" id="{375DF464-1047-E0FE-E481-3664C51B5C5B}"/>
              </a:ext>
            </a:extLst>
          </p:cNvPr>
          <p:cNvSpPr>
            <a:spLocks noGrp="1"/>
          </p:cNvSpPr>
          <p:nvPr>
            <p:ph type="subTitle" idx="14"/>
          </p:nvPr>
        </p:nvSpPr>
        <p:spPr/>
        <p:txBody>
          <a:bodyPr/>
          <a:lstStyle/>
          <a:p>
            <a:endParaRPr lang="en-US" dirty="0"/>
          </a:p>
        </p:txBody>
      </p:sp>
      <p:sp>
        <p:nvSpPr>
          <p:cNvPr id="15" name="Text Placeholder 14">
            <a:extLst>
              <a:ext uri="{FF2B5EF4-FFF2-40B4-BE49-F238E27FC236}">
                <a16:creationId xmlns:a16="http://schemas.microsoft.com/office/drawing/2014/main" id="{ED1E60D9-3A05-7A61-72B6-7F9C21F9F660}"/>
              </a:ext>
            </a:extLst>
          </p:cNvPr>
          <p:cNvSpPr>
            <a:spLocks noGrp="1"/>
          </p:cNvSpPr>
          <p:nvPr>
            <p:ph type="body" idx="15"/>
          </p:nvPr>
        </p:nvSpPr>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9D20E-BD9A-847F-707A-41F7A86C8D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869BD9-8066-F6DB-BC59-621195265012}"/>
              </a:ext>
            </a:extLst>
          </p:cNvPr>
          <p:cNvSpPr>
            <a:spLocks noGrp="1"/>
          </p:cNvSpPr>
          <p:nvPr>
            <p:ph type="title"/>
          </p:nvPr>
        </p:nvSpPr>
        <p:spPr/>
        <p:txBody>
          <a:bodyPr/>
          <a:lstStyle/>
          <a:p>
            <a:br>
              <a:rPr lang="en-US" dirty="0"/>
            </a:br>
            <a:r>
              <a:rPr lang="en-US" dirty="0"/>
              <a:t>Motivation</a:t>
            </a:r>
          </a:p>
        </p:txBody>
      </p:sp>
      <p:pic>
        <p:nvPicPr>
          <p:cNvPr id="5" name="Online Media 4" title="Shia LaBeouf &quot;Just Do It&quot; Motivational Speech (Original Video by LaBeouf, Rönkkö &amp; Turner)">
            <a:hlinkClick r:id="" action="ppaction://media"/>
            <a:extLst>
              <a:ext uri="{FF2B5EF4-FFF2-40B4-BE49-F238E27FC236}">
                <a16:creationId xmlns:a16="http://schemas.microsoft.com/office/drawing/2014/main" id="{F897A0C9-F5F4-E02C-08D8-BD4BFD254FF8}"/>
              </a:ext>
            </a:extLst>
          </p:cNvPr>
          <p:cNvPicPr>
            <a:picLocks noRot="1" noChangeAspect="1"/>
          </p:cNvPicPr>
          <p:nvPr>
            <a:videoFile r:link="rId1"/>
          </p:nvPr>
        </p:nvPicPr>
        <p:blipFill>
          <a:blip r:embed="rId4"/>
          <a:stretch>
            <a:fillRect/>
          </a:stretch>
        </p:blipFill>
        <p:spPr>
          <a:xfrm>
            <a:off x="1799923" y="1555719"/>
            <a:ext cx="8162224" cy="4611667"/>
          </a:xfrm>
          <a:prstGeom prst="rect">
            <a:avLst/>
          </a:prstGeom>
        </p:spPr>
      </p:pic>
    </p:spTree>
    <p:extLst>
      <p:ext uri="{BB962C8B-B14F-4D97-AF65-F5344CB8AC3E}">
        <p14:creationId xmlns:p14="http://schemas.microsoft.com/office/powerpoint/2010/main" val="2254684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D87CF-5E92-D709-ADC1-CD5AB2C3F7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EBB9CF-99E0-34C2-13BD-CE711791B329}"/>
              </a:ext>
            </a:extLst>
          </p:cNvPr>
          <p:cNvSpPr>
            <a:spLocks noGrp="1"/>
          </p:cNvSpPr>
          <p:nvPr>
            <p:ph type="title"/>
          </p:nvPr>
        </p:nvSpPr>
        <p:spPr/>
        <p:txBody>
          <a:bodyPr/>
          <a:lstStyle/>
          <a:p>
            <a:br>
              <a:rPr lang="en-US" dirty="0"/>
            </a:br>
            <a:r>
              <a:rPr lang="en-US" dirty="0"/>
              <a:t>Course Schedule</a:t>
            </a:r>
          </a:p>
        </p:txBody>
      </p:sp>
      <p:pic>
        <p:nvPicPr>
          <p:cNvPr id="10" name="Picture 9">
            <a:extLst>
              <a:ext uri="{FF2B5EF4-FFF2-40B4-BE49-F238E27FC236}">
                <a16:creationId xmlns:a16="http://schemas.microsoft.com/office/drawing/2014/main" id="{A720FF54-D8D5-9857-54B4-32F100CAD807}"/>
              </a:ext>
            </a:extLst>
          </p:cNvPr>
          <p:cNvPicPr>
            <a:picLocks noChangeAspect="1"/>
          </p:cNvPicPr>
          <p:nvPr/>
        </p:nvPicPr>
        <p:blipFill>
          <a:blip r:embed="rId3"/>
          <a:stretch>
            <a:fillRect/>
          </a:stretch>
        </p:blipFill>
        <p:spPr>
          <a:xfrm>
            <a:off x="548640" y="1325881"/>
            <a:ext cx="11486063" cy="4872875"/>
          </a:xfrm>
          <a:prstGeom prst="rect">
            <a:avLst/>
          </a:prstGeom>
        </p:spPr>
      </p:pic>
      <p:sp>
        <p:nvSpPr>
          <p:cNvPr id="8" name="Rectangle 7">
            <a:extLst>
              <a:ext uri="{FF2B5EF4-FFF2-40B4-BE49-F238E27FC236}">
                <a16:creationId xmlns:a16="http://schemas.microsoft.com/office/drawing/2014/main" id="{0C366FE1-DAFA-E7EC-025F-E1D1E8686851}"/>
              </a:ext>
            </a:extLst>
          </p:cNvPr>
          <p:cNvSpPr/>
          <p:nvPr/>
        </p:nvSpPr>
        <p:spPr>
          <a:xfrm>
            <a:off x="409122" y="3189098"/>
            <a:ext cx="6284332" cy="3072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19191854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89F51F-ADCA-105D-6A2E-72EBEFFBB4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D0DA68-9A3E-BE02-724E-F79475A2462B}"/>
              </a:ext>
            </a:extLst>
          </p:cNvPr>
          <p:cNvSpPr>
            <a:spLocks noGrp="1"/>
          </p:cNvSpPr>
          <p:nvPr>
            <p:ph type="title"/>
          </p:nvPr>
        </p:nvSpPr>
        <p:spPr>
          <a:xfrm>
            <a:off x="5055220" y="3038862"/>
            <a:ext cx="1918505" cy="780276"/>
          </a:xfrm>
        </p:spPr>
        <p:txBody>
          <a:bodyPr/>
          <a:lstStyle/>
          <a:p>
            <a:r>
              <a:rPr lang="en-US" dirty="0"/>
              <a:t>Review</a:t>
            </a:r>
          </a:p>
        </p:txBody>
      </p:sp>
    </p:spTree>
    <p:extLst>
      <p:ext uri="{BB962C8B-B14F-4D97-AF65-F5344CB8AC3E}">
        <p14:creationId xmlns:p14="http://schemas.microsoft.com/office/powerpoint/2010/main" val="28464557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98111-2BCA-9053-6721-11BD38B85F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0C19FB-DB9E-7F3E-0C35-8BBBE313207B}"/>
              </a:ext>
            </a:extLst>
          </p:cNvPr>
          <p:cNvSpPr>
            <a:spLocks noGrp="1"/>
          </p:cNvSpPr>
          <p:nvPr>
            <p:ph type="title"/>
          </p:nvPr>
        </p:nvSpPr>
        <p:spPr>
          <a:xfrm>
            <a:off x="2639279" y="2827106"/>
            <a:ext cx="7053360" cy="780276"/>
          </a:xfrm>
        </p:spPr>
        <p:txBody>
          <a:bodyPr/>
          <a:lstStyle/>
          <a:p>
            <a:r>
              <a:rPr lang="en-US" dirty="0"/>
              <a:t>What is the purpose of user defined functions?</a:t>
            </a:r>
          </a:p>
        </p:txBody>
      </p:sp>
    </p:spTree>
    <p:extLst>
      <p:ext uri="{BB962C8B-B14F-4D97-AF65-F5344CB8AC3E}">
        <p14:creationId xmlns:p14="http://schemas.microsoft.com/office/powerpoint/2010/main" val="1474776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5F3F1-C88B-399C-4E5D-94AC701A6A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CB736-F71E-1BE5-9659-45563786CBD8}"/>
              </a:ext>
            </a:extLst>
          </p:cNvPr>
          <p:cNvSpPr>
            <a:spLocks noGrp="1"/>
          </p:cNvSpPr>
          <p:nvPr>
            <p:ph type="title"/>
          </p:nvPr>
        </p:nvSpPr>
        <p:spPr>
          <a:xfrm>
            <a:off x="2822159" y="2875233"/>
            <a:ext cx="7053360" cy="780276"/>
          </a:xfrm>
        </p:spPr>
        <p:txBody>
          <a:bodyPr/>
          <a:lstStyle/>
          <a:p>
            <a:r>
              <a:rPr lang="en-US" dirty="0"/>
              <a:t>How do you define a function, and how do you use it?</a:t>
            </a:r>
          </a:p>
        </p:txBody>
      </p:sp>
    </p:spTree>
    <p:extLst>
      <p:ext uri="{BB962C8B-B14F-4D97-AF65-F5344CB8AC3E}">
        <p14:creationId xmlns:p14="http://schemas.microsoft.com/office/powerpoint/2010/main" val="16623361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4"/>
          <p:cNvSpPr txBox="1">
            <a:spLocks noGrp="1"/>
          </p:cNvSpPr>
          <p:nvPr>
            <p:ph type="body" idx="1"/>
          </p:nvPr>
        </p:nvSpPr>
        <p:spPr>
          <a:xfrm>
            <a:off x="338598" y="534400"/>
            <a:ext cx="11360800" cy="6323600"/>
          </a:xfrm>
          <a:prstGeom prst="rect">
            <a:avLst/>
          </a:prstGeom>
        </p:spPr>
        <p:txBody>
          <a:bodyPr spcFirstLastPara="1" vert="horz" wrap="square" lIns="121900" tIns="121900" rIns="121900" bIns="121900" spcCol="365760" rtlCol="0" anchor="t" anchorCtr="0">
            <a:normAutofit fontScale="70000" lnSpcReduction="20000"/>
          </a:bodyPr>
          <a:lstStyle/>
          <a:p>
            <a:pPr marL="0" indent="0">
              <a:buNone/>
            </a:pPr>
            <a:r>
              <a:rPr lang="en" sz="3333" b="1" u="sng" dirty="0"/>
              <a:t>Pre Class Problem 1 - The ULTIMATE RPS Simulation (20 min)</a:t>
            </a:r>
            <a:endParaRPr sz="3333" b="1" u="sng" dirty="0"/>
          </a:p>
          <a:p>
            <a:pPr marL="0" indent="0">
              <a:spcBef>
                <a:spcPts val="1600"/>
              </a:spcBef>
              <a:buNone/>
            </a:pPr>
            <a:r>
              <a:rPr lang="en" sz="3333" b="1" dirty="0"/>
              <a:t>Starting from scratch </a:t>
            </a:r>
            <a:r>
              <a:rPr lang="en" sz="3333" dirty="0"/>
              <a:t>write a python script that allows you to play rock, paper, scissors against the computer.</a:t>
            </a:r>
            <a:endParaRPr sz="3333" dirty="0"/>
          </a:p>
          <a:p>
            <a:pPr marL="0" indent="0">
              <a:spcBef>
                <a:spcPts val="1600"/>
              </a:spcBef>
              <a:buNone/>
            </a:pPr>
            <a:r>
              <a:rPr lang="en" sz="3333" i="1" dirty="0"/>
              <a:t>However</a:t>
            </a:r>
            <a:r>
              <a:rPr lang="en" sz="3333" dirty="0"/>
              <a:t>, in this version you will ask the user how many games they want to play to determine the overall winner.  The computer has other things to do, so it will only accept playing the best of 1 to 9 games.</a:t>
            </a:r>
            <a:br>
              <a:rPr lang="en" sz="3333" dirty="0"/>
            </a:br>
            <a:br>
              <a:rPr lang="en" sz="3333" dirty="0"/>
            </a:br>
            <a:r>
              <a:rPr lang="en" sz="3333" dirty="0"/>
              <a:t>Example:  How many games would you like to play to determine who is the ultimate winner?  </a:t>
            </a:r>
            <a:br>
              <a:rPr lang="en" sz="3333" dirty="0"/>
            </a:br>
            <a:br>
              <a:rPr lang="en" sz="3333" dirty="0"/>
            </a:br>
            <a:r>
              <a:rPr lang="en" sz="3333" dirty="0"/>
              <a:t>Implied:  User input can only be an odd number from 1 to 9.  Continue to ask the user to re-enter how many games they would like to play until the user meets these criteria.  </a:t>
            </a:r>
            <a:endParaRPr sz="3333" dirty="0"/>
          </a:p>
          <a:p>
            <a:pPr marL="0" indent="0">
              <a:spcBef>
                <a:spcPts val="1600"/>
              </a:spcBef>
              <a:buNone/>
            </a:pPr>
            <a:r>
              <a:rPr lang="en" sz="3333" dirty="0"/>
              <a:t>Also implied:  If the user wants to play the best of 3 games, and wins the first two, they do not need to play a third game.</a:t>
            </a:r>
            <a:endParaRPr sz="3333" dirty="0"/>
          </a:p>
          <a:p>
            <a:pPr marL="0" indent="0">
              <a:spcBef>
                <a:spcPts val="1600"/>
              </a:spcBef>
              <a:buNone/>
            </a:pPr>
            <a:r>
              <a:rPr lang="en" sz="3333" b="1" dirty="0"/>
              <a:t>Bonus:  </a:t>
            </a:r>
            <a:r>
              <a:rPr lang="en" sz="3333" dirty="0"/>
              <a:t>Incorporate ASCII-ART and delays into your game to add some flare.</a:t>
            </a:r>
            <a:endParaRPr sz="3333" dirty="0"/>
          </a:p>
          <a:p>
            <a:pPr marL="0" indent="0">
              <a:spcBef>
                <a:spcPts val="1600"/>
              </a:spcBef>
              <a:buNone/>
            </a:pPr>
            <a:r>
              <a:rPr lang="en" sz="3333" b="1" u="sng" dirty="0"/>
              <a:t>DO NOT USE GENERATIVE AI – PUSH YOURSELF TO FIGURE THIS OUT</a:t>
            </a:r>
            <a:endParaRPr sz="3333" b="1" u="sng" dirty="0"/>
          </a:p>
          <a:p>
            <a:pPr marL="0" indent="0">
              <a:spcBef>
                <a:spcPts val="1600"/>
              </a:spcBef>
              <a:buNone/>
            </a:pPr>
            <a:endParaRPr dirty="0"/>
          </a:p>
          <a:p>
            <a:pPr marL="0" indent="0">
              <a:spcBef>
                <a:spcPts val="1600"/>
              </a:spcBef>
              <a:spcAft>
                <a:spcPts val="1600"/>
              </a:spcAft>
              <a:buNone/>
            </a:pP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5"/>
          <p:cNvSpPr txBox="1">
            <a:spLocks noGrp="1"/>
          </p:cNvSpPr>
          <p:nvPr>
            <p:ph type="body" idx="1"/>
          </p:nvPr>
        </p:nvSpPr>
        <p:spPr>
          <a:xfrm>
            <a:off x="415600" y="284900"/>
            <a:ext cx="11360800" cy="6323600"/>
          </a:xfrm>
          <a:prstGeom prst="rect">
            <a:avLst/>
          </a:prstGeom>
        </p:spPr>
        <p:txBody>
          <a:bodyPr spcFirstLastPara="1" vert="horz" wrap="square" lIns="121900" tIns="121900" rIns="121900" bIns="121900" spcCol="365760" rtlCol="0" anchor="t" anchorCtr="0">
            <a:normAutofit/>
          </a:bodyPr>
          <a:lstStyle/>
          <a:p>
            <a:pPr marL="0" indent="0">
              <a:buNone/>
            </a:pPr>
            <a:r>
              <a:rPr lang="en" sz="3333" b="1" u="sng"/>
              <a:t>Problem 1 Assessment</a:t>
            </a:r>
            <a:endParaRPr sz="3333" b="1" u="sng"/>
          </a:p>
          <a:p>
            <a:pPr marL="0" indent="0">
              <a:spcBef>
                <a:spcPts val="1600"/>
              </a:spcBef>
              <a:buNone/>
            </a:pPr>
            <a:endParaRPr/>
          </a:p>
          <a:p>
            <a:pPr marL="0" indent="0">
              <a:spcBef>
                <a:spcPts val="1600"/>
              </a:spcBef>
              <a:spcAft>
                <a:spcPts val="1600"/>
              </a:spcAft>
              <a:buNone/>
            </a:pPr>
            <a:endParaRPr/>
          </a:p>
        </p:txBody>
      </p:sp>
      <p:graphicFrame>
        <p:nvGraphicFramePr>
          <p:cNvPr id="65" name="Google Shape;65;p15"/>
          <p:cNvGraphicFramePr/>
          <p:nvPr>
            <p:extLst>
              <p:ext uri="{D42A27DB-BD31-4B8C-83A1-F6EECF244321}">
                <p14:modId xmlns:p14="http://schemas.microsoft.com/office/powerpoint/2010/main" val="1828954826"/>
              </p:ext>
            </p:extLst>
          </p:nvPr>
        </p:nvGraphicFramePr>
        <p:xfrm>
          <a:off x="1270000" y="1254580"/>
          <a:ext cx="9652000" cy="5318520"/>
        </p:xfrm>
        <a:graphic>
          <a:graphicData uri="http://schemas.openxmlformats.org/drawingml/2006/table">
            <a:tbl>
              <a:tblPr>
                <a:noFill/>
              </a:tblPr>
              <a:tblGrid>
                <a:gridCol w="1303533">
                  <a:extLst>
                    <a:ext uri="{9D8B030D-6E8A-4147-A177-3AD203B41FA5}">
                      <a16:colId xmlns:a16="http://schemas.microsoft.com/office/drawing/2014/main" val="20000"/>
                    </a:ext>
                  </a:extLst>
                </a:gridCol>
                <a:gridCol w="8348467">
                  <a:extLst>
                    <a:ext uri="{9D8B030D-6E8A-4147-A177-3AD203B41FA5}">
                      <a16:colId xmlns:a16="http://schemas.microsoft.com/office/drawing/2014/main" val="20001"/>
                    </a:ext>
                  </a:extLst>
                </a:gridCol>
              </a:tblGrid>
              <a:tr h="589240">
                <a:tc>
                  <a:txBody>
                    <a:bodyPr/>
                    <a:lstStyle/>
                    <a:p>
                      <a:pPr marL="0" lvl="0" indent="0" algn="l" rtl="0">
                        <a:spcBef>
                          <a:spcPts val="0"/>
                        </a:spcBef>
                        <a:spcAft>
                          <a:spcPts val="0"/>
                        </a:spcAft>
                        <a:buNone/>
                      </a:pPr>
                      <a:r>
                        <a:rPr lang="en" sz="2300"/>
                        <a:t>Grade</a:t>
                      </a:r>
                      <a:endParaRPr sz="2300"/>
                    </a:p>
                  </a:txBody>
                  <a:tcPr marL="121900" marR="121900" marT="121900" marB="121900"/>
                </a:tc>
                <a:tc>
                  <a:txBody>
                    <a:bodyPr/>
                    <a:lstStyle/>
                    <a:p>
                      <a:pPr marL="0" lvl="0" indent="0" algn="l" rtl="0">
                        <a:spcBef>
                          <a:spcPts val="0"/>
                        </a:spcBef>
                        <a:spcAft>
                          <a:spcPts val="0"/>
                        </a:spcAft>
                        <a:buNone/>
                      </a:pPr>
                      <a:r>
                        <a:rPr lang="en" sz="2300"/>
                        <a:t>Criteria</a:t>
                      </a:r>
                      <a:endParaRPr sz="2300"/>
                    </a:p>
                  </a:txBody>
                  <a:tcPr marL="121900" marR="121900" marT="121900" marB="121900"/>
                </a:tc>
                <a:extLst>
                  <a:ext uri="{0D108BD9-81ED-4DB2-BD59-A6C34878D82A}">
                    <a16:rowId xmlns:a16="http://schemas.microsoft.com/office/drawing/2014/main" val="10000"/>
                  </a:ext>
                </a:extLst>
              </a:tr>
              <a:tr h="589240">
                <a:tc>
                  <a:txBody>
                    <a:bodyPr/>
                    <a:lstStyle/>
                    <a:p>
                      <a:pPr marL="0" lvl="0" indent="0" algn="l" rtl="0">
                        <a:spcBef>
                          <a:spcPts val="0"/>
                        </a:spcBef>
                        <a:spcAft>
                          <a:spcPts val="0"/>
                        </a:spcAft>
                        <a:buNone/>
                      </a:pPr>
                      <a:r>
                        <a:rPr lang="en" sz="2300"/>
                        <a:t>D</a:t>
                      </a:r>
                      <a:endParaRPr sz="2300"/>
                    </a:p>
                  </a:txBody>
                  <a:tcPr marL="121900" marR="121900" marT="121900" marB="121900"/>
                </a:tc>
                <a:tc>
                  <a:txBody>
                    <a:bodyPr/>
                    <a:lstStyle/>
                    <a:p>
                      <a:pPr marL="0" lvl="0" indent="0" algn="l" rtl="0">
                        <a:spcBef>
                          <a:spcPts val="0"/>
                        </a:spcBef>
                        <a:spcAft>
                          <a:spcPts val="0"/>
                        </a:spcAft>
                        <a:buNone/>
                      </a:pPr>
                      <a:r>
                        <a:rPr lang="en" sz="2300"/>
                        <a:t>You can play one game of RPS against the computer.</a:t>
                      </a:r>
                      <a:endParaRPr sz="2300"/>
                    </a:p>
                  </a:txBody>
                  <a:tcPr marL="121900" marR="121900" marT="121900" marB="121900"/>
                </a:tc>
                <a:extLst>
                  <a:ext uri="{0D108BD9-81ED-4DB2-BD59-A6C34878D82A}">
                    <a16:rowId xmlns:a16="http://schemas.microsoft.com/office/drawing/2014/main" val="10001"/>
                  </a:ext>
                </a:extLst>
              </a:tr>
              <a:tr h="1280120">
                <a:tc>
                  <a:txBody>
                    <a:bodyPr/>
                    <a:lstStyle/>
                    <a:p>
                      <a:pPr marL="0" lvl="0" indent="0" algn="l" rtl="0">
                        <a:spcBef>
                          <a:spcPts val="0"/>
                        </a:spcBef>
                        <a:spcAft>
                          <a:spcPts val="0"/>
                        </a:spcAft>
                        <a:buNone/>
                      </a:pPr>
                      <a:r>
                        <a:rPr lang="en" sz="2300"/>
                        <a:t>C</a:t>
                      </a:r>
                      <a:endParaRPr sz="2300"/>
                    </a:p>
                  </a:txBody>
                  <a:tcPr marL="121900" marR="121900" marT="121900" marB="121900"/>
                </a:tc>
                <a:tc>
                  <a:txBody>
                    <a:bodyPr/>
                    <a:lstStyle/>
                    <a:p>
                      <a:pPr marL="0" lvl="0" indent="0" algn="l" rtl="0">
                        <a:spcBef>
                          <a:spcPts val="0"/>
                        </a:spcBef>
                        <a:spcAft>
                          <a:spcPts val="0"/>
                        </a:spcAft>
                        <a:buNone/>
                      </a:pPr>
                      <a:r>
                        <a:rPr lang="en" sz="2300"/>
                        <a:t>You can specify the number of games to play, but the computer plays all of the games without determining “best of” the number of games.</a:t>
                      </a:r>
                      <a:endParaRPr sz="2300"/>
                    </a:p>
                  </a:txBody>
                  <a:tcPr marL="121900" marR="121900" marT="121900" marB="121900"/>
                </a:tc>
                <a:extLst>
                  <a:ext uri="{0D108BD9-81ED-4DB2-BD59-A6C34878D82A}">
                    <a16:rowId xmlns:a16="http://schemas.microsoft.com/office/drawing/2014/main" val="10002"/>
                  </a:ext>
                </a:extLst>
              </a:tr>
              <a:tr h="934680">
                <a:tc>
                  <a:txBody>
                    <a:bodyPr/>
                    <a:lstStyle/>
                    <a:p>
                      <a:pPr marL="0" lvl="0" indent="0" algn="l" rtl="0">
                        <a:spcBef>
                          <a:spcPts val="0"/>
                        </a:spcBef>
                        <a:spcAft>
                          <a:spcPts val="0"/>
                        </a:spcAft>
                        <a:buNone/>
                      </a:pPr>
                      <a:r>
                        <a:rPr lang="en" sz="2300"/>
                        <a:t>B</a:t>
                      </a:r>
                      <a:endParaRPr sz="2300"/>
                    </a:p>
                  </a:txBody>
                  <a:tcPr marL="121900" marR="121900" marT="121900" marB="121900"/>
                </a:tc>
                <a:tc>
                  <a:txBody>
                    <a:bodyPr/>
                    <a:lstStyle/>
                    <a:p>
                      <a:pPr marL="0" lvl="0" indent="0" algn="l" rtl="0">
                        <a:spcBef>
                          <a:spcPts val="0"/>
                        </a:spcBef>
                        <a:spcAft>
                          <a:spcPts val="0"/>
                        </a:spcAft>
                        <a:buNone/>
                      </a:pPr>
                      <a:r>
                        <a:rPr lang="en" sz="2300"/>
                        <a:t>Input is validated correctly, so only 1, 3, 5, 7, or 9 games can be played.</a:t>
                      </a:r>
                      <a:endParaRPr sz="2300"/>
                    </a:p>
                  </a:txBody>
                  <a:tcPr marL="121900" marR="121900" marT="121900" marB="121900"/>
                </a:tc>
                <a:extLst>
                  <a:ext uri="{0D108BD9-81ED-4DB2-BD59-A6C34878D82A}">
                    <a16:rowId xmlns:a16="http://schemas.microsoft.com/office/drawing/2014/main" val="10003"/>
                  </a:ext>
                </a:extLst>
              </a:tr>
              <a:tr h="1280120">
                <a:tc>
                  <a:txBody>
                    <a:bodyPr/>
                    <a:lstStyle/>
                    <a:p>
                      <a:pPr marL="0" lvl="0" indent="0" algn="l" rtl="0">
                        <a:spcBef>
                          <a:spcPts val="0"/>
                        </a:spcBef>
                        <a:spcAft>
                          <a:spcPts val="0"/>
                        </a:spcAft>
                        <a:buNone/>
                      </a:pPr>
                      <a:r>
                        <a:rPr lang="en" sz="2300"/>
                        <a:t>A</a:t>
                      </a:r>
                      <a:endParaRPr sz="2300"/>
                    </a:p>
                  </a:txBody>
                  <a:tcPr marL="121900" marR="121900" marT="121900" marB="121900"/>
                </a:tc>
                <a:tc>
                  <a:txBody>
                    <a:bodyPr/>
                    <a:lstStyle/>
                    <a:p>
                      <a:pPr marL="0" lvl="0" indent="0" algn="l" rtl="0">
                        <a:spcBef>
                          <a:spcPts val="0"/>
                        </a:spcBef>
                        <a:spcAft>
                          <a:spcPts val="0"/>
                        </a:spcAft>
                        <a:buNone/>
                      </a:pPr>
                      <a:r>
                        <a:rPr lang="en" sz="2300"/>
                        <a:t>Input is validated correctly, and the game incorporates best-of analysis (i.e. if the user wants to play 3 games and wins the first 2, the third game will not be played.</a:t>
                      </a:r>
                      <a:endParaRPr sz="2300"/>
                    </a:p>
                  </a:txBody>
                  <a:tcPr marL="121900" marR="121900" marT="121900" marB="121900"/>
                </a:tc>
                <a:extLst>
                  <a:ext uri="{0D108BD9-81ED-4DB2-BD59-A6C34878D82A}">
                    <a16:rowId xmlns:a16="http://schemas.microsoft.com/office/drawing/2014/main" val="10004"/>
                  </a:ext>
                </a:extLst>
              </a:tr>
              <a:tr h="589240">
                <a:tc>
                  <a:txBody>
                    <a:bodyPr/>
                    <a:lstStyle/>
                    <a:p>
                      <a:pPr marL="0" lvl="0" indent="0" algn="l" rtl="0">
                        <a:spcBef>
                          <a:spcPts val="0"/>
                        </a:spcBef>
                        <a:spcAft>
                          <a:spcPts val="0"/>
                        </a:spcAft>
                        <a:buNone/>
                      </a:pPr>
                      <a:r>
                        <a:rPr lang="en" sz="2300"/>
                        <a:t>A+</a:t>
                      </a:r>
                      <a:endParaRPr sz="2300"/>
                    </a:p>
                  </a:txBody>
                  <a:tcPr marL="121900" marR="121900" marT="121900" marB="121900"/>
                </a:tc>
                <a:tc>
                  <a:txBody>
                    <a:bodyPr/>
                    <a:lstStyle/>
                    <a:p>
                      <a:pPr marL="0" lvl="0" indent="0" algn="l" rtl="0">
                        <a:spcBef>
                          <a:spcPts val="0"/>
                        </a:spcBef>
                        <a:spcAft>
                          <a:spcPts val="0"/>
                        </a:spcAft>
                        <a:buNone/>
                      </a:pPr>
                      <a:r>
                        <a:rPr lang="en" sz="2300" dirty="0"/>
                        <a:t>Added ASCII Art and delays for style</a:t>
                      </a:r>
                      <a:endParaRPr sz="2300" dirty="0"/>
                    </a:p>
                  </a:txBody>
                  <a:tcPr marL="121900" marR="121900" marT="121900" marB="121900"/>
                </a:tc>
                <a:extLst>
                  <a:ext uri="{0D108BD9-81ED-4DB2-BD59-A6C34878D82A}">
                    <a16:rowId xmlns:a16="http://schemas.microsoft.com/office/drawing/2014/main" val="1000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16"/>
          <p:cNvSpPr txBox="1">
            <a:spLocks noGrp="1"/>
          </p:cNvSpPr>
          <p:nvPr>
            <p:ph type="body" idx="1"/>
          </p:nvPr>
        </p:nvSpPr>
        <p:spPr>
          <a:xfrm>
            <a:off x="415600" y="284900"/>
            <a:ext cx="11360800" cy="6323600"/>
          </a:xfrm>
          <a:prstGeom prst="rect">
            <a:avLst/>
          </a:prstGeom>
        </p:spPr>
        <p:txBody>
          <a:bodyPr spcFirstLastPara="1" vert="horz" wrap="square" lIns="121900" tIns="121900" rIns="121900" bIns="121900" spcCol="365760" rtlCol="0" anchor="t" anchorCtr="0">
            <a:noAutofit/>
          </a:bodyPr>
          <a:lstStyle/>
          <a:p>
            <a:pPr marL="0" indent="0">
              <a:buNone/>
            </a:pPr>
            <a:r>
              <a:rPr lang="en" sz="2000" b="1" u="sng" dirty="0"/>
              <a:t>Pre Class Problem 2 - Pizza Shop Shenanigans (20 min)</a:t>
            </a:r>
            <a:endParaRPr sz="2000" b="1" u="sng" dirty="0"/>
          </a:p>
          <a:p>
            <a:pPr marL="0" indent="0">
              <a:spcBef>
                <a:spcPts val="1600"/>
              </a:spcBef>
              <a:buNone/>
            </a:pPr>
            <a:r>
              <a:rPr lang="en" sz="2000" dirty="0"/>
              <a:t>Your local pizza shop (“Byte da Pi”) is rolling out so-called ‘deals’ on the regular, but you’ve become suspicious if they are </a:t>
            </a:r>
            <a:r>
              <a:rPr lang="en" sz="2000" i="1" dirty="0"/>
              <a:t>actually deals</a:t>
            </a:r>
            <a:r>
              <a:rPr lang="en" sz="2000" dirty="0"/>
              <a:t>.</a:t>
            </a:r>
            <a:endParaRPr sz="2000" dirty="0"/>
          </a:p>
          <a:p>
            <a:pPr marL="0" indent="0">
              <a:spcBef>
                <a:spcPts val="1600"/>
              </a:spcBef>
              <a:buNone/>
            </a:pPr>
            <a:r>
              <a:rPr lang="en" sz="2000" dirty="0"/>
              <a:t>For instance, this week Byte da Pi is offering two small pizzas (10” diameter) for $19.99.  However, their regular priced large pizza (16” diameter) is priced $20.99.  Are the two small pizzas really a deal at $19.99?</a:t>
            </a:r>
            <a:endParaRPr sz="2000" dirty="0"/>
          </a:p>
          <a:p>
            <a:pPr marL="0" indent="0">
              <a:spcBef>
                <a:spcPts val="1600"/>
              </a:spcBef>
              <a:buNone/>
            </a:pPr>
            <a:r>
              <a:rPr lang="en" sz="2000" dirty="0"/>
              <a:t>Implied:  You need to determine the area of the pizzas.</a:t>
            </a:r>
            <a:endParaRPr sz="2000" dirty="0"/>
          </a:p>
          <a:p>
            <a:pPr marL="0" indent="0">
              <a:spcBef>
                <a:spcPts val="1600"/>
              </a:spcBef>
              <a:buNone/>
            </a:pPr>
            <a:r>
              <a:rPr lang="en" sz="2000" dirty="0"/>
              <a:t>Solve for this specific deal, and then create two functions to help you solve for </a:t>
            </a:r>
            <a:r>
              <a:rPr lang="en" sz="2000" i="1" dirty="0"/>
              <a:t>any</a:t>
            </a:r>
            <a:r>
              <a:rPr lang="en" sz="2000" dirty="0"/>
              <a:t> deal.</a:t>
            </a:r>
            <a:endParaRPr sz="2000" dirty="0"/>
          </a:p>
          <a:p>
            <a:pPr marL="0" indent="0">
              <a:spcBef>
                <a:spcPts val="1600"/>
              </a:spcBef>
              <a:buNone/>
            </a:pPr>
            <a:r>
              <a:rPr lang="en" sz="2000" dirty="0"/>
              <a:t>The first function should determine the price per square inch of pizza.  </a:t>
            </a:r>
            <a:r>
              <a:rPr lang="en" sz="2000" b="1" dirty="0"/>
              <a:t>How many parameters will this function have?</a:t>
            </a:r>
            <a:endParaRPr sz="2000" b="1" dirty="0"/>
          </a:p>
          <a:p>
            <a:pPr marL="0" indent="0">
              <a:spcBef>
                <a:spcPts val="1600"/>
              </a:spcBef>
              <a:buNone/>
            </a:pPr>
            <a:r>
              <a:rPr lang="en" sz="2000" dirty="0"/>
              <a:t>The second function should compare deals based on $/in</a:t>
            </a:r>
            <a:r>
              <a:rPr lang="en" sz="2000" baseline="30000" dirty="0"/>
              <a:t>2</a:t>
            </a:r>
            <a:r>
              <a:rPr lang="en" sz="2000" dirty="0"/>
              <a:t> and quantity of pizzas offered in the deal.  </a:t>
            </a:r>
            <a:r>
              <a:rPr lang="en" sz="2000" b="1" dirty="0"/>
              <a:t>This function should have four parameters. What are they?</a:t>
            </a:r>
            <a:endParaRPr sz="2000" b="1" dirty="0"/>
          </a:p>
          <a:p>
            <a:pPr marL="0" indent="0">
              <a:spcBef>
                <a:spcPts val="1600"/>
              </a:spcBef>
              <a:buNone/>
            </a:pPr>
            <a:r>
              <a:rPr lang="en" sz="2000" b="1" dirty="0"/>
              <a:t>BONUS:  </a:t>
            </a:r>
            <a:r>
              <a:rPr lang="en" sz="2000" dirty="0"/>
              <a:t>If your program finds it to be a good deal, your python script should open the webpage of a local pizza shop.  If your program finds it to be a bad deal, tell the user, and open the webpage of a pizza chain (Dominoes/Papa Johns…).  Also add ASCII Art.</a:t>
            </a:r>
            <a:endParaRPr sz="2000" dirty="0"/>
          </a:p>
          <a:p>
            <a:pPr marL="0" indent="0">
              <a:spcBef>
                <a:spcPts val="1600"/>
              </a:spcBef>
              <a:spcAft>
                <a:spcPts val="1600"/>
              </a:spcAft>
              <a:buNone/>
            </a:pPr>
            <a:endParaRPr sz="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7"/>
          <p:cNvSpPr txBox="1">
            <a:spLocks noGrp="1"/>
          </p:cNvSpPr>
          <p:nvPr>
            <p:ph type="body" idx="1"/>
          </p:nvPr>
        </p:nvSpPr>
        <p:spPr>
          <a:xfrm>
            <a:off x="415600" y="284900"/>
            <a:ext cx="11360800" cy="6323600"/>
          </a:xfrm>
          <a:prstGeom prst="rect">
            <a:avLst/>
          </a:prstGeom>
        </p:spPr>
        <p:txBody>
          <a:bodyPr spcFirstLastPara="1" vert="horz" wrap="square" lIns="121900" tIns="121900" rIns="121900" bIns="121900" spcCol="365760" rtlCol="0" anchor="t" anchorCtr="0">
            <a:normAutofit/>
          </a:bodyPr>
          <a:lstStyle/>
          <a:p>
            <a:pPr marL="0" indent="0">
              <a:buNone/>
            </a:pPr>
            <a:r>
              <a:rPr lang="en" sz="3333" b="1" u="sng"/>
              <a:t>Problem 2 Assessment</a:t>
            </a:r>
            <a:endParaRPr sz="3333" b="1" u="sng"/>
          </a:p>
          <a:p>
            <a:pPr marL="0" indent="0">
              <a:spcBef>
                <a:spcPts val="1600"/>
              </a:spcBef>
              <a:buNone/>
            </a:pPr>
            <a:endParaRPr/>
          </a:p>
          <a:p>
            <a:pPr marL="0" indent="0">
              <a:spcBef>
                <a:spcPts val="1600"/>
              </a:spcBef>
              <a:spcAft>
                <a:spcPts val="1600"/>
              </a:spcAft>
              <a:buNone/>
            </a:pPr>
            <a:endParaRPr/>
          </a:p>
        </p:txBody>
      </p:sp>
      <p:graphicFrame>
        <p:nvGraphicFramePr>
          <p:cNvPr id="76" name="Google Shape;76;p17"/>
          <p:cNvGraphicFramePr/>
          <p:nvPr/>
        </p:nvGraphicFramePr>
        <p:xfrm>
          <a:off x="1270000" y="1497933"/>
          <a:ext cx="9652000" cy="3916440"/>
        </p:xfrm>
        <a:graphic>
          <a:graphicData uri="http://schemas.openxmlformats.org/drawingml/2006/table">
            <a:tbl>
              <a:tblPr>
                <a:noFill/>
              </a:tblPr>
              <a:tblGrid>
                <a:gridCol w="1303533">
                  <a:extLst>
                    <a:ext uri="{9D8B030D-6E8A-4147-A177-3AD203B41FA5}">
                      <a16:colId xmlns:a16="http://schemas.microsoft.com/office/drawing/2014/main" val="20000"/>
                    </a:ext>
                  </a:extLst>
                </a:gridCol>
                <a:gridCol w="8348467">
                  <a:extLst>
                    <a:ext uri="{9D8B030D-6E8A-4147-A177-3AD203B41FA5}">
                      <a16:colId xmlns:a16="http://schemas.microsoft.com/office/drawing/2014/main" val="20001"/>
                    </a:ext>
                  </a:extLst>
                </a:gridCol>
              </a:tblGrid>
              <a:tr h="589240">
                <a:tc>
                  <a:txBody>
                    <a:bodyPr/>
                    <a:lstStyle/>
                    <a:p>
                      <a:pPr marL="0" lvl="0" indent="0" algn="l" rtl="0">
                        <a:spcBef>
                          <a:spcPts val="0"/>
                        </a:spcBef>
                        <a:spcAft>
                          <a:spcPts val="0"/>
                        </a:spcAft>
                        <a:buNone/>
                      </a:pPr>
                      <a:r>
                        <a:rPr lang="en" sz="2300"/>
                        <a:t>Grade</a:t>
                      </a:r>
                      <a:endParaRPr sz="2300"/>
                    </a:p>
                  </a:txBody>
                  <a:tcPr marL="121900" marR="121900" marT="121900" marB="121900"/>
                </a:tc>
                <a:tc>
                  <a:txBody>
                    <a:bodyPr/>
                    <a:lstStyle/>
                    <a:p>
                      <a:pPr marL="0" lvl="0" indent="0" algn="l" rtl="0">
                        <a:spcBef>
                          <a:spcPts val="0"/>
                        </a:spcBef>
                        <a:spcAft>
                          <a:spcPts val="0"/>
                        </a:spcAft>
                        <a:buNone/>
                      </a:pPr>
                      <a:r>
                        <a:rPr lang="en" sz="2300"/>
                        <a:t>Criteria</a:t>
                      </a:r>
                      <a:endParaRPr sz="2300"/>
                    </a:p>
                  </a:txBody>
                  <a:tcPr marL="121900" marR="121900" marT="121900" marB="121900"/>
                </a:tc>
                <a:extLst>
                  <a:ext uri="{0D108BD9-81ED-4DB2-BD59-A6C34878D82A}">
                    <a16:rowId xmlns:a16="http://schemas.microsoft.com/office/drawing/2014/main" val="10000"/>
                  </a:ext>
                </a:extLst>
              </a:tr>
              <a:tr h="589240">
                <a:tc>
                  <a:txBody>
                    <a:bodyPr/>
                    <a:lstStyle/>
                    <a:p>
                      <a:pPr marL="0" lvl="0" indent="0" algn="l" rtl="0">
                        <a:spcBef>
                          <a:spcPts val="0"/>
                        </a:spcBef>
                        <a:spcAft>
                          <a:spcPts val="0"/>
                        </a:spcAft>
                        <a:buNone/>
                      </a:pPr>
                      <a:r>
                        <a:rPr lang="en" sz="2300"/>
                        <a:t>D</a:t>
                      </a:r>
                      <a:endParaRPr sz="2300"/>
                    </a:p>
                  </a:txBody>
                  <a:tcPr marL="121900" marR="121900" marT="121900" marB="121900"/>
                </a:tc>
                <a:tc>
                  <a:txBody>
                    <a:bodyPr/>
                    <a:lstStyle/>
                    <a:p>
                      <a:pPr marL="0" lvl="0" indent="0" algn="l" rtl="0">
                        <a:spcBef>
                          <a:spcPts val="0"/>
                        </a:spcBef>
                        <a:spcAft>
                          <a:spcPts val="0"/>
                        </a:spcAft>
                        <a:buNone/>
                      </a:pPr>
                      <a:r>
                        <a:rPr lang="en" sz="2300"/>
                        <a:t>You correctly solve the given deal</a:t>
                      </a:r>
                      <a:endParaRPr sz="2300"/>
                    </a:p>
                  </a:txBody>
                  <a:tcPr marL="121900" marR="121900" marT="121900" marB="121900"/>
                </a:tc>
                <a:extLst>
                  <a:ext uri="{0D108BD9-81ED-4DB2-BD59-A6C34878D82A}">
                    <a16:rowId xmlns:a16="http://schemas.microsoft.com/office/drawing/2014/main" val="10001"/>
                  </a:ext>
                </a:extLst>
              </a:tr>
              <a:tr h="589240">
                <a:tc>
                  <a:txBody>
                    <a:bodyPr/>
                    <a:lstStyle/>
                    <a:p>
                      <a:pPr marL="0" lvl="0" indent="0" algn="l" rtl="0">
                        <a:spcBef>
                          <a:spcPts val="0"/>
                        </a:spcBef>
                        <a:spcAft>
                          <a:spcPts val="0"/>
                        </a:spcAft>
                        <a:buNone/>
                      </a:pPr>
                      <a:r>
                        <a:rPr lang="en" sz="2300"/>
                        <a:t>C</a:t>
                      </a:r>
                      <a:endParaRPr sz="2300"/>
                    </a:p>
                  </a:txBody>
                  <a:tcPr marL="121900" marR="121900" marT="121900" marB="121900"/>
                </a:tc>
                <a:tc>
                  <a:txBody>
                    <a:bodyPr/>
                    <a:lstStyle/>
                    <a:p>
                      <a:pPr marL="0" lvl="0" indent="0" algn="l" rtl="0">
                        <a:spcBef>
                          <a:spcPts val="0"/>
                        </a:spcBef>
                        <a:spcAft>
                          <a:spcPts val="0"/>
                        </a:spcAft>
                        <a:buNone/>
                      </a:pPr>
                      <a:r>
                        <a:rPr lang="en" sz="2300"/>
                        <a:t>You write a function to determine price per in squared.</a:t>
                      </a:r>
                      <a:endParaRPr sz="2300"/>
                    </a:p>
                  </a:txBody>
                  <a:tcPr marL="121900" marR="121900" marT="121900" marB="121900"/>
                </a:tc>
                <a:extLst>
                  <a:ext uri="{0D108BD9-81ED-4DB2-BD59-A6C34878D82A}">
                    <a16:rowId xmlns:a16="http://schemas.microsoft.com/office/drawing/2014/main" val="10002"/>
                  </a:ext>
                </a:extLst>
              </a:tr>
              <a:tr h="589240">
                <a:tc>
                  <a:txBody>
                    <a:bodyPr/>
                    <a:lstStyle/>
                    <a:p>
                      <a:pPr marL="0" lvl="0" indent="0" algn="l" rtl="0">
                        <a:spcBef>
                          <a:spcPts val="0"/>
                        </a:spcBef>
                        <a:spcAft>
                          <a:spcPts val="0"/>
                        </a:spcAft>
                        <a:buNone/>
                      </a:pPr>
                      <a:r>
                        <a:rPr lang="en" sz="2300"/>
                        <a:t>B</a:t>
                      </a:r>
                      <a:endParaRPr sz="2300"/>
                    </a:p>
                  </a:txBody>
                  <a:tcPr marL="121900" marR="121900" marT="121900" marB="121900"/>
                </a:tc>
                <a:tc>
                  <a:txBody>
                    <a:bodyPr/>
                    <a:lstStyle/>
                    <a:p>
                      <a:pPr marL="0" lvl="0" indent="0" algn="l" rtl="0">
                        <a:spcBef>
                          <a:spcPts val="0"/>
                        </a:spcBef>
                        <a:spcAft>
                          <a:spcPts val="0"/>
                        </a:spcAft>
                        <a:buNone/>
                      </a:pPr>
                      <a:r>
                        <a:rPr lang="en" sz="2300"/>
                        <a:t>You write a function to compare prices and quantity of pizzas.</a:t>
                      </a:r>
                      <a:endParaRPr sz="2300"/>
                    </a:p>
                  </a:txBody>
                  <a:tcPr marL="121900" marR="121900" marT="121900" marB="121900"/>
                </a:tc>
                <a:extLst>
                  <a:ext uri="{0D108BD9-81ED-4DB2-BD59-A6C34878D82A}">
                    <a16:rowId xmlns:a16="http://schemas.microsoft.com/office/drawing/2014/main" val="10003"/>
                  </a:ext>
                </a:extLst>
              </a:tr>
              <a:tr h="934680">
                <a:tc>
                  <a:txBody>
                    <a:bodyPr/>
                    <a:lstStyle/>
                    <a:p>
                      <a:pPr marL="0" lvl="0" indent="0" algn="l" rtl="0">
                        <a:spcBef>
                          <a:spcPts val="0"/>
                        </a:spcBef>
                        <a:spcAft>
                          <a:spcPts val="0"/>
                        </a:spcAft>
                        <a:buNone/>
                      </a:pPr>
                      <a:r>
                        <a:rPr lang="en" sz="2300"/>
                        <a:t>A</a:t>
                      </a:r>
                      <a:endParaRPr sz="2300"/>
                    </a:p>
                  </a:txBody>
                  <a:tcPr marL="121900" marR="121900" marT="121900" marB="121900"/>
                </a:tc>
                <a:tc>
                  <a:txBody>
                    <a:bodyPr/>
                    <a:lstStyle/>
                    <a:p>
                      <a:pPr marL="0" lvl="0" indent="0" algn="l" rtl="0">
                        <a:spcBef>
                          <a:spcPts val="0"/>
                        </a:spcBef>
                        <a:spcAft>
                          <a:spcPts val="0"/>
                        </a:spcAft>
                        <a:buNone/>
                      </a:pPr>
                      <a:r>
                        <a:rPr lang="en" sz="2300"/>
                        <a:t>Your python script successfully opens webpages based on the outcome.</a:t>
                      </a:r>
                      <a:endParaRPr sz="2300"/>
                    </a:p>
                  </a:txBody>
                  <a:tcPr marL="121900" marR="121900" marT="121900" marB="121900"/>
                </a:tc>
                <a:extLst>
                  <a:ext uri="{0D108BD9-81ED-4DB2-BD59-A6C34878D82A}">
                    <a16:rowId xmlns:a16="http://schemas.microsoft.com/office/drawing/2014/main" val="10004"/>
                  </a:ext>
                </a:extLst>
              </a:tr>
              <a:tr h="589240">
                <a:tc>
                  <a:txBody>
                    <a:bodyPr/>
                    <a:lstStyle/>
                    <a:p>
                      <a:pPr marL="0" lvl="0" indent="0" algn="l" rtl="0">
                        <a:spcBef>
                          <a:spcPts val="0"/>
                        </a:spcBef>
                        <a:spcAft>
                          <a:spcPts val="0"/>
                        </a:spcAft>
                        <a:buNone/>
                      </a:pPr>
                      <a:r>
                        <a:rPr lang="en" sz="2300"/>
                        <a:t>A+</a:t>
                      </a:r>
                      <a:endParaRPr sz="2300"/>
                    </a:p>
                  </a:txBody>
                  <a:tcPr marL="121900" marR="121900" marT="121900" marB="121900"/>
                </a:tc>
                <a:tc>
                  <a:txBody>
                    <a:bodyPr/>
                    <a:lstStyle/>
                    <a:p>
                      <a:pPr marL="0" lvl="0" indent="0" algn="l" rtl="0">
                        <a:spcBef>
                          <a:spcPts val="0"/>
                        </a:spcBef>
                        <a:spcAft>
                          <a:spcPts val="0"/>
                        </a:spcAft>
                        <a:buNone/>
                      </a:pPr>
                      <a:r>
                        <a:rPr lang="en" sz="2300"/>
                        <a:t>Added ASCII Art</a:t>
                      </a:r>
                      <a:endParaRPr sz="2300"/>
                    </a:p>
                  </a:txBody>
                  <a:tcPr marL="121900" marR="121900" marT="121900" marB="121900"/>
                </a:tc>
                <a:extLst>
                  <a:ext uri="{0D108BD9-81ED-4DB2-BD59-A6C34878D82A}">
                    <a16:rowId xmlns:a16="http://schemas.microsoft.com/office/drawing/2014/main" val="1000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5B1A7-8E0E-589E-EB86-60B4773E06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1A3DAE-54C2-F616-33A3-63FF6D72FBE3}"/>
              </a:ext>
            </a:extLst>
          </p:cNvPr>
          <p:cNvSpPr>
            <a:spLocks noGrp="1"/>
          </p:cNvSpPr>
          <p:nvPr>
            <p:ph type="title"/>
          </p:nvPr>
        </p:nvSpPr>
        <p:spPr>
          <a:xfrm>
            <a:off x="2793283" y="1181186"/>
            <a:ext cx="7053360" cy="780276"/>
          </a:xfrm>
        </p:spPr>
        <p:txBody>
          <a:bodyPr/>
          <a:lstStyle/>
          <a:p>
            <a:r>
              <a:rPr lang="en-US" dirty="0"/>
              <a:t>Let’s make this a function:</a:t>
            </a:r>
          </a:p>
        </p:txBody>
      </p:sp>
      <p:pic>
        <p:nvPicPr>
          <p:cNvPr id="3" name="Picture 2" descr="The compound interest formula: A = P(1 + r/n)^nt">
            <a:extLst>
              <a:ext uri="{FF2B5EF4-FFF2-40B4-BE49-F238E27FC236}">
                <a16:creationId xmlns:a16="http://schemas.microsoft.com/office/drawing/2014/main" id="{28EB7F59-C3C8-A0C1-2E1A-91BCEE397C42}"/>
              </a:ext>
            </a:extLst>
          </p:cNvPr>
          <p:cNvPicPr>
            <a:picLocks noChangeAspect="1"/>
          </p:cNvPicPr>
          <p:nvPr/>
        </p:nvPicPr>
        <p:blipFill>
          <a:blip r:embed="rId3"/>
          <a:stretch>
            <a:fillRect/>
          </a:stretch>
        </p:blipFill>
        <p:spPr>
          <a:xfrm>
            <a:off x="3704565" y="1851046"/>
            <a:ext cx="3956700" cy="2154880"/>
          </a:xfrm>
          <a:prstGeom prst="rect">
            <a:avLst/>
          </a:prstGeom>
        </p:spPr>
      </p:pic>
      <p:graphicFrame>
        <p:nvGraphicFramePr>
          <p:cNvPr id="4" name="Table 3">
            <a:extLst>
              <a:ext uri="{FF2B5EF4-FFF2-40B4-BE49-F238E27FC236}">
                <a16:creationId xmlns:a16="http://schemas.microsoft.com/office/drawing/2014/main" id="{09D2CF20-5FF3-CF01-AD9F-9B2D15DA2168}"/>
              </a:ext>
            </a:extLst>
          </p:cNvPr>
          <p:cNvGraphicFramePr>
            <a:graphicFrameLocks noGrp="1"/>
          </p:cNvGraphicFramePr>
          <p:nvPr>
            <p:extLst>
              <p:ext uri="{D42A27DB-BD31-4B8C-83A1-F6EECF244321}">
                <p14:modId xmlns:p14="http://schemas.microsoft.com/office/powerpoint/2010/main" val="1262173274"/>
              </p:ext>
            </p:extLst>
          </p:nvPr>
        </p:nvGraphicFramePr>
        <p:xfrm>
          <a:off x="423511" y="4153514"/>
          <a:ext cx="10518809" cy="2438400"/>
        </p:xfrm>
        <a:graphic>
          <a:graphicData uri="http://schemas.openxmlformats.org/drawingml/2006/table">
            <a:tbl>
              <a:tblPr firstRow="1" bandRow="1">
                <a:tableStyleId>{5C22544A-7EE6-4342-B048-85BDC9FD1C3A}</a:tableStyleId>
              </a:tblPr>
              <a:tblGrid>
                <a:gridCol w="1753135">
                  <a:extLst>
                    <a:ext uri="{9D8B030D-6E8A-4147-A177-3AD203B41FA5}">
                      <a16:colId xmlns:a16="http://schemas.microsoft.com/office/drawing/2014/main" val="1599770990"/>
                    </a:ext>
                  </a:extLst>
                </a:gridCol>
                <a:gridCol w="1753135">
                  <a:extLst>
                    <a:ext uri="{9D8B030D-6E8A-4147-A177-3AD203B41FA5}">
                      <a16:colId xmlns:a16="http://schemas.microsoft.com/office/drawing/2014/main" val="2076677805"/>
                    </a:ext>
                  </a:extLst>
                </a:gridCol>
                <a:gridCol w="1753135">
                  <a:extLst>
                    <a:ext uri="{9D8B030D-6E8A-4147-A177-3AD203B41FA5}">
                      <a16:colId xmlns:a16="http://schemas.microsoft.com/office/drawing/2014/main" val="4293853211"/>
                    </a:ext>
                  </a:extLst>
                </a:gridCol>
                <a:gridCol w="1992087">
                  <a:extLst>
                    <a:ext uri="{9D8B030D-6E8A-4147-A177-3AD203B41FA5}">
                      <a16:colId xmlns:a16="http://schemas.microsoft.com/office/drawing/2014/main" val="2141661481"/>
                    </a:ext>
                  </a:extLst>
                </a:gridCol>
                <a:gridCol w="1514182">
                  <a:extLst>
                    <a:ext uri="{9D8B030D-6E8A-4147-A177-3AD203B41FA5}">
                      <a16:colId xmlns:a16="http://schemas.microsoft.com/office/drawing/2014/main" val="1863223125"/>
                    </a:ext>
                  </a:extLst>
                </a:gridCol>
                <a:gridCol w="1753135">
                  <a:extLst>
                    <a:ext uri="{9D8B030D-6E8A-4147-A177-3AD203B41FA5}">
                      <a16:colId xmlns:a16="http://schemas.microsoft.com/office/drawing/2014/main" val="2610029996"/>
                    </a:ext>
                  </a:extLst>
                </a:gridCol>
              </a:tblGrid>
              <a:tr h="269217">
                <a:tc>
                  <a:txBody>
                    <a:bodyPr/>
                    <a:lstStyle/>
                    <a:p>
                      <a:r>
                        <a:rPr lang="en-US" dirty="0"/>
                        <a:t>Desc.</a:t>
                      </a:r>
                    </a:p>
                  </a:txBody>
                  <a:tcPr/>
                </a:tc>
                <a:tc>
                  <a:txBody>
                    <a:bodyPr/>
                    <a:lstStyle/>
                    <a:p>
                      <a:r>
                        <a:rPr lang="en-US" dirty="0"/>
                        <a:t>Principal</a:t>
                      </a:r>
                    </a:p>
                  </a:txBody>
                  <a:tcPr/>
                </a:tc>
                <a:tc>
                  <a:txBody>
                    <a:bodyPr/>
                    <a:lstStyle/>
                    <a:p>
                      <a:r>
                        <a:rPr lang="en-US" dirty="0"/>
                        <a:t>Rate</a:t>
                      </a:r>
                    </a:p>
                  </a:txBody>
                  <a:tcPr/>
                </a:tc>
                <a:tc>
                  <a:txBody>
                    <a:bodyPr/>
                    <a:lstStyle/>
                    <a:p>
                      <a:r>
                        <a:rPr lang="en-US" dirty="0"/>
                        <a:t># of times compounded annually</a:t>
                      </a:r>
                    </a:p>
                  </a:txBody>
                  <a:tcPr/>
                </a:tc>
                <a:tc>
                  <a:txBody>
                    <a:bodyPr/>
                    <a:lstStyle/>
                    <a:p>
                      <a:r>
                        <a:rPr lang="en-US" dirty="0"/>
                        <a:t>Years</a:t>
                      </a:r>
                    </a:p>
                  </a:txBody>
                  <a:tcPr/>
                </a:tc>
                <a:tc>
                  <a:txBody>
                    <a:bodyPr/>
                    <a:lstStyle/>
                    <a:p>
                      <a:r>
                        <a:rPr lang="en-US" dirty="0"/>
                        <a:t>Output</a:t>
                      </a:r>
                    </a:p>
                  </a:txBody>
                  <a:tcPr/>
                </a:tc>
                <a:extLst>
                  <a:ext uri="{0D108BD9-81ED-4DB2-BD59-A6C34878D82A}">
                    <a16:rowId xmlns:a16="http://schemas.microsoft.com/office/drawing/2014/main" val="3444101573"/>
                  </a:ext>
                </a:extLst>
              </a:tr>
              <a:tr h="269217">
                <a:tc>
                  <a:txBody>
                    <a:bodyPr/>
                    <a:lstStyle/>
                    <a:p>
                      <a:r>
                        <a:rPr lang="en-US" dirty="0"/>
                        <a:t>Normal Savings Account</a:t>
                      </a:r>
                    </a:p>
                  </a:txBody>
                  <a:tcPr/>
                </a:tc>
                <a:tc>
                  <a:txBody>
                    <a:bodyPr/>
                    <a:lstStyle/>
                    <a:p>
                      <a:r>
                        <a:rPr lang="en-US" dirty="0"/>
                        <a:t>1000</a:t>
                      </a:r>
                    </a:p>
                  </a:txBody>
                  <a:tcPr/>
                </a:tc>
                <a:tc>
                  <a:txBody>
                    <a:bodyPr/>
                    <a:lstStyle/>
                    <a:p>
                      <a:r>
                        <a:rPr lang="en-US" dirty="0"/>
                        <a:t>0.0061</a:t>
                      </a:r>
                    </a:p>
                  </a:txBody>
                  <a:tcPr/>
                </a:tc>
                <a:tc>
                  <a:txBody>
                    <a:bodyPr/>
                    <a:lstStyle/>
                    <a:p>
                      <a:r>
                        <a:rPr lang="en-US" dirty="0"/>
                        <a:t>1</a:t>
                      </a:r>
                    </a:p>
                  </a:txBody>
                  <a:tcPr/>
                </a:tc>
                <a:tc>
                  <a:txBody>
                    <a:bodyPr/>
                    <a:lstStyle/>
                    <a:p>
                      <a:r>
                        <a:rPr lang="en-US" dirty="0"/>
                        <a:t>10</a:t>
                      </a:r>
                    </a:p>
                  </a:txBody>
                  <a:tcPr/>
                </a:tc>
                <a:tc>
                  <a:txBody>
                    <a:bodyPr/>
                    <a:lstStyle/>
                    <a:p>
                      <a:r>
                        <a:rPr lang="en-US" dirty="0"/>
                        <a:t>$1062.70</a:t>
                      </a:r>
                    </a:p>
                  </a:txBody>
                  <a:tcPr/>
                </a:tc>
                <a:extLst>
                  <a:ext uri="{0D108BD9-81ED-4DB2-BD59-A6C34878D82A}">
                    <a16:rowId xmlns:a16="http://schemas.microsoft.com/office/drawing/2014/main" val="2415867046"/>
                  </a:ext>
                </a:extLst>
              </a:tr>
              <a:tr h="269217">
                <a:tc>
                  <a:txBody>
                    <a:bodyPr/>
                    <a:lstStyle/>
                    <a:p>
                      <a:r>
                        <a:rPr lang="en-US" dirty="0"/>
                        <a:t>Money Market Account (Amex)</a:t>
                      </a:r>
                    </a:p>
                  </a:txBody>
                  <a:tcPr/>
                </a:tc>
                <a:tc>
                  <a:txBody>
                    <a:bodyPr/>
                    <a:lstStyle/>
                    <a:p>
                      <a:r>
                        <a:rPr lang="en-US" dirty="0"/>
                        <a:t>1000</a:t>
                      </a:r>
                    </a:p>
                  </a:txBody>
                  <a:tcPr/>
                </a:tc>
                <a:tc>
                  <a:txBody>
                    <a:bodyPr/>
                    <a:lstStyle/>
                    <a:p>
                      <a:r>
                        <a:rPr lang="en-US" dirty="0"/>
                        <a:t>0.031</a:t>
                      </a:r>
                    </a:p>
                  </a:txBody>
                  <a:tcPr/>
                </a:tc>
                <a:tc>
                  <a:txBody>
                    <a:bodyPr/>
                    <a:lstStyle/>
                    <a:p>
                      <a:r>
                        <a:rPr lang="en-US" dirty="0"/>
                        <a:t>1</a:t>
                      </a:r>
                    </a:p>
                  </a:txBody>
                  <a:tcPr/>
                </a:tc>
                <a:tc>
                  <a:txBody>
                    <a:bodyPr/>
                    <a:lstStyle/>
                    <a:p>
                      <a:r>
                        <a:rPr lang="en-US" dirty="0"/>
                        <a:t>10</a:t>
                      </a:r>
                    </a:p>
                  </a:txBody>
                  <a:tcPr/>
                </a:tc>
                <a:tc>
                  <a:txBody>
                    <a:bodyPr/>
                    <a:lstStyle/>
                    <a:p>
                      <a:r>
                        <a:rPr lang="en-US" dirty="0"/>
                        <a:t>$1357.02</a:t>
                      </a:r>
                    </a:p>
                  </a:txBody>
                  <a:tcPr/>
                </a:tc>
                <a:extLst>
                  <a:ext uri="{0D108BD9-81ED-4DB2-BD59-A6C34878D82A}">
                    <a16:rowId xmlns:a16="http://schemas.microsoft.com/office/drawing/2014/main" val="3427481328"/>
                  </a:ext>
                </a:extLst>
              </a:tr>
              <a:tr h="269217">
                <a:tc>
                  <a:txBody>
                    <a:bodyPr/>
                    <a:lstStyle/>
                    <a:p>
                      <a:r>
                        <a:rPr lang="en-US" dirty="0"/>
                        <a:t>Index Fund</a:t>
                      </a:r>
                    </a:p>
                  </a:txBody>
                  <a:tcPr/>
                </a:tc>
                <a:tc>
                  <a:txBody>
                    <a:bodyPr/>
                    <a:lstStyle/>
                    <a:p>
                      <a:r>
                        <a:rPr lang="en-US" dirty="0"/>
                        <a:t>1000</a:t>
                      </a:r>
                    </a:p>
                  </a:txBody>
                  <a:tcPr/>
                </a:tc>
                <a:tc>
                  <a:txBody>
                    <a:bodyPr/>
                    <a:lstStyle/>
                    <a:p>
                      <a:r>
                        <a:rPr lang="en-US" dirty="0"/>
                        <a:t>0.07</a:t>
                      </a:r>
                    </a:p>
                  </a:txBody>
                  <a:tcPr/>
                </a:tc>
                <a:tc>
                  <a:txBody>
                    <a:bodyPr/>
                    <a:lstStyle/>
                    <a:p>
                      <a:r>
                        <a:rPr lang="en-US" dirty="0"/>
                        <a:t>1</a:t>
                      </a:r>
                    </a:p>
                  </a:txBody>
                  <a:tcPr/>
                </a:tc>
                <a:tc>
                  <a:txBody>
                    <a:bodyPr/>
                    <a:lstStyle/>
                    <a:p>
                      <a:r>
                        <a:rPr lang="en-US" dirty="0"/>
                        <a:t>10</a:t>
                      </a:r>
                    </a:p>
                  </a:txBody>
                  <a:tcPr/>
                </a:tc>
                <a:tc>
                  <a:txBody>
                    <a:bodyPr/>
                    <a:lstStyle/>
                    <a:p>
                      <a:r>
                        <a:rPr lang="en-US" dirty="0"/>
                        <a:t>$1967.15</a:t>
                      </a:r>
                    </a:p>
                  </a:txBody>
                  <a:tcPr/>
                </a:tc>
                <a:extLst>
                  <a:ext uri="{0D108BD9-81ED-4DB2-BD59-A6C34878D82A}">
                    <a16:rowId xmlns:a16="http://schemas.microsoft.com/office/drawing/2014/main" val="3484013442"/>
                  </a:ext>
                </a:extLst>
              </a:tr>
            </a:tbl>
          </a:graphicData>
        </a:graphic>
      </p:graphicFrame>
      <p:sp>
        <p:nvSpPr>
          <p:cNvPr id="6" name="TextBox 5">
            <a:extLst>
              <a:ext uri="{FF2B5EF4-FFF2-40B4-BE49-F238E27FC236}">
                <a16:creationId xmlns:a16="http://schemas.microsoft.com/office/drawing/2014/main" id="{18F9CE0F-A31D-0778-0E05-B216B09F4DA2}"/>
              </a:ext>
            </a:extLst>
          </p:cNvPr>
          <p:cNvSpPr txBox="1"/>
          <p:nvPr/>
        </p:nvSpPr>
        <p:spPr>
          <a:xfrm>
            <a:off x="222359" y="201022"/>
            <a:ext cx="6097604" cy="369332"/>
          </a:xfrm>
          <a:prstGeom prst="rect">
            <a:avLst/>
          </a:prstGeom>
          <a:noFill/>
        </p:spPr>
        <p:txBody>
          <a:bodyPr wrap="square">
            <a:spAutoFit/>
          </a:bodyPr>
          <a:lstStyle/>
          <a:p>
            <a:pPr marL="0" indent="0">
              <a:buNone/>
            </a:pPr>
            <a:r>
              <a:rPr lang="en-US" sz="1800" b="1" u="sng" dirty="0"/>
              <a:t>Pre Class Problem 3 – A simple function (20 min)</a:t>
            </a:r>
          </a:p>
        </p:txBody>
      </p:sp>
    </p:spTree>
    <p:extLst>
      <p:ext uri="{BB962C8B-B14F-4D97-AF65-F5344CB8AC3E}">
        <p14:creationId xmlns:p14="http://schemas.microsoft.com/office/powerpoint/2010/main" val="3180408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B4430-1F71-D899-34E4-0D4105CCE823}"/>
              </a:ext>
            </a:extLst>
          </p:cNvPr>
          <p:cNvSpPr>
            <a:spLocks noGrp="1"/>
          </p:cNvSpPr>
          <p:nvPr>
            <p:ph type="title"/>
          </p:nvPr>
        </p:nvSpPr>
        <p:spPr/>
        <p:txBody>
          <a:bodyPr/>
          <a:lstStyle/>
          <a:p>
            <a:r>
              <a:rPr lang="en-US" dirty="0"/>
              <a:t>Today’s Lesson Objectives</a:t>
            </a:r>
          </a:p>
        </p:txBody>
      </p:sp>
      <p:sp>
        <p:nvSpPr>
          <p:cNvPr id="3" name="Content Placeholder 2">
            <a:extLst>
              <a:ext uri="{FF2B5EF4-FFF2-40B4-BE49-F238E27FC236}">
                <a16:creationId xmlns:a16="http://schemas.microsoft.com/office/drawing/2014/main" id="{E76FF94A-3BCA-070D-C682-367F5F0F327C}"/>
              </a:ext>
            </a:extLst>
          </p:cNvPr>
          <p:cNvSpPr>
            <a:spLocks noGrp="1"/>
          </p:cNvSpPr>
          <p:nvPr>
            <p:ph type="body" sz="quarter" idx="11"/>
          </p:nvPr>
        </p:nvSpPr>
        <p:spPr/>
        <p:txBody>
          <a:bodyPr/>
          <a:lstStyle/>
          <a:p>
            <a:pPr marL="457200" indent="-457200">
              <a:buFont typeface="Arial" panose="020B0604020202020204" pitchFamily="34" charset="0"/>
              <a:buChar char="•"/>
            </a:pPr>
            <a:r>
              <a:rPr lang="en-US" dirty="0"/>
              <a:t>Utilize standard python functions to manipulate files</a:t>
            </a:r>
          </a:p>
          <a:p>
            <a:pPr marL="457200" indent="-457200">
              <a:buFont typeface="Arial" panose="020B0604020202020204" pitchFamily="34" charset="0"/>
              <a:buChar char="•"/>
            </a:pPr>
            <a:endParaRPr lang="en-US" dirty="0"/>
          </a:p>
          <a:p>
            <a:pPr marL="457200" indent="-457200">
              <a:buFont typeface="Arial" panose="020B0604020202020204" pitchFamily="34" charset="0"/>
              <a:buChar char="•"/>
            </a:pPr>
            <a:r>
              <a:rPr lang="en-US" dirty="0"/>
              <a:t>Utilize the </a:t>
            </a:r>
            <a:r>
              <a:rPr lang="en-US" dirty="0" err="1"/>
              <a:t>os</a:t>
            </a:r>
            <a:r>
              <a:rPr lang="en-US" dirty="0"/>
              <a:t> and </a:t>
            </a:r>
            <a:r>
              <a:rPr lang="en-US" dirty="0" err="1"/>
              <a:t>pathlib.Path</a:t>
            </a:r>
            <a:r>
              <a:rPr lang="en-US" dirty="0"/>
              <a:t> modules to navigate a filesystem</a:t>
            </a:r>
          </a:p>
        </p:txBody>
      </p:sp>
    </p:spTree>
    <p:extLst>
      <p:ext uri="{BB962C8B-B14F-4D97-AF65-F5344CB8AC3E}">
        <p14:creationId xmlns:p14="http://schemas.microsoft.com/office/powerpoint/2010/main" val="36166420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9CDD8-6080-6002-43DF-A45AE5E3FD8C}"/>
              </a:ext>
            </a:extLst>
          </p:cNvPr>
          <p:cNvSpPr>
            <a:spLocks noGrp="1"/>
          </p:cNvSpPr>
          <p:nvPr>
            <p:ph type="title"/>
          </p:nvPr>
        </p:nvSpPr>
        <p:spPr/>
        <p:txBody>
          <a:bodyPr/>
          <a:lstStyle/>
          <a:p>
            <a:r>
              <a:rPr lang="en-US" dirty="0"/>
              <a:t>Manipulating files</a:t>
            </a:r>
          </a:p>
        </p:txBody>
      </p:sp>
      <p:pic>
        <p:nvPicPr>
          <p:cNvPr id="6" name="Content Placeholder 5">
            <a:extLst>
              <a:ext uri="{FF2B5EF4-FFF2-40B4-BE49-F238E27FC236}">
                <a16:creationId xmlns:a16="http://schemas.microsoft.com/office/drawing/2014/main" id="{242163BC-A88E-CDCA-639D-5B3C8DC3E870}"/>
              </a:ext>
            </a:extLst>
          </p:cNvPr>
          <p:cNvPicPr>
            <a:picLocks noGrp="1" noChangeAspect="1"/>
          </p:cNvPicPr>
          <p:nvPr>
            <p:ph idx="4294967295"/>
          </p:nvPr>
        </p:nvPicPr>
        <p:blipFill>
          <a:blip r:embed="rId2"/>
          <a:stretch>
            <a:fillRect/>
          </a:stretch>
        </p:blipFill>
        <p:spPr>
          <a:xfrm>
            <a:off x="635267" y="1005999"/>
            <a:ext cx="7466275" cy="5058481"/>
          </a:xfrm>
        </p:spPr>
      </p:pic>
    </p:spTree>
    <p:extLst>
      <p:ext uri="{BB962C8B-B14F-4D97-AF65-F5344CB8AC3E}">
        <p14:creationId xmlns:p14="http://schemas.microsoft.com/office/powerpoint/2010/main" val="13389401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E909A96-B147-C0B7-6931-24BF30567220}"/>
              </a:ext>
            </a:extLst>
          </p:cNvPr>
          <p:cNvSpPr>
            <a:spLocks noGrp="1"/>
          </p:cNvSpPr>
          <p:nvPr>
            <p:ph type="title"/>
          </p:nvPr>
        </p:nvSpPr>
        <p:spPr/>
        <p:txBody>
          <a:bodyPr/>
          <a:lstStyle/>
          <a:p>
            <a:r>
              <a:rPr lang="en-US" dirty="0"/>
              <a:t>Common Actions</a:t>
            </a:r>
          </a:p>
        </p:txBody>
      </p:sp>
      <p:graphicFrame>
        <p:nvGraphicFramePr>
          <p:cNvPr id="7" name="Content Placeholder 6">
            <a:extLst>
              <a:ext uri="{FF2B5EF4-FFF2-40B4-BE49-F238E27FC236}">
                <a16:creationId xmlns:a16="http://schemas.microsoft.com/office/drawing/2014/main" id="{1388E7BE-1112-2D62-6248-B7586DC811DD}"/>
              </a:ext>
            </a:extLst>
          </p:cNvPr>
          <p:cNvGraphicFramePr>
            <a:graphicFrameLocks noGrp="1"/>
          </p:cNvGraphicFramePr>
          <p:nvPr>
            <p:ph idx="4294967295"/>
          </p:nvPr>
        </p:nvGraphicFramePr>
        <p:xfrm>
          <a:off x="548640" y="1529317"/>
          <a:ext cx="10096901" cy="3667503"/>
        </p:xfrm>
        <a:graphic>
          <a:graphicData uri="http://schemas.openxmlformats.org/drawingml/2006/table">
            <a:tbl>
              <a:tblPr/>
              <a:tblGrid>
                <a:gridCol w="5351646">
                  <a:extLst>
                    <a:ext uri="{9D8B030D-6E8A-4147-A177-3AD203B41FA5}">
                      <a16:colId xmlns:a16="http://schemas.microsoft.com/office/drawing/2014/main" val="3937651176"/>
                    </a:ext>
                  </a:extLst>
                </a:gridCol>
                <a:gridCol w="4745255">
                  <a:extLst>
                    <a:ext uri="{9D8B030D-6E8A-4147-A177-3AD203B41FA5}">
                      <a16:colId xmlns:a16="http://schemas.microsoft.com/office/drawing/2014/main" val="2019659395"/>
                    </a:ext>
                  </a:extLst>
                </a:gridCol>
              </a:tblGrid>
              <a:tr h="334718">
                <a:tc>
                  <a:txBody>
                    <a:bodyPr/>
                    <a:lstStyle/>
                    <a:p>
                      <a:pPr>
                        <a:buNone/>
                      </a:pPr>
                      <a:r>
                        <a:rPr lang="en-US" sz="1600" b="1" dirty="0"/>
                        <a:t>Operation</a:t>
                      </a:r>
                    </a:p>
                  </a:txBody>
                  <a:tcPr marL="54069" marR="54069" marT="41840" marB="41840" anchor="ctr">
                    <a:lnL>
                      <a:noFill/>
                    </a:lnL>
                    <a:lnR>
                      <a:noFill/>
                    </a:lnR>
                    <a:lnT>
                      <a:noFill/>
                    </a:lnT>
                    <a:lnB>
                      <a:noFill/>
                    </a:lnB>
                    <a:noFill/>
                  </a:tcPr>
                </a:tc>
                <a:tc>
                  <a:txBody>
                    <a:bodyPr/>
                    <a:lstStyle/>
                    <a:p>
                      <a:pPr>
                        <a:buNone/>
                      </a:pPr>
                      <a:r>
                        <a:rPr lang="en-US" sz="1600" b="1" dirty="0"/>
                        <a:t>Description</a:t>
                      </a:r>
                    </a:p>
                  </a:txBody>
                  <a:tcPr marL="54069" marR="54069" marT="41840" marB="41840" anchor="ctr">
                    <a:lnL>
                      <a:noFill/>
                    </a:lnL>
                    <a:lnR>
                      <a:noFill/>
                    </a:lnR>
                    <a:lnT>
                      <a:noFill/>
                    </a:lnT>
                    <a:lnB>
                      <a:noFill/>
                    </a:lnB>
                    <a:noFill/>
                  </a:tcPr>
                </a:tc>
                <a:extLst>
                  <a:ext uri="{0D108BD9-81ED-4DB2-BD59-A6C34878D82A}">
                    <a16:rowId xmlns:a16="http://schemas.microsoft.com/office/drawing/2014/main" val="2888546582"/>
                  </a:ext>
                </a:extLst>
              </a:tr>
              <a:tr h="585757">
                <a:tc>
                  <a:txBody>
                    <a:bodyPr/>
                    <a:lstStyle/>
                    <a:p>
                      <a:pPr>
                        <a:buNone/>
                      </a:pPr>
                      <a:r>
                        <a:rPr lang="en-US" sz="1600" dirty="0">
                          <a:solidFill>
                            <a:schemeClr val="tx2"/>
                          </a:solidFill>
                          <a:latin typeface="Consolas" panose="020B0609020204030204" pitchFamily="49" charset="0"/>
                          <a:cs typeface="Courier New" panose="02070309020205020404" pitchFamily="49" charset="0"/>
                        </a:rPr>
                        <a:t>with open('file.txt', 'r') as f:</a:t>
                      </a:r>
                      <a:br>
                        <a:rPr lang="en-US" sz="1600" dirty="0">
                          <a:solidFill>
                            <a:schemeClr val="tx2"/>
                          </a:solidFill>
                          <a:latin typeface="Consolas" panose="020B0609020204030204" pitchFamily="49" charset="0"/>
                          <a:cs typeface="Courier New" panose="02070309020205020404" pitchFamily="49" charset="0"/>
                        </a:rPr>
                      </a:br>
                      <a:r>
                        <a:rPr lang="en-US" sz="1600" dirty="0">
                          <a:solidFill>
                            <a:schemeClr val="tx2"/>
                          </a:solidFill>
                          <a:latin typeface="Consolas" panose="020B0609020204030204" pitchFamily="49" charset="0"/>
                          <a:cs typeface="Courier New" panose="02070309020205020404" pitchFamily="49" charset="0"/>
                        </a:rPr>
                        <a:t>  pass</a:t>
                      </a:r>
                    </a:p>
                  </a:txBody>
                  <a:tcPr marL="54069" marR="54069" marT="41840" marB="41840" anchor="ctr">
                    <a:lnL>
                      <a:noFill/>
                    </a:lnL>
                    <a:lnR>
                      <a:noFill/>
                    </a:lnR>
                    <a:lnT>
                      <a:noFill/>
                    </a:lnT>
                    <a:lnB>
                      <a:noFill/>
                    </a:lnB>
                    <a:noFill/>
                  </a:tcPr>
                </a:tc>
                <a:tc>
                  <a:txBody>
                    <a:bodyPr/>
                    <a:lstStyle/>
                    <a:p>
                      <a:pPr>
                        <a:buNone/>
                      </a:pPr>
                      <a:r>
                        <a:rPr lang="en-US" sz="1600" dirty="0"/>
                        <a:t>Prepare a file for reading</a:t>
                      </a:r>
                    </a:p>
                  </a:txBody>
                  <a:tcPr marL="54069" marR="54069" marT="41840" marB="41840" anchor="ctr">
                    <a:lnL>
                      <a:noFill/>
                    </a:lnL>
                    <a:lnR>
                      <a:noFill/>
                    </a:lnR>
                    <a:lnT>
                      <a:noFill/>
                    </a:lnT>
                    <a:lnB>
                      <a:noFill/>
                    </a:lnB>
                    <a:noFill/>
                  </a:tcPr>
                </a:tc>
                <a:extLst>
                  <a:ext uri="{0D108BD9-81ED-4DB2-BD59-A6C34878D82A}">
                    <a16:rowId xmlns:a16="http://schemas.microsoft.com/office/drawing/2014/main" val="2516975046"/>
                  </a:ext>
                </a:extLst>
              </a:tr>
              <a:tr h="334718">
                <a:tc>
                  <a:txBody>
                    <a:bodyPr/>
                    <a:lstStyle/>
                    <a:p>
                      <a:pPr>
                        <a:buNone/>
                      </a:pPr>
                      <a:r>
                        <a:rPr lang="en-US" sz="1600" dirty="0" err="1">
                          <a:solidFill>
                            <a:schemeClr val="tx2"/>
                          </a:solidFill>
                          <a:latin typeface="Consolas" panose="020B0609020204030204" pitchFamily="49" charset="0"/>
                          <a:cs typeface="Courier New" panose="02070309020205020404" pitchFamily="49" charset="0"/>
                        </a:rPr>
                        <a:t>f.read</a:t>
                      </a:r>
                      <a:r>
                        <a:rPr lang="en-US" sz="1600" dirty="0">
                          <a:solidFill>
                            <a:schemeClr val="tx2"/>
                          </a:solidFill>
                          <a:latin typeface="Consolas" panose="020B0609020204030204" pitchFamily="49" charset="0"/>
                          <a:cs typeface="Courier New" panose="02070309020205020404" pitchFamily="49" charset="0"/>
                        </a:rPr>
                        <a:t>()</a:t>
                      </a:r>
                    </a:p>
                  </a:txBody>
                  <a:tcPr marL="54069" marR="54069" marT="41840" marB="41840" anchor="ctr">
                    <a:lnL>
                      <a:noFill/>
                    </a:lnL>
                    <a:lnR>
                      <a:noFill/>
                    </a:lnR>
                    <a:lnT>
                      <a:noFill/>
                    </a:lnT>
                    <a:lnB>
                      <a:noFill/>
                    </a:lnB>
                    <a:noFill/>
                  </a:tcPr>
                </a:tc>
                <a:tc>
                  <a:txBody>
                    <a:bodyPr/>
                    <a:lstStyle/>
                    <a:p>
                      <a:pPr>
                        <a:buNone/>
                      </a:pPr>
                      <a:r>
                        <a:rPr lang="en-US" sz="1600"/>
                        <a:t>Read entire file as a string</a:t>
                      </a:r>
                    </a:p>
                  </a:txBody>
                  <a:tcPr marL="54069" marR="54069" marT="41840" marB="41840" anchor="ctr">
                    <a:lnL>
                      <a:noFill/>
                    </a:lnL>
                    <a:lnR>
                      <a:noFill/>
                    </a:lnR>
                    <a:lnT>
                      <a:noFill/>
                    </a:lnT>
                    <a:lnB>
                      <a:noFill/>
                    </a:lnB>
                    <a:noFill/>
                  </a:tcPr>
                </a:tc>
                <a:extLst>
                  <a:ext uri="{0D108BD9-81ED-4DB2-BD59-A6C34878D82A}">
                    <a16:rowId xmlns:a16="http://schemas.microsoft.com/office/drawing/2014/main" val="1359915918"/>
                  </a:ext>
                </a:extLst>
              </a:tr>
              <a:tr h="334718">
                <a:tc>
                  <a:txBody>
                    <a:bodyPr/>
                    <a:lstStyle/>
                    <a:p>
                      <a:pPr>
                        <a:buNone/>
                      </a:pPr>
                      <a:r>
                        <a:rPr lang="en-US" sz="1600" dirty="0" err="1">
                          <a:solidFill>
                            <a:schemeClr val="tx2"/>
                          </a:solidFill>
                          <a:latin typeface="Consolas" panose="020B0609020204030204" pitchFamily="49" charset="0"/>
                          <a:cs typeface="Courier New" panose="02070309020205020404" pitchFamily="49" charset="0"/>
                        </a:rPr>
                        <a:t>f.readlines</a:t>
                      </a:r>
                      <a:r>
                        <a:rPr lang="en-US" sz="1600" dirty="0">
                          <a:solidFill>
                            <a:schemeClr val="tx2"/>
                          </a:solidFill>
                          <a:latin typeface="Consolas" panose="020B0609020204030204" pitchFamily="49" charset="0"/>
                          <a:cs typeface="Courier New" panose="02070309020205020404" pitchFamily="49" charset="0"/>
                        </a:rPr>
                        <a:t>()</a:t>
                      </a:r>
                    </a:p>
                  </a:txBody>
                  <a:tcPr marL="54069" marR="54069" marT="41840" marB="41840" anchor="ctr">
                    <a:lnL>
                      <a:noFill/>
                    </a:lnL>
                    <a:lnR>
                      <a:noFill/>
                    </a:lnR>
                    <a:lnT>
                      <a:noFill/>
                    </a:lnT>
                    <a:lnB>
                      <a:noFill/>
                    </a:lnB>
                    <a:noFill/>
                  </a:tcPr>
                </a:tc>
                <a:tc>
                  <a:txBody>
                    <a:bodyPr/>
                    <a:lstStyle/>
                    <a:p>
                      <a:pPr>
                        <a:buNone/>
                      </a:pPr>
                      <a:r>
                        <a:rPr lang="en-US" sz="1600"/>
                        <a:t>Read file line by line into a list</a:t>
                      </a:r>
                    </a:p>
                  </a:txBody>
                  <a:tcPr marL="54069" marR="54069" marT="41840" marB="41840" anchor="ctr">
                    <a:lnL>
                      <a:noFill/>
                    </a:lnL>
                    <a:lnR>
                      <a:noFill/>
                    </a:lnR>
                    <a:lnT>
                      <a:noFill/>
                    </a:lnT>
                    <a:lnB>
                      <a:noFill/>
                    </a:lnB>
                    <a:noFill/>
                  </a:tcPr>
                </a:tc>
                <a:extLst>
                  <a:ext uri="{0D108BD9-81ED-4DB2-BD59-A6C34878D82A}">
                    <a16:rowId xmlns:a16="http://schemas.microsoft.com/office/drawing/2014/main" val="1233964758"/>
                  </a:ext>
                </a:extLst>
              </a:tr>
              <a:tr h="334718">
                <a:tc>
                  <a:txBody>
                    <a:bodyPr/>
                    <a:lstStyle/>
                    <a:p>
                      <a:pPr>
                        <a:buNone/>
                      </a:pPr>
                      <a:r>
                        <a:rPr lang="en-US" sz="1600" dirty="0">
                          <a:solidFill>
                            <a:schemeClr val="tx2"/>
                          </a:solidFill>
                          <a:latin typeface="Consolas" panose="020B0609020204030204" pitchFamily="49" charset="0"/>
                          <a:cs typeface="Courier New" panose="02070309020205020404" pitchFamily="49" charset="0"/>
                        </a:rPr>
                        <a:t>for line in f:</a:t>
                      </a:r>
                    </a:p>
                    <a:p>
                      <a:pPr>
                        <a:buNone/>
                      </a:pPr>
                      <a:r>
                        <a:rPr lang="en-US" sz="1600" dirty="0">
                          <a:solidFill>
                            <a:schemeClr val="tx2"/>
                          </a:solidFill>
                          <a:latin typeface="Consolas" panose="020B0609020204030204" pitchFamily="49" charset="0"/>
                          <a:cs typeface="Courier New" panose="02070309020205020404" pitchFamily="49" charset="0"/>
                        </a:rPr>
                        <a:t>  pass</a:t>
                      </a:r>
                    </a:p>
                  </a:txBody>
                  <a:tcPr marL="54069" marR="54069" marT="41840" marB="41840" anchor="ctr">
                    <a:lnL>
                      <a:noFill/>
                    </a:lnL>
                    <a:lnR>
                      <a:noFill/>
                    </a:lnR>
                    <a:lnT>
                      <a:noFill/>
                    </a:lnT>
                    <a:lnB>
                      <a:noFill/>
                    </a:lnB>
                    <a:noFill/>
                  </a:tcPr>
                </a:tc>
                <a:tc>
                  <a:txBody>
                    <a:bodyPr/>
                    <a:lstStyle/>
                    <a:p>
                      <a:pPr>
                        <a:buNone/>
                      </a:pPr>
                      <a:r>
                        <a:rPr lang="en-US" sz="1600" dirty="0"/>
                        <a:t>Loop through file line by line</a:t>
                      </a:r>
                    </a:p>
                  </a:txBody>
                  <a:tcPr marL="54069" marR="54069" marT="41840" marB="41840" anchor="ctr">
                    <a:lnL>
                      <a:noFill/>
                    </a:lnL>
                    <a:lnR>
                      <a:noFill/>
                    </a:lnR>
                    <a:lnT>
                      <a:noFill/>
                    </a:lnT>
                    <a:lnB>
                      <a:noFill/>
                    </a:lnB>
                    <a:noFill/>
                  </a:tcPr>
                </a:tc>
                <a:extLst>
                  <a:ext uri="{0D108BD9-81ED-4DB2-BD59-A6C34878D82A}">
                    <a16:rowId xmlns:a16="http://schemas.microsoft.com/office/drawing/2014/main" val="4106517580"/>
                  </a:ext>
                </a:extLst>
              </a:tr>
              <a:tr h="585757">
                <a:tc>
                  <a:txBody>
                    <a:bodyPr/>
                    <a:lstStyle/>
                    <a:p>
                      <a:pPr>
                        <a:buNone/>
                      </a:pPr>
                      <a:r>
                        <a:rPr lang="en-US" sz="1600" dirty="0">
                          <a:solidFill>
                            <a:schemeClr val="tx2"/>
                          </a:solidFill>
                          <a:latin typeface="Consolas" panose="020B0609020204030204" pitchFamily="49" charset="0"/>
                          <a:cs typeface="Courier New" panose="02070309020205020404" pitchFamily="49" charset="0"/>
                        </a:rPr>
                        <a:t>with open('file.txt', 'w') as f:</a:t>
                      </a:r>
                      <a:br>
                        <a:rPr lang="en-US" sz="1600" dirty="0">
                          <a:solidFill>
                            <a:schemeClr val="tx2"/>
                          </a:solidFill>
                          <a:latin typeface="Consolas" panose="020B0609020204030204" pitchFamily="49" charset="0"/>
                          <a:cs typeface="Courier New" panose="02070309020205020404" pitchFamily="49" charset="0"/>
                        </a:rPr>
                      </a:br>
                      <a:r>
                        <a:rPr lang="en-US" sz="1600" dirty="0">
                          <a:solidFill>
                            <a:schemeClr val="tx2"/>
                          </a:solidFill>
                          <a:latin typeface="Consolas" panose="020B0609020204030204" pitchFamily="49" charset="0"/>
                          <a:cs typeface="Courier New" panose="02070309020205020404" pitchFamily="49" charset="0"/>
                        </a:rPr>
                        <a:t>  </a:t>
                      </a:r>
                      <a:r>
                        <a:rPr lang="en-US" sz="1600" dirty="0" err="1">
                          <a:solidFill>
                            <a:schemeClr val="tx2"/>
                          </a:solidFill>
                          <a:latin typeface="Consolas" panose="020B0609020204030204" pitchFamily="49" charset="0"/>
                          <a:cs typeface="Courier New" panose="02070309020205020404" pitchFamily="49" charset="0"/>
                        </a:rPr>
                        <a:t>f.write</a:t>
                      </a:r>
                      <a:r>
                        <a:rPr lang="en-US" sz="1600" dirty="0">
                          <a:solidFill>
                            <a:schemeClr val="tx2"/>
                          </a:solidFill>
                          <a:latin typeface="Consolas" panose="020B0609020204030204" pitchFamily="49" charset="0"/>
                          <a:cs typeface="Courier New" panose="02070309020205020404" pitchFamily="49" charset="0"/>
                        </a:rPr>
                        <a:t>()</a:t>
                      </a:r>
                    </a:p>
                  </a:txBody>
                  <a:tcPr marL="54069" marR="54069" marT="41840" marB="41840" anchor="ctr">
                    <a:lnL>
                      <a:noFill/>
                    </a:lnL>
                    <a:lnR>
                      <a:noFill/>
                    </a:lnR>
                    <a:lnT>
                      <a:noFill/>
                    </a:lnT>
                    <a:lnB>
                      <a:noFill/>
                    </a:lnB>
                    <a:noFill/>
                  </a:tcPr>
                </a:tc>
                <a:tc>
                  <a:txBody>
                    <a:bodyPr/>
                    <a:lstStyle/>
                    <a:p>
                      <a:pPr>
                        <a:buNone/>
                      </a:pPr>
                      <a:r>
                        <a:rPr lang="en-US" sz="1600"/>
                        <a:t>Overwrite with new content</a:t>
                      </a:r>
                    </a:p>
                  </a:txBody>
                  <a:tcPr marL="54069" marR="54069" marT="41840" marB="41840" anchor="ctr">
                    <a:lnL>
                      <a:noFill/>
                    </a:lnL>
                    <a:lnR>
                      <a:noFill/>
                    </a:lnR>
                    <a:lnT>
                      <a:noFill/>
                    </a:lnT>
                    <a:lnB>
                      <a:noFill/>
                    </a:lnB>
                    <a:noFill/>
                  </a:tcPr>
                </a:tc>
                <a:extLst>
                  <a:ext uri="{0D108BD9-81ED-4DB2-BD59-A6C34878D82A}">
                    <a16:rowId xmlns:a16="http://schemas.microsoft.com/office/drawing/2014/main" val="1274082115"/>
                  </a:ext>
                </a:extLst>
              </a:tr>
              <a:tr h="585757">
                <a:tc>
                  <a:txBody>
                    <a:bodyPr/>
                    <a:lstStyle/>
                    <a:p>
                      <a:pPr>
                        <a:buNone/>
                      </a:pPr>
                      <a:r>
                        <a:rPr lang="en-US" sz="1600" dirty="0">
                          <a:solidFill>
                            <a:schemeClr val="tx2"/>
                          </a:solidFill>
                          <a:latin typeface="Consolas" panose="020B0609020204030204" pitchFamily="49" charset="0"/>
                          <a:cs typeface="Courier New" panose="02070309020205020404" pitchFamily="49" charset="0"/>
                        </a:rPr>
                        <a:t>with open('file.txt', 'a') as f:</a:t>
                      </a:r>
                      <a:br>
                        <a:rPr lang="en-US" sz="1600" dirty="0">
                          <a:solidFill>
                            <a:schemeClr val="tx2"/>
                          </a:solidFill>
                          <a:latin typeface="Consolas" panose="020B0609020204030204" pitchFamily="49" charset="0"/>
                          <a:cs typeface="Courier New" panose="02070309020205020404" pitchFamily="49" charset="0"/>
                        </a:rPr>
                      </a:br>
                      <a:r>
                        <a:rPr lang="en-US" sz="1600" dirty="0">
                          <a:solidFill>
                            <a:schemeClr val="tx2"/>
                          </a:solidFill>
                          <a:latin typeface="Consolas" panose="020B0609020204030204" pitchFamily="49" charset="0"/>
                          <a:cs typeface="Courier New" panose="02070309020205020404" pitchFamily="49" charset="0"/>
                        </a:rPr>
                        <a:t>  pass</a:t>
                      </a:r>
                    </a:p>
                  </a:txBody>
                  <a:tcPr marL="54069" marR="54069" marT="41840" marB="41840" anchor="ctr">
                    <a:lnL>
                      <a:noFill/>
                    </a:lnL>
                    <a:lnR>
                      <a:noFill/>
                    </a:lnR>
                    <a:lnT>
                      <a:noFill/>
                    </a:lnT>
                    <a:lnB>
                      <a:noFill/>
                    </a:lnB>
                    <a:noFill/>
                  </a:tcPr>
                </a:tc>
                <a:tc>
                  <a:txBody>
                    <a:bodyPr/>
                    <a:lstStyle/>
                    <a:p>
                      <a:pPr>
                        <a:buNone/>
                      </a:pPr>
                      <a:r>
                        <a:rPr lang="en-US" sz="1600" dirty="0"/>
                        <a:t>Add content to end without erasing existing</a:t>
                      </a:r>
                    </a:p>
                  </a:txBody>
                  <a:tcPr marL="54069" marR="54069" marT="41840" marB="41840" anchor="ctr">
                    <a:lnL>
                      <a:noFill/>
                    </a:lnL>
                    <a:lnR>
                      <a:noFill/>
                    </a:lnR>
                    <a:lnT>
                      <a:noFill/>
                    </a:lnT>
                    <a:lnB>
                      <a:noFill/>
                    </a:lnB>
                    <a:noFill/>
                  </a:tcPr>
                </a:tc>
                <a:extLst>
                  <a:ext uri="{0D108BD9-81ED-4DB2-BD59-A6C34878D82A}">
                    <a16:rowId xmlns:a16="http://schemas.microsoft.com/office/drawing/2014/main" val="590201874"/>
                  </a:ext>
                </a:extLst>
              </a:tr>
              <a:tr h="334718">
                <a:tc>
                  <a:txBody>
                    <a:bodyPr/>
                    <a:lstStyle/>
                    <a:p>
                      <a:pPr>
                        <a:buNone/>
                      </a:pPr>
                      <a:r>
                        <a:rPr lang="en-US" sz="1600" dirty="0" err="1">
                          <a:solidFill>
                            <a:schemeClr val="tx2"/>
                          </a:solidFill>
                          <a:latin typeface="Consolas" panose="020B0609020204030204" pitchFamily="49" charset="0"/>
                          <a:cs typeface="Courier New" panose="02070309020205020404" pitchFamily="49" charset="0"/>
                        </a:rPr>
                        <a:t>f.writelines</a:t>
                      </a:r>
                      <a:r>
                        <a:rPr lang="en-US" sz="1600" dirty="0">
                          <a:solidFill>
                            <a:schemeClr val="tx2"/>
                          </a:solidFill>
                          <a:latin typeface="Consolas" panose="020B0609020204030204" pitchFamily="49" charset="0"/>
                          <a:cs typeface="Courier New" panose="02070309020205020404" pitchFamily="49" charset="0"/>
                        </a:rPr>
                        <a:t>(lines)</a:t>
                      </a:r>
                    </a:p>
                  </a:txBody>
                  <a:tcPr marL="54069" marR="54069" marT="41840" marB="41840" anchor="ctr">
                    <a:lnL>
                      <a:noFill/>
                    </a:lnL>
                    <a:lnR>
                      <a:noFill/>
                    </a:lnR>
                    <a:lnT>
                      <a:noFill/>
                    </a:lnT>
                    <a:lnB>
                      <a:noFill/>
                    </a:lnB>
                    <a:noFill/>
                  </a:tcPr>
                </a:tc>
                <a:tc>
                  <a:txBody>
                    <a:bodyPr/>
                    <a:lstStyle/>
                    <a:p>
                      <a:pPr>
                        <a:buNone/>
                      </a:pPr>
                      <a:r>
                        <a:rPr lang="en-US" sz="1600" dirty="0"/>
                        <a:t>Write a list of strings</a:t>
                      </a:r>
                    </a:p>
                  </a:txBody>
                  <a:tcPr marL="54069" marR="54069" marT="41840" marB="41840" anchor="ctr">
                    <a:lnL>
                      <a:noFill/>
                    </a:lnL>
                    <a:lnR>
                      <a:noFill/>
                    </a:lnR>
                    <a:lnT>
                      <a:noFill/>
                    </a:lnT>
                    <a:lnB>
                      <a:noFill/>
                    </a:lnB>
                    <a:noFill/>
                  </a:tcPr>
                </a:tc>
                <a:extLst>
                  <a:ext uri="{0D108BD9-81ED-4DB2-BD59-A6C34878D82A}">
                    <a16:rowId xmlns:a16="http://schemas.microsoft.com/office/drawing/2014/main" val="4183087875"/>
                  </a:ext>
                </a:extLst>
              </a:tr>
            </a:tbl>
          </a:graphicData>
        </a:graphic>
      </p:graphicFrame>
    </p:spTree>
    <p:extLst>
      <p:ext uri="{BB962C8B-B14F-4D97-AF65-F5344CB8AC3E}">
        <p14:creationId xmlns:p14="http://schemas.microsoft.com/office/powerpoint/2010/main" val="6530653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C732B-C0CE-A8CC-4FEF-491CF35AB684}"/>
              </a:ext>
            </a:extLst>
          </p:cNvPr>
          <p:cNvSpPr>
            <a:spLocks noGrp="1"/>
          </p:cNvSpPr>
          <p:nvPr>
            <p:ph type="title"/>
          </p:nvPr>
        </p:nvSpPr>
        <p:spPr/>
        <p:txBody>
          <a:bodyPr/>
          <a:lstStyle/>
          <a:p>
            <a:r>
              <a:rPr lang="en-US" dirty="0"/>
              <a:t>A word about context managers</a:t>
            </a:r>
          </a:p>
        </p:txBody>
      </p:sp>
      <p:pic>
        <p:nvPicPr>
          <p:cNvPr id="7" name="Content Placeholder 6">
            <a:extLst>
              <a:ext uri="{FF2B5EF4-FFF2-40B4-BE49-F238E27FC236}">
                <a16:creationId xmlns:a16="http://schemas.microsoft.com/office/drawing/2014/main" id="{60CE308F-920C-D8CC-CD6B-88212B274861}"/>
              </a:ext>
            </a:extLst>
          </p:cNvPr>
          <p:cNvPicPr>
            <a:picLocks noGrp="1" noChangeAspect="1"/>
          </p:cNvPicPr>
          <p:nvPr>
            <p:ph sz="half" idx="4294967295"/>
          </p:nvPr>
        </p:nvPicPr>
        <p:blipFill>
          <a:blip r:embed="rId3"/>
          <a:stretch>
            <a:fillRect/>
          </a:stretch>
        </p:blipFill>
        <p:spPr>
          <a:xfrm>
            <a:off x="191386" y="1600518"/>
            <a:ext cx="7738252" cy="1401135"/>
          </a:xfrm>
        </p:spPr>
      </p:pic>
      <p:pic>
        <p:nvPicPr>
          <p:cNvPr id="9" name="Content Placeholder 8">
            <a:extLst>
              <a:ext uri="{FF2B5EF4-FFF2-40B4-BE49-F238E27FC236}">
                <a16:creationId xmlns:a16="http://schemas.microsoft.com/office/drawing/2014/main" id="{AE1785C3-B737-6AE0-022D-86EB020BB4A4}"/>
              </a:ext>
            </a:extLst>
          </p:cNvPr>
          <p:cNvPicPr>
            <a:picLocks noGrp="1" noChangeAspect="1"/>
          </p:cNvPicPr>
          <p:nvPr>
            <p:ph sz="half" idx="4294967295"/>
          </p:nvPr>
        </p:nvPicPr>
        <p:blipFill>
          <a:blip r:embed="rId4"/>
          <a:stretch>
            <a:fillRect/>
          </a:stretch>
        </p:blipFill>
        <p:spPr>
          <a:xfrm>
            <a:off x="191386" y="3910530"/>
            <a:ext cx="8406804" cy="1401134"/>
          </a:xfrm>
        </p:spPr>
      </p:pic>
    </p:spTree>
    <p:extLst>
      <p:ext uri="{BB962C8B-B14F-4D97-AF65-F5344CB8AC3E}">
        <p14:creationId xmlns:p14="http://schemas.microsoft.com/office/powerpoint/2010/main" val="22290077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F48DEDE-6A36-9908-9DD1-7ACF621226A8}"/>
              </a:ext>
            </a:extLst>
          </p:cNvPr>
          <p:cNvSpPr>
            <a:spLocks noGrp="1"/>
          </p:cNvSpPr>
          <p:nvPr>
            <p:ph type="title"/>
          </p:nvPr>
        </p:nvSpPr>
        <p:spPr/>
        <p:txBody>
          <a:bodyPr/>
          <a:lstStyle/>
          <a:p>
            <a:r>
              <a:rPr lang="en-US" dirty="0"/>
              <a:t>Both!</a:t>
            </a:r>
          </a:p>
        </p:txBody>
      </p:sp>
      <p:pic>
        <p:nvPicPr>
          <p:cNvPr id="8" name="Content Placeholder 7">
            <a:extLst>
              <a:ext uri="{FF2B5EF4-FFF2-40B4-BE49-F238E27FC236}">
                <a16:creationId xmlns:a16="http://schemas.microsoft.com/office/drawing/2014/main" id="{E9459C75-8E15-77A8-710F-D2EEC8AB06C9}"/>
              </a:ext>
            </a:extLst>
          </p:cNvPr>
          <p:cNvPicPr>
            <a:picLocks noGrp="1" noChangeAspect="1"/>
          </p:cNvPicPr>
          <p:nvPr>
            <p:ph idx="4294967295"/>
          </p:nvPr>
        </p:nvPicPr>
        <p:blipFill>
          <a:blip r:embed="rId2"/>
          <a:stretch>
            <a:fillRect/>
          </a:stretch>
        </p:blipFill>
        <p:spPr>
          <a:xfrm>
            <a:off x="333153" y="1383933"/>
            <a:ext cx="11015321" cy="1189037"/>
          </a:xfrm>
        </p:spPr>
      </p:pic>
    </p:spTree>
    <p:extLst>
      <p:ext uri="{BB962C8B-B14F-4D97-AF65-F5344CB8AC3E}">
        <p14:creationId xmlns:p14="http://schemas.microsoft.com/office/powerpoint/2010/main" val="40135387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B703F05-852F-AE03-891C-5F619074CC0A}"/>
              </a:ext>
            </a:extLst>
          </p:cNvPr>
          <p:cNvSpPr>
            <a:spLocks noGrp="1"/>
          </p:cNvSpPr>
          <p:nvPr>
            <p:ph type="title"/>
          </p:nvPr>
        </p:nvSpPr>
        <p:spPr/>
        <p:txBody>
          <a:bodyPr/>
          <a:lstStyle/>
          <a:p>
            <a:r>
              <a:rPr lang="en-US" dirty="0"/>
              <a:t>MANIPULATING FILES PRACTICAL </a:t>
            </a:r>
          </a:p>
        </p:txBody>
      </p:sp>
      <p:sp>
        <p:nvSpPr>
          <p:cNvPr id="6" name="Content Placeholder 5">
            <a:extLst>
              <a:ext uri="{FF2B5EF4-FFF2-40B4-BE49-F238E27FC236}">
                <a16:creationId xmlns:a16="http://schemas.microsoft.com/office/drawing/2014/main" id="{7CC8BCFF-F88D-9947-8910-B16FF4E68C8D}"/>
              </a:ext>
            </a:extLst>
          </p:cNvPr>
          <p:cNvSpPr>
            <a:spLocks noGrp="1"/>
          </p:cNvSpPr>
          <p:nvPr>
            <p:ph type="body" sz="quarter" idx="11"/>
          </p:nvPr>
        </p:nvSpPr>
        <p:spPr>
          <a:xfrm>
            <a:off x="548640" y="1234440"/>
            <a:ext cx="11094720" cy="4023360"/>
          </a:xfrm>
        </p:spPr>
        <p:txBody>
          <a:bodyPr/>
          <a:lstStyle/>
          <a:p>
            <a:r>
              <a:rPr lang="en-US" dirty="0"/>
              <a:t>Write a Python script that will write 100 random integers ranging from 50 to 100 into a file.  Each integer should be on a separate line.</a:t>
            </a:r>
            <a:br>
              <a:rPr lang="en-US" dirty="0"/>
            </a:br>
            <a:endParaRPr lang="en-US" dirty="0"/>
          </a:p>
          <a:p>
            <a:endParaRPr lang="en-US" dirty="0"/>
          </a:p>
          <a:p>
            <a:r>
              <a:rPr lang="en-US" dirty="0"/>
              <a:t>Write another Python script that reads from that file, finds the minimum value, maximum value, and average value of the 100 random integers.  Do not use min() or max() functions.  Find a way to get these values without a built in function.</a:t>
            </a:r>
          </a:p>
        </p:txBody>
      </p:sp>
    </p:spTree>
    <p:extLst>
      <p:ext uri="{BB962C8B-B14F-4D97-AF65-F5344CB8AC3E}">
        <p14:creationId xmlns:p14="http://schemas.microsoft.com/office/powerpoint/2010/main" val="21007255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09D6BAA-9655-19E9-C6CF-82D4EC658E94}"/>
              </a:ext>
            </a:extLst>
          </p:cNvPr>
          <p:cNvSpPr>
            <a:spLocks noGrp="1"/>
          </p:cNvSpPr>
          <p:nvPr>
            <p:ph type="title"/>
          </p:nvPr>
        </p:nvSpPr>
        <p:spPr/>
        <p:txBody>
          <a:bodyPr/>
          <a:lstStyle/>
          <a:p>
            <a:r>
              <a:rPr lang="en-US" dirty="0"/>
              <a:t>OS module</a:t>
            </a:r>
          </a:p>
        </p:txBody>
      </p:sp>
      <p:sp>
        <p:nvSpPr>
          <p:cNvPr id="3" name="TextBox 2">
            <a:extLst>
              <a:ext uri="{FF2B5EF4-FFF2-40B4-BE49-F238E27FC236}">
                <a16:creationId xmlns:a16="http://schemas.microsoft.com/office/drawing/2014/main" id="{CBEAAC7B-2455-0DE6-A3BC-5EE8916C5C2B}"/>
              </a:ext>
            </a:extLst>
          </p:cNvPr>
          <p:cNvSpPr txBox="1"/>
          <p:nvPr/>
        </p:nvSpPr>
        <p:spPr>
          <a:xfrm>
            <a:off x="1568919" y="2644170"/>
            <a:ext cx="9452008" cy="1569660"/>
          </a:xfrm>
          <a:prstGeom prst="rect">
            <a:avLst/>
          </a:prstGeom>
          <a:noFill/>
        </p:spPr>
        <p:txBody>
          <a:bodyPr wrap="square">
            <a:spAutoFit/>
          </a:bodyPr>
          <a:lstStyle/>
          <a:p>
            <a:pPr>
              <a:buNone/>
            </a:pPr>
            <a:r>
              <a:rPr lang="en-US" sz="2400" dirty="0">
                <a:effectLst/>
              </a:rPr>
              <a:t>The </a:t>
            </a:r>
            <a:r>
              <a:rPr lang="en-US" sz="2400" dirty="0" err="1">
                <a:effectLst/>
                <a:latin typeface="Courier New" panose="02070309020205020404" pitchFamily="49" charset="0"/>
              </a:rPr>
              <a:t>os</a:t>
            </a:r>
            <a:r>
              <a:rPr lang="en-US" sz="2400" dirty="0">
                <a:effectLst/>
              </a:rPr>
              <a:t> module in Python provides a way to interact with the operating system. It offers a portable interface for OS-dependent functionality, meaning your code can work across different platforms (Windows, macOS, Linux) without major changes.</a:t>
            </a:r>
          </a:p>
        </p:txBody>
      </p:sp>
    </p:spTree>
    <p:extLst>
      <p:ext uri="{BB962C8B-B14F-4D97-AF65-F5344CB8AC3E}">
        <p14:creationId xmlns:p14="http://schemas.microsoft.com/office/powerpoint/2010/main" val="30475543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1123D4-A2D3-08B3-B783-E6FB22AECFB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6D382CB0-BFDC-BF66-27C5-CBF3BC856296}"/>
              </a:ext>
            </a:extLst>
          </p:cNvPr>
          <p:cNvSpPr>
            <a:spLocks noGrp="1"/>
          </p:cNvSpPr>
          <p:nvPr>
            <p:ph type="title"/>
          </p:nvPr>
        </p:nvSpPr>
        <p:spPr/>
        <p:txBody>
          <a:bodyPr/>
          <a:lstStyle/>
          <a:p>
            <a:r>
              <a:rPr lang="en-US" dirty="0"/>
              <a:t>OS module</a:t>
            </a:r>
          </a:p>
        </p:txBody>
      </p:sp>
      <p:sp>
        <p:nvSpPr>
          <p:cNvPr id="3" name="TextBox 2">
            <a:extLst>
              <a:ext uri="{FF2B5EF4-FFF2-40B4-BE49-F238E27FC236}">
                <a16:creationId xmlns:a16="http://schemas.microsoft.com/office/drawing/2014/main" id="{01112ADD-1C51-54EA-2E61-795ABC93AAA7}"/>
              </a:ext>
            </a:extLst>
          </p:cNvPr>
          <p:cNvSpPr txBox="1"/>
          <p:nvPr/>
        </p:nvSpPr>
        <p:spPr>
          <a:xfrm>
            <a:off x="548640" y="1163346"/>
            <a:ext cx="9057373" cy="4985980"/>
          </a:xfrm>
          <a:prstGeom prst="rect">
            <a:avLst/>
          </a:prstGeom>
          <a:noFill/>
        </p:spPr>
        <p:txBody>
          <a:bodyPr wrap="square">
            <a:spAutoFit/>
          </a:bodyPr>
          <a:lstStyle/>
          <a:p>
            <a:pPr>
              <a:buNone/>
            </a:pPr>
            <a:r>
              <a:rPr lang="en-US" sz="2000" b="1" dirty="0"/>
              <a:t>Core purposes:</a:t>
            </a:r>
          </a:p>
          <a:p>
            <a:pPr>
              <a:buNone/>
            </a:pPr>
            <a:endParaRPr lang="en-US" sz="2000" dirty="0"/>
          </a:p>
          <a:p>
            <a:pPr>
              <a:buNone/>
            </a:pPr>
            <a:r>
              <a:rPr lang="en-US" sz="2000" b="1" dirty="0"/>
              <a:t>1. File &amp; Directory Operations</a:t>
            </a:r>
            <a:endParaRPr lang="en-US" sz="2000" dirty="0"/>
          </a:p>
          <a:p>
            <a:pPr>
              <a:buFont typeface="Arial" panose="020B0604020202020204" pitchFamily="34" charset="0"/>
              <a:buChar char="•"/>
            </a:pPr>
            <a:r>
              <a:rPr lang="en-US" sz="2000" dirty="0"/>
              <a:t>Create, rename, delete files and directories (</a:t>
            </a:r>
            <a:r>
              <a:rPr lang="en-US" sz="2000" dirty="0" err="1">
                <a:latin typeface="Courier New" panose="02070309020205020404" pitchFamily="49" charset="0"/>
              </a:rPr>
              <a:t>os.mkdir</a:t>
            </a:r>
            <a:r>
              <a:rPr lang="en-US" sz="2000" dirty="0">
                <a:latin typeface="Courier New" panose="02070309020205020404" pitchFamily="49" charset="0"/>
              </a:rPr>
              <a:t>()</a:t>
            </a:r>
            <a:r>
              <a:rPr lang="en-US" sz="2000" dirty="0"/>
              <a:t>, </a:t>
            </a:r>
            <a:r>
              <a:rPr lang="en-US" sz="2000" dirty="0" err="1">
                <a:latin typeface="Courier New" panose="02070309020205020404" pitchFamily="49" charset="0"/>
              </a:rPr>
              <a:t>os.remove</a:t>
            </a:r>
            <a:r>
              <a:rPr lang="en-US" sz="2000" dirty="0">
                <a:latin typeface="Courier New" panose="02070309020205020404" pitchFamily="49" charset="0"/>
              </a:rPr>
              <a:t>()</a:t>
            </a:r>
            <a:r>
              <a:rPr lang="en-US" sz="2000" dirty="0"/>
              <a:t>, </a:t>
            </a:r>
            <a:r>
              <a:rPr lang="en-US" sz="2000" dirty="0" err="1">
                <a:latin typeface="Courier New" panose="02070309020205020404" pitchFamily="49" charset="0"/>
              </a:rPr>
              <a:t>os.rename</a:t>
            </a:r>
            <a:r>
              <a:rPr lang="en-US" sz="2000" dirty="0">
                <a:latin typeface="Courier New" panose="02070309020205020404" pitchFamily="49" charset="0"/>
              </a:rPr>
              <a:t>()</a:t>
            </a:r>
            <a:r>
              <a:rPr lang="en-US" sz="2000" dirty="0"/>
              <a:t>)</a:t>
            </a:r>
          </a:p>
          <a:p>
            <a:pPr>
              <a:buFont typeface="Arial" panose="020B0604020202020204" pitchFamily="34" charset="0"/>
              <a:buChar char="•"/>
            </a:pPr>
            <a:r>
              <a:rPr lang="en-US" sz="2000" dirty="0"/>
              <a:t>List directory contents (</a:t>
            </a:r>
            <a:r>
              <a:rPr lang="en-US" sz="2000" dirty="0" err="1">
                <a:latin typeface="Courier New" panose="02070309020205020404" pitchFamily="49" charset="0"/>
              </a:rPr>
              <a:t>os.listdir</a:t>
            </a:r>
            <a:r>
              <a:rPr lang="en-US" sz="2000" dirty="0">
                <a:latin typeface="Courier New" panose="02070309020205020404" pitchFamily="49" charset="0"/>
              </a:rPr>
              <a:t>()</a:t>
            </a:r>
            <a:r>
              <a:rPr lang="en-US" sz="2000" dirty="0"/>
              <a:t>)</a:t>
            </a:r>
          </a:p>
          <a:p>
            <a:pPr>
              <a:buFont typeface="Arial" panose="020B0604020202020204" pitchFamily="34" charset="0"/>
              <a:buChar char="•"/>
            </a:pPr>
            <a:r>
              <a:rPr lang="en-US" sz="2000" dirty="0"/>
              <a:t>Check if paths exist (</a:t>
            </a:r>
            <a:r>
              <a:rPr lang="en-US" sz="2000" dirty="0" err="1">
                <a:latin typeface="Courier New" panose="02070309020205020404" pitchFamily="49" charset="0"/>
              </a:rPr>
              <a:t>os.path.exists</a:t>
            </a:r>
            <a:r>
              <a:rPr lang="en-US" sz="2000" dirty="0">
                <a:latin typeface="Courier New" panose="02070309020205020404" pitchFamily="49" charset="0"/>
              </a:rPr>
              <a:t>()</a:t>
            </a:r>
            <a:r>
              <a:rPr lang="en-US" sz="2000" dirty="0"/>
              <a:t>)</a:t>
            </a:r>
          </a:p>
          <a:p>
            <a:pPr>
              <a:buFont typeface="Arial" panose="020B0604020202020204" pitchFamily="34" charset="0"/>
              <a:buChar char="•"/>
            </a:pPr>
            <a:endParaRPr lang="en-US" sz="2000" dirty="0"/>
          </a:p>
          <a:p>
            <a:pPr>
              <a:buNone/>
            </a:pPr>
            <a:r>
              <a:rPr lang="en-US" sz="2000" b="1" dirty="0"/>
              <a:t>2. Path Manipulation</a:t>
            </a:r>
            <a:r>
              <a:rPr lang="en-US" sz="2000" dirty="0"/>
              <a:t> (via </a:t>
            </a:r>
            <a:r>
              <a:rPr lang="en-US" sz="2000" dirty="0" err="1">
                <a:latin typeface="Courier New" panose="02070309020205020404" pitchFamily="49" charset="0"/>
              </a:rPr>
              <a:t>os.path</a:t>
            </a:r>
            <a:r>
              <a:rPr lang="en-US" sz="2000" dirty="0"/>
              <a:t>)</a:t>
            </a:r>
          </a:p>
          <a:p>
            <a:pPr>
              <a:buFont typeface="Arial" panose="020B0604020202020204" pitchFamily="34" charset="0"/>
              <a:buChar char="•"/>
            </a:pPr>
            <a:r>
              <a:rPr lang="en-US" sz="2000" dirty="0"/>
              <a:t>Join paths portably: </a:t>
            </a:r>
            <a:r>
              <a:rPr lang="en-US" sz="2000" dirty="0" err="1">
                <a:latin typeface="Courier New" panose="02070309020205020404" pitchFamily="49" charset="0"/>
              </a:rPr>
              <a:t>os.path.join</a:t>
            </a:r>
            <a:r>
              <a:rPr lang="en-US" sz="2000" dirty="0">
                <a:latin typeface="Courier New" panose="02070309020205020404" pitchFamily="49" charset="0"/>
              </a:rPr>
              <a:t>("folder", "file.txt")</a:t>
            </a:r>
            <a:endParaRPr lang="en-US" sz="2000" dirty="0"/>
          </a:p>
          <a:p>
            <a:pPr>
              <a:buFont typeface="Arial" panose="020B0604020202020204" pitchFamily="34" charset="0"/>
              <a:buChar char="•"/>
            </a:pPr>
            <a:r>
              <a:rPr lang="en-US" sz="2000" dirty="0"/>
              <a:t>Split paths, get extensions, get filenames</a:t>
            </a:r>
          </a:p>
          <a:p>
            <a:pPr>
              <a:buFont typeface="Arial" panose="020B0604020202020204" pitchFamily="34" charset="0"/>
              <a:buChar char="•"/>
            </a:pPr>
            <a:r>
              <a:rPr lang="en-US" sz="2000" dirty="0"/>
              <a:t>Get absolute paths: </a:t>
            </a:r>
            <a:r>
              <a:rPr lang="en-US" sz="2000" dirty="0" err="1">
                <a:latin typeface="Courier New" panose="02070309020205020404" pitchFamily="49" charset="0"/>
              </a:rPr>
              <a:t>os.path.abspath</a:t>
            </a:r>
            <a:r>
              <a:rPr lang="en-US" sz="2000" dirty="0">
                <a:latin typeface="Courier New" panose="02070309020205020404" pitchFamily="49" charset="0"/>
              </a:rPr>
              <a:t>()</a:t>
            </a:r>
          </a:p>
          <a:p>
            <a:endParaRPr lang="en-US" sz="2000" dirty="0"/>
          </a:p>
          <a:p>
            <a:pPr>
              <a:buNone/>
            </a:pPr>
            <a:r>
              <a:rPr lang="en-US" sz="2000" b="1" dirty="0"/>
              <a:t>3. Environment Variables</a:t>
            </a:r>
            <a:endParaRPr lang="en-US" sz="2000" dirty="0"/>
          </a:p>
          <a:p>
            <a:pPr>
              <a:buFont typeface="Arial" panose="020B0604020202020204" pitchFamily="34" charset="0"/>
              <a:buChar char="•"/>
            </a:pPr>
            <a:r>
              <a:rPr lang="en-US" sz="2000" dirty="0"/>
              <a:t>Read and set environment variables: </a:t>
            </a:r>
            <a:r>
              <a:rPr lang="en-US" sz="2000" dirty="0" err="1">
                <a:latin typeface="Courier New" panose="02070309020205020404" pitchFamily="49" charset="0"/>
              </a:rPr>
              <a:t>os.environ.get</a:t>
            </a:r>
            <a:r>
              <a:rPr lang="en-US" sz="2000" dirty="0">
                <a:latin typeface="Courier New" panose="02070309020205020404" pitchFamily="49" charset="0"/>
              </a:rPr>
              <a:t>("HOME")</a:t>
            </a:r>
            <a:endParaRPr lang="en-US" sz="2000" dirty="0"/>
          </a:p>
          <a:p>
            <a:pPr>
              <a:buFont typeface="Arial" panose="020B0604020202020204" pitchFamily="34" charset="0"/>
              <a:buChar char="•"/>
            </a:pPr>
            <a:r>
              <a:rPr lang="en-US" sz="2000" dirty="0"/>
              <a:t>Useful for configuration and secrets management</a:t>
            </a:r>
          </a:p>
        </p:txBody>
      </p:sp>
    </p:spTree>
    <p:extLst>
      <p:ext uri="{BB962C8B-B14F-4D97-AF65-F5344CB8AC3E}">
        <p14:creationId xmlns:p14="http://schemas.microsoft.com/office/powerpoint/2010/main" val="1445905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3" end="1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5DB9B-778B-D784-EEFF-499CD72982C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05527BD-32A5-B3DE-7772-85311FADB074}"/>
              </a:ext>
            </a:extLst>
          </p:cNvPr>
          <p:cNvSpPr>
            <a:spLocks noGrp="1"/>
          </p:cNvSpPr>
          <p:nvPr>
            <p:ph type="title"/>
          </p:nvPr>
        </p:nvSpPr>
        <p:spPr/>
        <p:txBody>
          <a:bodyPr/>
          <a:lstStyle/>
          <a:p>
            <a:r>
              <a:rPr lang="en-US" dirty="0"/>
              <a:t>OS module</a:t>
            </a:r>
          </a:p>
        </p:txBody>
      </p:sp>
      <p:sp>
        <p:nvSpPr>
          <p:cNvPr id="3" name="TextBox 2">
            <a:extLst>
              <a:ext uri="{FF2B5EF4-FFF2-40B4-BE49-F238E27FC236}">
                <a16:creationId xmlns:a16="http://schemas.microsoft.com/office/drawing/2014/main" id="{F5CA9FAD-4092-3AAA-0B79-C624B685B9F4}"/>
              </a:ext>
            </a:extLst>
          </p:cNvPr>
          <p:cNvSpPr txBox="1"/>
          <p:nvPr/>
        </p:nvSpPr>
        <p:spPr>
          <a:xfrm>
            <a:off x="548640" y="1432853"/>
            <a:ext cx="9057373" cy="3477875"/>
          </a:xfrm>
          <a:prstGeom prst="rect">
            <a:avLst/>
          </a:prstGeom>
          <a:noFill/>
        </p:spPr>
        <p:txBody>
          <a:bodyPr wrap="square">
            <a:spAutoFit/>
          </a:bodyPr>
          <a:lstStyle/>
          <a:p>
            <a:endParaRPr lang="en-US" sz="2000" dirty="0"/>
          </a:p>
          <a:p>
            <a:pPr>
              <a:buNone/>
            </a:pPr>
            <a:r>
              <a:rPr lang="en-US" sz="2000" b="1" dirty="0"/>
              <a:t>4. Process Management</a:t>
            </a:r>
            <a:endParaRPr lang="en-US" sz="2000" dirty="0"/>
          </a:p>
          <a:p>
            <a:pPr>
              <a:buFont typeface="Arial" panose="020B0604020202020204" pitchFamily="34" charset="0"/>
              <a:buChar char="•"/>
            </a:pPr>
            <a:r>
              <a:rPr lang="en-US" sz="2000" dirty="0"/>
              <a:t>Get the current process ID: </a:t>
            </a:r>
            <a:r>
              <a:rPr lang="en-US" sz="2000" dirty="0" err="1">
                <a:latin typeface="Courier New" panose="02070309020205020404" pitchFamily="49" charset="0"/>
              </a:rPr>
              <a:t>os.getpid</a:t>
            </a:r>
            <a:r>
              <a:rPr lang="en-US" sz="2000" dirty="0">
                <a:latin typeface="Courier New" panose="02070309020205020404" pitchFamily="49" charset="0"/>
              </a:rPr>
              <a:t>()</a:t>
            </a:r>
            <a:endParaRPr lang="en-US" sz="2000" dirty="0"/>
          </a:p>
          <a:p>
            <a:pPr>
              <a:buFont typeface="Arial" panose="020B0604020202020204" pitchFamily="34" charset="0"/>
              <a:buChar char="•"/>
            </a:pPr>
            <a:r>
              <a:rPr lang="en-US" sz="2000" dirty="0"/>
              <a:t>Run shell commands: </a:t>
            </a:r>
            <a:r>
              <a:rPr lang="en-US" sz="2000" dirty="0" err="1">
                <a:latin typeface="Courier New" panose="02070309020205020404" pitchFamily="49" charset="0"/>
              </a:rPr>
              <a:t>os.system</a:t>
            </a:r>
            <a:r>
              <a:rPr lang="en-US" sz="2000" dirty="0">
                <a:latin typeface="Courier New" panose="02070309020205020404" pitchFamily="49" charset="0"/>
              </a:rPr>
              <a:t>("ls")</a:t>
            </a:r>
            <a:endParaRPr lang="en-US" sz="2000" dirty="0"/>
          </a:p>
          <a:p>
            <a:pPr>
              <a:buFont typeface="Arial" panose="020B0604020202020204" pitchFamily="34" charset="0"/>
              <a:buChar char="•"/>
            </a:pPr>
            <a:r>
              <a:rPr lang="en-US" sz="2000" dirty="0"/>
              <a:t>Terminate the process: </a:t>
            </a:r>
            <a:r>
              <a:rPr lang="en-US" sz="2000" dirty="0" err="1">
                <a:latin typeface="Courier New" panose="02070309020205020404" pitchFamily="49" charset="0"/>
              </a:rPr>
              <a:t>os.exit</a:t>
            </a:r>
            <a:r>
              <a:rPr lang="en-US" sz="2000" dirty="0">
                <a:latin typeface="Courier New" panose="02070309020205020404" pitchFamily="49" charset="0"/>
              </a:rPr>
              <a:t>()</a:t>
            </a:r>
          </a:p>
          <a:p>
            <a:endParaRPr lang="en-US" sz="2000" dirty="0"/>
          </a:p>
          <a:p>
            <a:pPr>
              <a:buNone/>
            </a:pPr>
            <a:r>
              <a:rPr lang="en-US" sz="2000" b="1" dirty="0"/>
              <a:t>5. System Information</a:t>
            </a:r>
            <a:endParaRPr lang="en-US" sz="2000" dirty="0"/>
          </a:p>
          <a:p>
            <a:pPr>
              <a:buFont typeface="Arial" panose="020B0604020202020204" pitchFamily="34" charset="0"/>
              <a:buChar char="•"/>
            </a:pPr>
            <a:r>
              <a:rPr lang="en-US" sz="2000" dirty="0"/>
              <a:t>Get the current working directory: </a:t>
            </a:r>
            <a:r>
              <a:rPr lang="en-US" sz="2000" dirty="0" err="1">
                <a:latin typeface="Courier New" panose="02070309020205020404" pitchFamily="49" charset="0"/>
              </a:rPr>
              <a:t>os.getcwd</a:t>
            </a:r>
            <a:r>
              <a:rPr lang="en-US" sz="2000" dirty="0">
                <a:latin typeface="Courier New" panose="02070309020205020404" pitchFamily="49" charset="0"/>
              </a:rPr>
              <a:t>()</a:t>
            </a:r>
            <a:endParaRPr lang="en-US" sz="2000" dirty="0"/>
          </a:p>
          <a:p>
            <a:pPr>
              <a:buFont typeface="Arial" panose="020B0604020202020204" pitchFamily="34" charset="0"/>
              <a:buChar char="•"/>
            </a:pPr>
            <a:r>
              <a:rPr lang="en-US" sz="2000" dirty="0"/>
              <a:t>Change the working directory: </a:t>
            </a:r>
            <a:r>
              <a:rPr lang="en-US" sz="2000" dirty="0" err="1">
                <a:latin typeface="Courier New" panose="02070309020205020404" pitchFamily="49" charset="0"/>
              </a:rPr>
              <a:t>os.chdir</a:t>
            </a:r>
            <a:r>
              <a:rPr lang="en-US" sz="2000" dirty="0">
                <a:latin typeface="Courier New" panose="02070309020205020404" pitchFamily="49" charset="0"/>
              </a:rPr>
              <a:t>()</a:t>
            </a:r>
            <a:endParaRPr lang="en-US" sz="2000" dirty="0"/>
          </a:p>
          <a:p>
            <a:pPr>
              <a:buFont typeface="Arial" panose="020B0604020202020204" pitchFamily="34" charset="0"/>
              <a:buChar char="•"/>
            </a:pPr>
            <a:r>
              <a:rPr lang="en-US" sz="2000" dirty="0"/>
              <a:t>Detect the OS name: </a:t>
            </a:r>
            <a:r>
              <a:rPr lang="en-US" sz="2000" dirty="0">
                <a:latin typeface="Courier New" panose="02070309020205020404" pitchFamily="49" charset="0"/>
              </a:rPr>
              <a:t>os.name</a:t>
            </a:r>
            <a:r>
              <a:rPr lang="en-US" sz="2000" dirty="0"/>
              <a:t> (returns </a:t>
            </a:r>
            <a:r>
              <a:rPr lang="en-US" sz="2000" dirty="0">
                <a:latin typeface="Courier New" panose="02070309020205020404" pitchFamily="49" charset="0"/>
              </a:rPr>
              <a:t>'</a:t>
            </a:r>
            <a:r>
              <a:rPr lang="en-US" sz="2000" dirty="0" err="1">
                <a:latin typeface="Courier New" panose="02070309020205020404" pitchFamily="49" charset="0"/>
              </a:rPr>
              <a:t>nt</a:t>
            </a:r>
            <a:r>
              <a:rPr lang="en-US" sz="2000" dirty="0">
                <a:latin typeface="Courier New" panose="02070309020205020404" pitchFamily="49" charset="0"/>
              </a:rPr>
              <a:t>'</a:t>
            </a:r>
            <a:r>
              <a:rPr lang="en-US" sz="2000" dirty="0"/>
              <a:t> for Windows, </a:t>
            </a:r>
            <a:r>
              <a:rPr lang="en-US" sz="2000" dirty="0">
                <a:latin typeface="Courier New" panose="02070309020205020404" pitchFamily="49" charset="0"/>
              </a:rPr>
              <a:t>'</a:t>
            </a:r>
            <a:r>
              <a:rPr lang="en-US" sz="2000" dirty="0" err="1">
                <a:latin typeface="Courier New" panose="02070309020205020404" pitchFamily="49" charset="0"/>
              </a:rPr>
              <a:t>posix</a:t>
            </a:r>
            <a:r>
              <a:rPr lang="en-US" sz="2000" dirty="0">
                <a:latin typeface="Courier New" panose="02070309020205020404" pitchFamily="49" charset="0"/>
              </a:rPr>
              <a:t>'</a:t>
            </a:r>
            <a:r>
              <a:rPr lang="en-US" sz="2000" dirty="0"/>
              <a:t> for Unix-like)</a:t>
            </a:r>
          </a:p>
        </p:txBody>
      </p:sp>
    </p:spTree>
    <p:extLst>
      <p:ext uri="{BB962C8B-B14F-4D97-AF65-F5344CB8AC3E}">
        <p14:creationId xmlns:p14="http://schemas.microsoft.com/office/powerpoint/2010/main" val="2241926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6BE58-32B6-30D1-487B-C96B505F4C4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DF80F5D-5ED0-15D7-7DF7-33F5C3C9806B}"/>
              </a:ext>
            </a:extLst>
          </p:cNvPr>
          <p:cNvSpPr>
            <a:spLocks noGrp="1"/>
          </p:cNvSpPr>
          <p:nvPr>
            <p:ph type="title"/>
          </p:nvPr>
        </p:nvSpPr>
        <p:spPr/>
        <p:txBody>
          <a:bodyPr/>
          <a:lstStyle/>
          <a:p>
            <a:r>
              <a:rPr lang="en-US" dirty="0"/>
              <a:t>OS module EXAMPLE</a:t>
            </a:r>
          </a:p>
        </p:txBody>
      </p:sp>
      <p:sp>
        <p:nvSpPr>
          <p:cNvPr id="3" name="TextBox 2">
            <a:extLst>
              <a:ext uri="{FF2B5EF4-FFF2-40B4-BE49-F238E27FC236}">
                <a16:creationId xmlns:a16="http://schemas.microsoft.com/office/drawing/2014/main" id="{0E092DC3-1E09-34CE-200B-596ED5150F7E}"/>
              </a:ext>
            </a:extLst>
          </p:cNvPr>
          <p:cNvSpPr txBox="1"/>
          <p:nvPr/>
        </p:nvSpPr>
        <p:spPr>
          <a:xfrm>
            <a:off x="548640" y="1163346"/>
            <a:ext cx="9057373" cy="400110"/>
          </a:xfrm>
          <a:prstGeom prst="rect">
            <a:avLst/>
          </a:prstGeom>
          <a:noFill/>
        </p:spPr>
        <p:txBody>
          <a:bodyPr wrap="square">
            <a:spAutoFit/>
          </a:bodyPr>
          <a:lstStyle/>
          <a:p>
            <a:pPr>
              <a:buNone/>
            </a:pPr>
            <a:r>
              <a:rPr lang="en-US" sz="2000" b="1" dirty="0"/>
              <a:t>Example:</a:t>
            </a:r>
            <a:endParaRPr lang="en-US" sz="2000" dirty="0"/>
          </a:p>
        </p:txBody>
      </p:sp>
      <p:sp>
        <p:nvSpPr>
          <p:cNvPr id="4" name="TextBox 3">
            <a:extLst>
              <a:ext uri="{FF2B5EF4-FFF2-40B4-BE49-F238E27FC236}">
                <a16:creationId xmlns:a16="http://schemas.microsoft.com/office/drawing/2014/main" id="{C9A7393B-CC8D-C392-6584-D943609023EF}"/>
              </a:ext>
            </a:extLst>
          </p:cNvPr>
          <p:cNvSpPr txBox="1"/>
          <p:nvPr/>
        </p:nvSpPr>
        <p:spPr>
          <a:xfrm>
            <a:off x="548640" y="1807195"/>
            <a:ext cx="7856621" cy="3970318"/>
          </a:xfrm>
          <a:prstGeom prst="rect">
            <a:avLst/>
          </a:prstGeom>
          <a:noFill/>
        </p:spPr>
        <p:txBody>
          <a:bodyPr wrap="square">
            <a:spAutoFit/>
          </a:bodyPr>
          <a:lstStyle/>
          <a:p>
            <a:r>
              <a:rPr lang="en-US" dirty="0"/>
              <a:t>import </a:t>
            </a:r>
            <a:r>
              <a:rPr lang="en-US" dirty="0" err="1"/>
              <a:t>os</a:t>
            </a:r>
            <a:endParaRPr lang="en-US" dirty="0"/>
          </a:p>
          <a:p>
            <a:endParaRPr lang="en-US" dirty="0"/>
          </a:p>
          <a:p>
            <a:r>
              <a:rPr lang="en-US" dirty="0"/>
              <a:t># Get current directory</a:t>
            </a:r>
          </a:p>
          <a:p>
            <a:r>
              <a:rPr lang="en-US" dirty="0"/>
              <a:t>print(</a:t>
            </a:r>
            <a:r>
              <a:rPr lang="en-US" dirty="0" err="1"/>
              <a:t>os.getcwd</a:t>
            </a:r>
            <a:r>
              <a:rPr lang="en-US" dirty="0"/>
              <a:t>())</a:t>
            </a:r>
          </a:p>
          <a:p>
            <a:endParaRPr lang="en-US" dirty="0"/>
          </a:p>
          <a:p>
            <a:r>
              <a:rPr lang="en-US" dirty="0"/>
              <a:t># Build a cross-platform path</a:t>
            </a:r>
          </a:p>
          <a:p>
            <a:r>
              <a:rPr lang="en-US" dirty="0"/>
              <a:t>path = </a:t>
            </a:r>
            <a:r>
              <a:rPr lang="en-US" dirty="0" err="1"/>
              <a:t>os.path.join</a:t>
            </a:r>
            <a:r>
              <a:rPr lang="en-US" dirty="0"/>
              <a:t>("data", "reports", "summary.csv")</a:t>
            </a:r>
          </a:p>
          <a:p>
            <a:endParaRPr lang="en-US" dirty="0"/>
          </a:p>
          <a:p>
            <a:r>
              <a:rPr lang="en-US" dirty="0"/>
              <a:t># Check if it exists</a:t>
            </a:r>
          </a:p>
          <a:p>
            <a:r>
              <a:rPr lang="en-US" dirty="0"/>
              <a:t>if </a:t>
            </a:r>
            <a:r>
              <a:rPr lang="en-US" dirty="0" err="1"/>
              <a:t>os.path.exists</a:t>
            </a:r>
            <a:r>
              <a:rPr lang="en-US" dirty="0"/>
              <a:t>(path):</a:t>
            </a:r>
          </a:p>
          <a:p>
            <a:r>
              <a:rPr lang="en-US" dirty="0"/>
              <a:t>    print("File found!")</a:t>
            </a:r>
          </a:p>
          <a:p>
            <a:endParaRPr lang="en-US" dirty="0"/>
          </a:p>
          <a:p>
            <a:r>
              <a:rPr lang="en-US" dirty="0"/>
              <a:t># Read an environment variable</a:t>
            </a:r>
          </a:p>
          <a:p>
            <a:r>
              <a:rPr lang="en-US" dirty="0" err="1"/>
              <a:t>api_key</a:t>
            </a:r>
            <a:r>
              <a:rPr lang="en-US" dirty="0"/>
              <a:t> = </a:t>
            </a:r>
            <a:r>
              <a:rPr lang="en-US" dirty="0" err="1"/>
              <a:t>os.environ.get</a:t>
            </a:r>
            <a:r>
              <a:rPr lang="en-US" dirty="0"/>
              <a:t>("API_KEY", "</a:t>
            </a:r>
            <a:r>
              <a:rPr lang="en-US" dirty="0" err="1"/>
              <a:t>default_value</a:t>
            </a:r>
            <a:r>
              <a:rPr lang="en-US" dirty="0"/>
              <a:t>")</a:t>
            </a:r>
          </a:p>
        </p:txBody>
      </p:sp>
    </p:spTree>
    <p:extLst>
      <p:ext uri="{BB962C8B-B14F-4D97-AF65-F5344CB8AC3E}">
        <p14:creationId xmlns:p14="http://schemas.microsoft.com/office/powerpoint/2010/main" val="29437708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C51596-B14D-9799-A145-8ABF524A223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A4A9818-0F78-071F-6EEC-65D52670A26E}"/>
              </a:ext>
            </a:extLst>
          </p:cNvPr>
          <p:cNvSpPr>
            <a:spLocks noGrp="1"/>
          </p:cNvSpPr>
          <p:nvPr>
            <p:ph type="title"/>
          </p:nvPr>
        </p:nvSpPr>
        <p:spPr/>
        <p:txBody>
          <a:bodyPr/>
          <a:lstStyle/>
          <a:p>
            <a:r>
              <a:rPr lang="en-US" dirty="0"/>
              <a:t>OS module CHEATSHEET</a:t>
            </a:r>
          </a:p>
        </p:txBody>
      </p:sp>
      <p:graphicFrame>
        <p:nvGraphicFramePr>
          <p:cNvPr id="17" name="Content Placeholder 16">
            <a:extLst>
              <a:ext uri="{FF2B5EF4-FFF2-40B4-BE49-F238E27FC236}">
                <a16:creationId xmlns:a16="http://schemas.microsoft.com/office/drawing/2014/main" id="{720F2C90-5683-D0A6-0655-8EA8AF3F7C3F}"/>
              </a:ext>
            </a:extLst>
          </p:cNvPr>
          <p:cNvGraphicFramePr>
            <a:graphicFrameLocks noGrp="1"/>
          </p:cNvGraphicFramePr>
          <p:nvPr>
            <p:ph idx="4294967295"/>
          </p:nvPr>
        </p:nvGraphicFramePr>
        <p:xfrm>
          <a:off x="1112870" y="2173288"/>
          <a:ext cx="10515600" cy="3505200"/>
        </p:xfrm>
        <a:graphic>
          <a:graphicData uri="http://schemas.openxmlformats.org/drawingml/2006/table">
            <a:tbl>
              <a:tblPr/>
              <a:tblGrid>
                <a:gridCol w="2686497">
                  <a:extLst>
                    <a:ext uri="{9D8B030D-6E8A-4147-A177-3AD203B41FA5}">
                      <a16:colId xmlns:a16="http://schemas.microsoft.com/office/drawing/2014/main" val="1648361101"/>
                    </a:ext>
                  </a:extLst>
                </a:gridCol>
                <a:gridCol w="7829103">
                  <a:extLst>
                    <a:ext uri="{9D8B030D-6E8A-4147-A177-3AD203B41FA5}">
                      <a16:colId xmlns:a16="http://schemas.microsoft.com/office/drawing/2014/main" val="697547424"/>
                    </a:ext>
                  </a:extLst>
                </a:gridCol>
              </a:tblGrid>
              <a:tr h="0">
                <a:tc>
                  <a:txBody>
                    <a:bodyPr/>
                    <a:lstStyle/>
                    <a:p>
                      <a:pPr>
                        <a:buNone/>
                      </a:pPr>
                      <a:r>
                        <a:rPr lang="en-US" b="1" dirty="0"/>
                        <a:t>Python Function</a:t>
                      </a:r>
                    </a:p>
                  </a:txBody>
                  <a:tcPr anchor="ctr">
                    <a:lnL>
                      <a:noFill/>
                    </a:lnL>
                    <a:lnR>
                      <a:noFill/>
                    </a:lnR>
                    <a:lnT>
                      <a:noFill/>
                    </a:lnT>
                    <a:lnB>
                      <a:noFill/>
                    </a:lnB>
                    <a:noFill/>
                  </a:tcPr>
                </a:tc>
                <a:tc>
                  <a:txBody>
                    <a:bodyPr/>
                    <a:lstStyle/>
                    <a:p>
                      <a:pPr>
                        <a:buNone/>
                      </a:pPr>
                      <a:r>
                        <a:rPr lang="en-US" b="1" dirty="0"/>
                        <a:t>Description</a:t>
                      </a:r>
                    </a:p>
                  </a:txBody>
                  <a:tcPr anchor="ctr">
                    <a:lnL>
                      <a:noFill/>
                    </a:lnL>
                    <a:lnR>
                      <a:noFill/>
                    </a:lnR>
                    <a:lnT>
                      <a:noFill/>
                    </a:lnT>
                    <a:lnB>
                      <a:noFill/>
                    </a:lnB>
                    <a:noFill/>
                  </a:tcPr>
                </a:tc>
                <a:extLst>
                  <a:ext uri="{0D108BD9-81ED-4DB2-BD59-A6C34878D82A}">
                    <a16:rowId xmlns:a16="http://schemas.microsoft.com/office/drawing/2014/main" val="1866904096"/>
                  </a:ext>
                </a:extLst>
              </a:tr>
              <a:tr h="0">
                <a:tc>
                  <a:txBody>
                    <a:bodyPr/>
                    <a:lstStyle/>
                    <a:p>
                      <a:pPr>
                        <a:buNone/>
                      </a:pPr>
                      <a:r>
                        <a:rPr lang="en-US" b="1" dirty="0" err="1">
                          <a:solidFill>
                            <a:schemeClr val="tx2"/>
                          </a:solidFill>
                          <a:latin typeface="Consolas" panose="020B0609020204030204" pitchFamily="49" charset="0"/>
                          <a:cs typeface="Courier New" panose="02070309020205020404" pitchFamily="49" charset="0"/>
                        </a:rPr>
                        <a:t>os.getcwd</a:t>
                      </a:r>
                      <a:r>
                        <a:rPr lang="en-US" b="1" dirty="0">
                          <a:solidFill>
                            <a:schemeClr val="tx2"/>
                          </a:solidFill>
                          <a:latin typeface="Consolas" panose="020B0609020204030204" pitchFamily="49" charset="0"/>
                          <a:cs typeface="Courier New" panose="02070309020205020404" pitchFamily="49" charset="0"/>
                        </a:rPr>
                        <a:t>()</a:t>
                      </a:r>
                    </a:p>
                  </a:txBody>
                  <a:tcPr anchor="ctr">
                    <a:lnL>
                      <a:noFill/>
                    </a:lnL>
                    <a:lnR>
                      <a:noFill/>
                    </a:lnR>
                    <a:lnT>
                      <a:noFill/>
                    </a:lnT>
                    <a:lnB>
                      <a:noFill/>
                    </a:lnB>
                    <a:noFill/>
                  </a:tcPr>
                </a:tc>
                <a:tc>
                  <a:txBody>
                    <a:bodyPr/>
                    <a:lstStyle/>
                    <a:p>
                      <a:pPr>
                        <a:buNone/>
                      </a:pPr>
                      <a:r>
                        <a:rPr lang="en-US" dirty="0"/>
                        <a:t>Returns the current working directory.</a:t>
                      </a:r>
                    </a:p>
                  </a:txBody>
                  <a:tcPr anchor="ctr">
                    <a:lnL>
                      <a:noFill/>
                    </a:lnL>
                    <a:lnR>
                      <a:noFill/>
                    </a:lnR>
                    <a:lnT>
                      <a:noFill/>
                    </a:lnT>
                    <a:lnB>
                      <a:noFill/>
                    </a:lnB>
                    <a:noFill/>
                  </a:tcPr>
                </a:tc>
                <a:extLst>
                  <a:ext uri="{0D108BD9-81ED-4DB2-BD59-A6C34878D82A}">
                    <a16:rowId xmlns:a16="http://schemas.microsoft.com/office/drawing/2014/main" val="202744842"/>
                  </a:ext>
                </a:extLst>
              </a:tr>
              <a:tr h="0">
                <a:tc>
                  <a:txBody>
                    <a:bodyPr/>
                    <a:lstStyle/>
                    <a:p>
                      <a:pPr>
                        <a:buNone/>
                      </a:pPr>
                      <a:r>
                        <a:rPr lang="en-US" b="1" dirty="0" err="1">
                          <a:solidFill>
                            <a:schemeClr val="tx2"/>
                          </a:solidFill>
                          <a:latin typeface="Consolas" panose="020B0609020204030204" pitchFamily="49" charset="0"/>
                          <a:cs typeface="Courier New" panose="02070309020205020404" pitchFamily="49" charset="0"/>
                        </a:rPr>
                        <a:t>os.chdir</a:t>
                      </a:r>
                      <a:r>
                        <a:rPr lang="en-US" b="1" dirty="0">
                          <a:solidFill>
                            <a:schemeClr val="tx2"/>
                          </a:solidFill>
                          <a:latin typeface="Consolas" panose="020B0609020204030204" pitchFamily="49" charset="0"/>
                          <a:cs typeface="Courier New" panose="02070309020205020404" pitchFamily="49" charset="0"/>
                        </a:rPr>
                        <a:t>(path)</a:t>
                      </a:r>
                    </a:p>
                  </a:txBody>
                  <a:tcPr anchor="ctr">
                    <a:lnL>
                      <a:noFill/>
                    </a:lnL>
                    <a:lnR>
                      <a:noFill/>
                    </a:lnR>
                    <a:lnT>
                      <a:noFill/>
                    </a:lnT>
                    <a:lnB>
                      <a:noFill/>
                    </a:lnB>
                    <a:noFill/>
                  </a:tcPr>
                </a:tc>
                <a:tc>
                  <a:txBody>
                    <a:bodyPr/>
                    <a:lstStyle/>
                    <a:p>
                      <a:pPr>
                        <a:buNone/>
                      </a:pPr>
                      <a:r>
                        <a:rPr lang="en-US" dirty="0"/>
                        <a:t>Changes the current working directory.</a:t>
                      </a:r>
                    </a:p>
                  </a:txBody>
                  <a:tcPr anchor="ctr">
                    <a:lnL>
                      <a:noFill/>
                    </a:lnL>
                    <a:lnR>
                      <a:noFill/>
                    </a:lnR>
                    <a:lnT>
                      <a:noFill/>
                    </a:lnT>
                    <a:lnB>
                      <a:noFill/>
                    </a:lnB>
                    <a:noFill/>
                  </a:tcPr>
                </a:tc>
                <a:extLst>
                  <a:ext uri="{0D108BD9-81ED-4DB2-BD59-A6C34878D82A}">
                    <a16:rowId xmlns:a16="http://schemas.microsoft.com/office/drawing/2014/main" val="2293408018"/>
                  </a:ext>
                </a:extLst>
              </a:tr>
              <a:tr h="0">
                <a:tc>
                  <a:txBody>
                    <a:bodyPr/>
                    <a:lstStyle/>
                    <a:p>
                      <a:pPr>
                        <a:buNone/>
                      </a:pPr>
                      <a:r>
                        <a:rPr lang="en-US" b="1" dirty="0" err="1">
                          <a:solidFill>
                            <a:schemeClr val="tx2"/>
                          </a:solidFill>
                          <a:latin typeface="Consolas" panose="020B0609020204030204" pitchFamily="49" charset="0"/>
                          <a:cs typeface="Courier New" panose="02070309020205020404" pitchFamily="49" charset="0"/>
                        </a:rPr>
                        <a:t>os.listdir</a:t>
                      </a:r>
                      <a:r>
                        <a:rPr lang="en-US" b="1" dirty="0">
                          <a:solidFill>
                            <a:schemeClr val="tx2"/>
                          </a:solidFill>
                          <a:latin typeface="Consolas" panose="020B0609020204030204" pitchFamily="49" charset="0"/>
                          <a:cs typeface="Courier New" panose="02070309020205020404" pitchFamily="49" charset="0"/>
                        </a:rPr>
                        <a:t>(path='.')</a:t>
                      </a:r>
                    </a:p>
                  </a:txBody>
                  <a:tcPr anchor="ctr">
                    <a:lnL>
                      <a:noFill/>
                    </a:lnL>
                    <a:lnR>
                      <a:noFill/>
                    </a:lnR>
                    <a:lnT>
                      <a:noFill/>
                    </a:lnT>
                    <a:lnB>
                      <a:noFill/>
                    </a:lnB>
                    <a:noFill/>
                  </a:tcPr>
                </a:tc>
                <a:tc>
                  <a:txBody>
                    <a:bodyPr/>
                    <a:lstStyle/>
                    <a:p>
                      <a:pPr>
                        <a:buNone/>
                      </a:pPr>
                      <a:r>
                        <a:rPr lang="en-US" dirty="0"/>
                        <a:t>Lists files and directories in the given path.</a:t>
                      </a:r>
                    </a:p>
                  </a:txBody>
                  <a:tcPr anchor="ctr">
                    <a:lnL>
                      <a:noFill/>
                    </a:lnL>
                    <a:lnR>
                      <a:noFill/>
                    </a:lnR>
                    <a:lnT>
                      <a:noFill/>
                    </a:lnT>
                    <a:lnB>
                      <a:noFill/>
                    </a:lnB>
                    <a:noFill/>
                  </a:tcPr>
                </a:tc>
                <a:extLst>
                  <a:ext uri="{0D108BD9-81ED-4DB2-BD59-A6C34878D82A}">
                    <a16:rowId xmlns:a16="http://schemas.microsoft.com/office/drawing/2014/main" val="3167188034"/>
                  </a:ext>
                </a:extLst>
              </a:tr>
              <a:tr h="0">
                <a:tc>
                  <a:txBody>
                    <a:bodyPr/>
                    <a:lstStyle/>
                    <a:p>
                      <a:pPr>
                        <a:buNone/>
                      </a:pPr>
                      <a:r>
                        <a:rPr lang="en-US" b="1" dirty="0" err="1">
                          <a:solidFill>
                            <a:schemeClr val="tx2"/>
                          </a:solidFill>
                          <a:latin typeface="Consolas" panose="020B0609020204030204" pitchFamily="49" charset="0"/>
                          <a:cs typeface="Courier New" panose="02070309020205020404" pitchFamily="49" charset="0"/>
                        </a:rPr>
                        <a:t>os.mkdir</a:t>
                      </a:r>
                      <a:r>
                        <a:rPr lang="en-US" b="1" dirty="0">
                          <a:solidFill>
                            <a:schemeClr val="tx2"/>
                          </a:solidFill>
                          <a:latin typeface="Consolas" panose="020B0609020204030204" pitchFamily="49" charset="0"/>
                          <a:cs typeface="Courier New" panose="02070309020205020404" pitchFamily="49" charset="0"/>
                        </a:rPr>
                        <a:t>(path)</a:t>
                      </a:r>
                    </a:p>
                  </a:txBody>
                  <a:tcPr anchor="ctr">
                    <a:lnL>
                      <a:noFill/>
                    </a:lnL>
                    <a:lnR>
                      <a:noFill/>
                    </a:lnR>
                    <a:lnT>
                      <a:noFill/>
                    </a:lnT>
                    <a:lnB>
                      <a:noFill/>
                    </a:lnB>
                    <a:noFill/>
                  </a:tcPr>
                </a:tc>
                <a:tc>
                  <a:txBody>
                    <a:bodyPr/>
                    <a:lstStyle/>
                    <a:p>
                      <a:pPr>
                        <a:buNone/>
                      </a:pPr>
                      <a:r>
                        <a:rPr lang="en-US"/>
                        <a:t>Creates a single directory.</a:t>
                      </a:r>
                    </a:p>
                  </a:txBody>
                  <a:tcPr anchor="ctr">
                    <a:lnL>
                      <a:noFill/>
                    </a:lnL>
                    <a:lnR>
                      <a:noFill/>
                    </a:lnR>
                    <a:lnT>
                      <a:noFill/>
                    </a:lnT>
                    <a:lnB>
                      <a:noFill/>
                    </a:lnB>
                    <a:noFill/>
                  </a:tcPr>
                </a:tc>
                <a:extLst>
                  <a:ext uri="{0D108BD9-81ED-4DB2-BD59-A6C34878D82A}">
                    <a16:rowId xmlns:a16="http://schemas.microsoft.com/office/drawing/2014/main" val="1593945515"/>
                  </a:ext>
                </a:extLst>
              </a:tr>
              <a:tr h="0">
                <a:tc>
                  <a:txBody>
                    <a:bodyPr/>
                    <a:lstStyle/>
                    <a:p>
                      <a:pPr>
                        <a:buNone/>
                      </a:pPr>
                      <a:r>
                        <a:rPr lang="en-US" b="1" dirty="0" err="1">
                          <a:solidFill>
                            <a:schemeClr val="tx2"/>
                          </a:solidFill>
                          <a:latin typeface="Consolas" panose="020B0609020204030204" pitchFamily="49" charset="0"/>
                          <a:cs typeface="Courier New" panose="02070309020205020404" pitchFamily="49" charset="0"/>
                        </a:rPr>
                        <a:t>os.makedirs</a:t>
                      </a:r>
                      <a:r>
                        <a:rPr lang="en-US" b="1" dirty="0">
                          <a:solidFill>
                            <a:schemeClr val="tx2"/>
                          </a:solidFill>
                          <a:latin typeface="Consolas" panose="020B0609020204030204" pitchFamily="49" charset="0"/>
                          <a:cs typeface="Courier New" panose="02070309020205020404" pitchFamily="49" charset="0"/>
                        </a:rPr>
                        <a:t>(path)</a:t>
                      </a:r>
                    </a:p>
                  </a:txBody>
                  <a:tcPr anchor="ctr">
                    <a:lnL>
                      <a:noFill/>
                    </a:lnL>
                    <a:lnR>
                      <a:noFill/>
                    </a:lnR>
                    <a:lnT>
                      <a:noFill/>
                    </a:lnT>
                    <a:lnB>
                      <a:noFill/>
                    </a:lnB>
                    <a:noFill/>
                  </a:tcPr>
                </a:tc>
                <a:tc>
                  <a:txBody>
                    <a:bodyPr/>
                    <a:lstStyle/>
                    <a:p>
                      <a:pPr>
                        <a:buNone/>
                      </a:pPr>
                      <a:r>
                        <a:rPr lang="en-US" dirty="0"/>
                        <a:t>Creates nested directories recursively.</a:t>
                      </a:r>
                    </a:p>
                  </a:txBody>
                  <a:tcPr anchor="ctr">
                    <a:lnL>
                      <a:noFill/>
                    </a:lnL>
                    <a:lnR>
                      <a:noFill/>
                    </a:lnR>
                    <a:lnT>
                      <a:noFill/>
                    </a:lnT>
                    <a:lnB>
                      <a:noFill/>
                    </a:lnB>
                    <a:noFill/>
                  </a:tcPr>
                </a:tc>
                <a:extLst>
                  <a:ext uri="{0D108BD9-81ED-4DB2-BD59-A6C34878D82A}">
                    <a16:rowId xmlns:a16="http://schemas.microsoft.com/office/drawing/2014/main" val="3064447774"/>
                  </a:ext>
                </a:extLst>
              </a:tr>
              <a:tr h="0">
                <a:tc>
                  <a:txBody>
                    <a:bodyPr/>
                    <a:lstStyle/>
                    <a:p>
                      <a:pPr>
                        <a:buNone/>
                      </a:pPr>
                      <a:r>
                        <a:rPr lang="en-US" b="1" dirty="0" err="1">
                          <a:solidFill>
                            <a:schemeClr val="tx2"/>
                          </a:solidFill>
                          <a:latin typeface="Consolas" panose="020B0609020204030204" pitchFamily="49" charset="0"/>
                          <a:cs typeface="Courier New" panose="02070309020205020404" pitchFamily="49" charset="0"/>
                        </a:rPr>
                        <a:t>os.remove</a:t>
                      </a:r>
                      <a:r>
                        <a:rPr lang="en-US" b="1" dirty="0">
                          <a:solidFill>
                            <a:schemeClr val="tx2"/>
                          </a:solidFill>
                          <a:latin typeface="Consolas" panose="020B0609020204030204" pitchFamily="49" charset="0"/>
                          <a:cs typeface="Courier New" panose="02070309020205020404" pitchFamily="49" charset="0"/>
                        </a:rPr>
                        <a:t>(path)</a:t>
                      </a:r>
                    </a:p>
                  </a:txBody>
                  <a:tcPr anchor="ctr">
                    <a:lnL>
                      <a:noFill/>
                    </a:lnL>
                    <a:lnR>
                      <a:noFill/>
                    </a:lnR>
                    <a:lnT>
                      <a:noFill/>
                    </a:lnT>
                    <a:lnB>
                      <a:noFill/>
                    </a:lnB>
                    <a:noFill/>
                  </a:tcPr>
                </a:tc>
                <a:tc>
                  <a:txBody>
                    <a:bodyPr/>
                    <a:lstStyle/>
                    <a:p>
                      <a:pPr>
                        <a:buNone/>
                      </a:pPr>
                      <a:r>
                        <a:rPr lang="en-US"/>
                        <a:t>Deletes a file.</a:t>
                      </a:r>
                    </a:p>
                  </a:txBody>
                  <a:tcPr anchor="ctr">
                    <a:lnL>
                      <a:noFill/>
                    </a:lnL>
                    <a:lnR>
                      <a:noFill/>
                    </a:lnR>
                    <a:lnT>
                      <a:noFill/>
                    </a:lnT>
                    <a:lnB>
                      <a:noFill/>
                    </a:lnB>
                    <a:noFill/>
                  </a:tcPr>
                </a:tc>
                <a:extLst>
                  <a:ext uri="{0D108BD9-81ED-4DB2-BD59-A6C34878D82A}">
                    <a16:rowId xmlns:a16="http://schemas.microsoft.com/office/drawing/2014/main" val="1856539145"/>
                  </a:ext>
                </a:extLst>
              </a:tr>
              <a:tr h="0">
                <a:tc>
                  <a:txBody>
                    <a:bodyPr/>
                    <a:lstStyle/>
                    <a:p>
                      <a:pPr>
                        <a:buNone/>
                      </a:pPr>
                      <a:r>
                        <a:rPr lang="en-US" b="1" dirty="0" err="1">
                          <a:solidFill>
                            <a:schemeClr val="tx2"/>
                          </a:solidFill>
                          <a:latin typeface="Consolas" panose="020B0609020204030204" pitchFamily="49" charset="0"/>
                          <a:cs typeface="Courier New" panose="02070309020205020404" pitchFamily="49" charset="0"/>
                        </a:rPr>
                        <a:t>os.rmdir</a:t>
                      </a:r>
                      <a:r>
                        <a:rPr lang="en-US" b="1" dirty="0">
                          <a:solidFill>
                            <a:schemeClr val="tx2"/>
                          </a:solidFill>
                          <a:latin typeface="Consolas" panose="020B0609020204030204" pitchFamily="49" charset="0"/>
                          <a:cs typeface="Courier New" panose="02070309020205020404" pitchFamily="49" charset="0"/>
                        </a:rPr>
                        <a:t>(path)</a:t>
                      </a:r>
                    </a:p>
                  </a:txBody>
                  <a:tcPr anchor="ctr">
                    <a:lnL>
                      <a:noFill/>
                    </a:lnL>
                    <a:lnR>
                      <a:noFill/>
                    </a:lnR>
                    <a:lnT>
                      <a:noFill/>
                    </a:lnT>
                    <a:lnB>
                      <a:noFill/>
                    </a:lnB>
                    <a:noFill/>
                  </a:tcPr>
                </a:tc>
                <a:tc>
                  <a:txBody>
                    <a:bodyPr/>
                    <a:lstStyle/>
                    <a:p>
                      <a:pPr>
                        <a:buNone/>
                      </a:pPr>
                      <a:r>
                        <a:rPr lang="en-US"/>
                        <a:t>Removes a directory (must be empty).</a:t>
                      </a:r>
                    </a:p>
                  </a:txBody>
                  <a:tcPr anchor="ctr">
                    <a:lnL>
                      <a:noFill/>
                    </a:lnL>
                    <a:lnR>
                      <a:noFill/>
                    </a:lnR>
                    <a:lnT>
                      <a:noFill/>
                    </a:lnT>
                    <a:lnB>
                      <a:noFill/>
                    </a:lnB>
                    <a:noFill/>
                  </a:tcPr>
                </a:tc>
                <a:extLst>
                  <a:ext uri="{0D108BD9-81ED-4DB2-BD59-A6C34878D82A}">
                    <a16:rowId xmlns:a16="http://schemas.microsoft.com/office/drawing/2014/main" val="1796673496"/>
                  </a:ext>
                </a:extLst>
              </a:tr>
              <a:tr h="0">
                <a:tc>
                  <a:txBody>
                    <a:bodyPr/>
                    <a:lstStyle/>
                    <a:p>
                      <a:pPr>
                        <a:buNone/>
                      </a:pPr>
                      <a:r>
                        <a:rPr lang="en-US" b="1" dirty="0" err="1">
                          <a:solidFill>
                            <a:schemeClr val="tx2"/>
                          </a:solidFill>
                          <a:latin typeface="Consolas" panose="020B0609020204030204" pitchFamily="49" charset="0"/>
                          <a:cs typeface="Courier New" panose="02070309020205020404" pitchFamily="49" charset="0"/>
                        </a:rPr>
                        <a:t>os.rename</a:t>
                      </a:r>
                      <a:r>
                        <a:rPr lang="en-US" b="1" dirty="0">
                          <a:solidFill>
                            <a:schemeClr val="tx2"/>
                          </a:solidFill>
                          <a:latin typeface="Consolas" panose="020B0609020204030204" pitchFamily="49" charset="0"/>
                          <a:cs typeface="Courier New" panose="02070309020205020404" pitchFamily="49" charset="0"/>
                        </a:rPr>
                        <a:t>(</a:t>
                      </a:r>
                      <a:r>
                        <a:rPr lang="en-US" b="1" dirty="0" err="1">
                          <a:solidFill>
                            <a:schemeClr val="tx2"/>
                          </a:solidFill>
                          <a:latin typeface="Consolas" panose="020B0609020204030204" pitchFamily="49" charset="0"/>
                          <a:cs typeface="Courier New" panose="02070309020205020404" pitchFamily="49" charset="0"/>
                        </a:rPr>
                        <a:t>src</a:t>
                      </a:r>
                      <a:r>
                        <a:rPr lang="en-US" b="1" dirty="0">
                          <a:solidFill>
                            <a:schemeClr val="tx2"/>
                          </a:solidFill>
                          <a:latin typeface="Consolas" panose="020B0609020204030204" pitchFamily="49" charset="0"/>
                          <a:cs typeface="Courier New" panose="02070309020205020404" pitchFamily="49" charset="0"/>
                        </a:rPr>
                        <a:t>, </a:t>
                      </a:r>
                      <a:r>
                        <a:rPr lang="en-US" b="1" dirty="0" err="1">
                          <a:solidFill>
                            <a:schemeClr val="tx2"/>
                          </a:solidFill>
                          <a:latin typeface="Consolas" panose="020B0609020204030204" pitchFamily="49" charset="0"/>
                          <a:cs typeface="Courier New" panose="02070309020205020404" pitchFamily="49" charset="0"/>
                        </a:rPr>
                        <a:t>dst</a:t>
                      </a:r>
                      <a:r>
                        <a:rPr lang="en-US" b="1" dirty="0">
                          <a:solidFill>
                            <a:schemeClr val="tx2"/>
                          </a:solidFill>
                          <a:latin typeface="Consolas" panose="020B0609020204030204" pitchFamily="49" charset="0"/>
                          <a:cs typeface="Courier New" panose="02070309020205020404" pitchFamily="49" charset="0"/>
                        </a:rPr>
                        <a:t>)</a:t>
                      </a:r>
                    </a:p>
                  </a:txBody>
                  <a:tcPr anchor="ctr">
                    <a:lnL>
                      <a:noFill/>
                    </a:lnL>
                    <a:lnR>
                      <a:noFill/>
                    </a:lnR>
                    <a:lnT>
                      <a:noFill/>
                    </a:lnT>
                    <a:lnB>
                      <a:noFill/>
                    </a:lnB>
                    <a:noFill/>
                  </a:tcPr>
                </a:tc>
                <a:tc>
                  <a:txBody>
                    <a:bodyPr/>
                    <a:lstStyle/>
                    <a:p>
                      <a:pPr>
                        <a:buNone/>
                      </a:pPr>
                      <a:r>
                        <a:rPr lang="en-US"/>
                        <a:t>Renames or moves a file or directory.</a:t>
                      </a:r>
                    </a:p>
                  </a:txBody>
                  <a:tcPr anchor="ctr">
                    <a:lnL>
                      <a:noFill/>
                    </a:lnL>
                    <a:lnR>
                      <a:noFill/>
                    </a:lnR>
                    <a:lnT>
                      <a:noFill/>
                    </a:lnT>
                    <a:lnB>
                      <a:noFill/>
                    </a:lnB>
                    <a:noFill/>
                  </a:tcPr>
                </a:tc>
                <a:extLst>
                  <a:ext uri="{0D108BD9-81ED-4DB2-BD59-A6C34878D82A}">
                    <a16:rowId xmlns:a16="http://schemas.microsoft.com/office/drawing/2014/main" val="3297173758"/>
                  </a:ext>
                </a:extLst>
              </a:tr>
              <a:tr h="0">
                <a:tc>
                  <a:txBody>
                    <a:bodyPr/>
                    <a:lstStyle/>
                    <a:p>
                      <a:pPr>
                        <a:buNone/>
                      </a:pPr>
                      <a:r>
                        <a:rPr lang="en-US" b="1" dirty="0" err="1">
                          <a:solidFill>
                            <a:schemeClr val="tx2"/>
                          </a:solidFill>
                          <a:latin typeface="Consolas" panose="020B0609020204030204" pitchFamily="49" charset="0"/>
                          <a:cs typeface="Courier New" panose="02070309020205020404" pitchFamily="49" charset="0"/>
                        </a:rPr>
                        <a:t>os.stat</a:t>
                      </a:r>
                      <a:r>
                        <a:rPr lang="en-US" b="1" dirty="0">
                          <a:solidFill>
                            <a:schemeClr val="tx2"/>
                          </a:solidFill>
                          <a:latin typeface="Consolas" panose="020B0609020204030204" pitchFamily="49" charset="0"/>
                          <a:cs typeface="Courier New" panose="02070309020205020404" pitchFamily="49" charset="0"/>
                        </a:rPr>
                        <a:t>(path)</a:t>
                      </a:r>
                    </a:p>
                  </a:txBody>
                  <a:tcPr anchor="ctr">
                    <a:lnL>
                      <a:noFill/>
                    </a:lnL>
                    <a:lnR>
                      <a:noFill/>
                    </a:lnR>
                    <a:lnT>
                      <a:noFill/>
                    </a:lnT>
                    <a:lnB>
                      <a:noFill/>
                    </a:lnB>
                    <a:noFill/>
                  </a:tcPr>
                </a:tc>
                <a:tc>
                  <a:txBody>
                    <a:bodyPr/>
                    <a:lstStyle/>
                    <a:p>
                      <a:pPr>
                        <a:buNone/>
                      </a:pPr>
                      <a:r>
                        <a:rPr lang="en-US" dirty="0"/>
                        <a:t>Returns info about a file (like size, modified time).</a:t>
                      </a:r>
                    </a:p>
                  </a:txBody>
                  <a:tcPr anchor="ctr">
                    <a:lnL>
                      <a:noFill/>
                    </a:lnL>
                    <a:lnR>
                      <a:noFill/>
                    </a:lnR>
                    <a:lnT>
                      <a:noFill/>
                    </a:lnT>
                    <a:lnB>
                      <a:noFill/>
                    </a:lnB>
                    <a:noFill/>
                  </a:tcPr>
                </a:tc>
                <a:extLst>
                  <a:ext uri="{0D108BD9-81ED-4DB2-BD59-A6C34878D82A}">
                    <a16:rowId xmlns:a16="http://schemas.microsoft.com/office/drawing/2014/main" val="1106212592"/>
                  </a:ext>
                </a:extLst>
              </a:tr>
            </a:tbl>
          </a:graphicData>
        </a:graphic>
      </p:graphicFrame>
    </p:spTree>
    <p:extLst>
      <p:ext uri="{BB962C8B-B14F-4D97-AF65-F5344CB8AC3E}">
        <p14:creationId xmlns:p14="http://schemas.microsoft.com/office/powerpoint/2010/main" val="7724946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F72CA-F00B-B9C0-3905-1071A14C1497}"/>
              </a:ext>
            </a:extLst>
          </p:cNvPr>
          <p:cNvSpPr>
            <a:spLocks noGrp="1"/>
          </p:cNvSpPr>
          <p:nvPr>
            <p:ph type="title"/>
          </p:nvPr>
        </p:nvSpPr>
        <p:spPr/>
        <p:txBody>
          <a:bodyPr/>
          <a:lstStyle/>
          <a:p>
            <a:r>
              <a:rPr lang="en-US" dirty="0"/>
              <a:t>Look familiar?</a:t>
            </a:r>
          </a:p>
        </p:txBody>
      </p:sp>
      <p:graphicFrame>
        <p:nvGraphicFramePr>
          <p:cNvPr id="4" name="Content Placeholder 3">
            <a:extLst>
              <a:ext uri="{FF2B5EF4-FFF2-40B4-BE49-F238E27FC236}">
                <a16:creationId xmlns:a16="http://schemas.microsoft.com/office/drawing/2014/main" id="{B96D637A-E869-9722-DE6A-4578A35F3330}"/>
              </a:ext>
            </a:extLst>
          </p:cNvPr>
          <p:cNvGraphicFramePr>
            <a:graphicFrameLocks noGrp="1"/>
          </p:cNvGraphicFramePr>
          <p:nvPr>
            <p:ph idx="4294967295"/>
            <p:extLst>
              <p:ext uri="{D42A27DB-BD31-4B8C-83A1-F6EECF244321}">
                <p14:modId xmlns:p14="http://schemas.microsoft.com/office/powerpoint/2010/main" val="3995929412"/>
              </p:ext>
            </p:extLst>
          </p:nvPr>
        </p:nvGraphicFramePr>
        <p:xfrm>
          <a:off x="1488558" y="2173288"/>
          <a:ext cx="10132826" cy="3505200"/>
        </p:xfrm>
        <a:graphic>
          <a:graphicData uri="http://schemas.openxmlformats.org/drawingml/2006/table">
            <a:tbl>
              <a:tblPr/>
              <a:tblGrid>
                <a:gridCol w="3122426">
                  <a:extLst>
                    <a:ext uri="{9D8B030D-6E8A-4147-A177-3AD203B41FA5}">
                      <a16:colId xmlns:a16="http://schemas.microsoft.com/office/drawing/2014/main" val="3500306056"/>
                    </a:ext>
                  </a:extLst>
                </a:gridCol>
                <a:gridCol w="3505200">
                  <a:extLst>
                    <a:ext uri="{9D8B030D-6E8A-4147-A177-3AD203B41FA5}">
                      <a16:colId xmlns:a16="http://schemas.microsoft.com/office/drawing/2014/main" val="1131658808"/>
                    </a:ext>
                  </a:extLst>
                </a:gridCol>
                <a:gridCol w="3505200">
                  <a:extLst>
                    <a:ext uri="{9D8B030D-6E8A-4147-A177-3AD203B41FA5}">
                      <a16:colId xmlns:a16="http://schemas.microsoft.com/office/drawing/2014/main" val="1721088864"/>
                    </a:ext>
                  </a:extLst>
                </a:gridCol>
              </a:tblGrid>
              <a:tr h="0">
                <a:tc>
                  <a:txBody>
                    <a:bodyPr/>
                    <a:lstStyle/>
                    <a:p>
                      <a:pPr>
                        <a:buNone/>
                      </a:pPr>
                      <a:r>
                        <a:rPr lang="en-US" b="1"/>
                        <a:t>Python Function</a:t>
                      </a:r>
                    </a:p>
                  </a:txBody>
                  <a:tcPr anchor="ctr">
                    <a:lnL>
                      <a:noFill/>
                    </a:lnL>
                    <a:lnR>
                      <a:noFill/>
                    </a:lnR>
                    <a:lnT>
                      <a:noFill/>
                    </a:lnT>
                    <a:lnB>
                      <a:noFill/>
                    </a:lnB>
                    <a:noFill/>
                  </a:tcPr>
                </a:tc>
                <a:tc>
                  <a:txBody>
                    <a:bodyPr/>
                    <a:lstStyle/>
                    <a:p>
                      <a:pPr>
                        <a:buNone/>
                      </a:pPr>
                      <a:r>
                        <a:rPr lang="en-US" b="1"/>
                        <a:t>Description</a:t>
                      </a:r>
                    </a:p>
                  </a:txBody>
                  <a:tcPr anchor="ctr">
                    <a:lnL>
                      <a:noFill/>
                    </a:lnL>
                    <a:lnR>
                      <a:noFill/>
                    </a:lnR>
                    <a:lnT>
                      <a:noFill/>
                    </a:lnT>
                    <a:lnB>
                      <a:noFill/>
                    </a:lnB>
                    <a:noFill/>
                  </a:tcPr>
                </a:tc>
                <a:tc>
                  <a:txBody>
                    <a:bodyPr/>
                    <a:lstStyle/>
                    <a:p>
                      <a:pPr>
                        <a:buNone/>
                      </a:pPr>
                      <a:r>
                        <a:rPr lang="en-US" b="1" dirty="0"/>
                        <a:t>Linux Command Equivalent</a:t>
                      </a:r>
                    </a:p>
                  </a:txBody>
                  <a:tcPr anchor="ctr">
                    <a:lnL>
                      <a:noFill/>
                    </a:lnL>
                    <a:lnR>
                      <a:noFill/>
                    </a:lnR>
                    <a:lnT>
                      <a:noFill/>
                    </a:lnT>
                    <a:lnB>
                      <a:noFill/>
                    </a:lnB>
                    <a:noFill/>
                  </a:tcPr>
                </a:tc>
                <a:extLst>
                  <a:ext uri="{0D108BD9-81ED-4DB2-BD59-A6C34878D82A}">
                    <a16:rowId xmlns:a16="http://schemas.microsoft.com/office/drawing/2014/main" val="995829420"/>
                  </a:ext>
                </a:extLst>
              </a:tr>
              <a:tr h="0">
                <a:tc>
                  <a:txBody>
                    <a:bodyPr/>
                    <a:lstStyle/>
                    <a:p>
                      <a:pPr>
                        <a:buNone/>
                      </a:pPr>
                      <a:r>
                        <a:rPr lang="en-US" b="1" dirty="0" err="1">
                          <a:solidFill>
                            <a:schemeClr val="tx2"/>
                          </a:solidFill>
                          <a:latin typeface="Courier New" panose="02070309020205020404" pitchFamily="49" charset="0"/>
                          <a:cs typeface="Courier New" panose="02070309020205020404" pitchFamily="49" charset="0"/>
                        </a:rPr>
                        <a:t>os.getcwd</a:t>
                      </a:r>
                      <a:r>
                        <a:rPr lang="en-US" b="1" dirty="0">
                          <a:solidFill>
                            <a:schemeClr val="tx2"/>
                          </a:solidFill>
                          <a:latin typeface="Courier New" panose="02070309020205020404" pitchFamily="49" charset="0"/>
                          <a:cs typeface="Courier New" panose="02070309020205020404" pitchFamily="49" charset="0"/>
                        </a:rPr>
                        <a:t>()</a:t>
                      </a:r>
                    </a:p>
                  </a:txBody>
                  <a:tcPr anchor="ctr">
                    <a:lnL>
                      <a:noFill/>
                    </a:lnL>
                    <a:lnR>
                      <a:noFill/>
                    </a:lnR>
                    <a:lnT>
                      <a:noFill/>
                    </a:lnT>
                    <a:lnB>
                      <a:noFill/>
                    </a:lnB>
                    <a:noFill/>
                  </a:tcPr>
                </a:tc>
                <a:tc>
                  <a:txBody>
                    <a:bodyPr/>
                    <a:lstStyle/>
                    <a:p>
                      <a:pPr>
                        <a:buNone/>
                      </a:pPr>
                      <a:r>
                        <a:rPr lang="en-US"/>
                        <a:t>Get current working directory</a:t>
                      </a:r>
                    </a:p>
                  </a:txBody>
                  <a:tcPr anchor="ctr">
                    <a:lnL>
                      <a:noFill/>
                    </a:lnL>
                    <a:lnR>
                      <a:noFill/>
                    </a:lnR>
                    <a:lnT>
                      <a:noFill/>
                    </a:lnT>
                    <a:lnB>
                      <a:noFill/>
                    </a:lnB>
                    <a:noFill/>
                  </a:tcPr>
                </a:tc>
                <a:tc>
                  <a:txBody>
                    <a:bodyPr/>
                    <a:lstStyle/>
                    <a:p>
                      <a:pPr>
                        <a:buNone/>
                      </a:pPr>
                      <a:r>
                        <a:rPr lang="en-US" b="1" dirty="0" err="1">
                          <a:solidFill>
                            <a:schemeClr val="tx2"/>
                          </a:solidFill>
                          <a:latin typeface="Consolas" panose="020B0609020204030204" pitchFamily="49" charset="0"/>
                          <a:cs typeface="Courier New" panose="02070309020205020404" pitchFamily="49" charset="0"/>
                        </a:rPr>
                        <a:t>pwd</a:t>
                      </a:r>
                      <a:endParaRPr lang="en-US" b="1" dirty="0">
                        <a:solidFill>
                          <a:schemeClr val="tx2"/>
                        </a:solidFill>
                        <a:latin typeface="Consolas" panose="020B0609020204030204" pitchFamily="49" charset="0"/>
                        <a:cs typeface="Courier New" panose="02070309020205020404" pitchFamily="49" charset="0"/>
                      </a:endParaRPr>
                    </a:p>
                  </a:txBody>
                  <a:tcPr anchor="ctr">
                    <a:lnL>
                      <a:noFill/>
                    </a:lnL>
                    <a:lnR>
                      <a:noFill/>
                    </a:lnR>
                    <a:lnT>
                      <a:noFill/>
                    </a:lnT>
                    <a:lnB>
                      <a:noFill/>
                    </a:lnB>
                    <a:noFill/>
                  </a:tcPr>
                </a:tc>
                <a:extLst>
                  <a:ext uri="{0D108BD9-81ED-4DB2-BD59-A6C34878D82A}">
                    <a16:rowId xmlns:a16="http://schemas.microsoft.com/office/drawing/2014/main" val="3737787394"/>
                  </a:ext>
                </a:extLst>
              </a:tr>
              <a:tr h="0">
                <a:tc>
                  <a:txBody>
                    <a:bodyPr/>
                    <a:lstStyle/>
                    <a:p>
                      <a:pPr>
                        <a:buNone/>
                      </a:pPr>
                      <a:r>
                        <a:rPr lang="en-US" b="1" dirty="0" err="1">
                          <a:solidFill>
                            <a:schemeClr val="tx2"/>
                          </a:solidFill>
                          <a:latin typeface="Courier New" panose="02070309020205020404" pitchFamily="49" charset="0"/>
                          <a:cs typeface="Courier New" panose="02070309020205020404" pitchFamily="49" charset="0"/>
                        </a:rPr>
                        <a:t>os.chdir</a:t>
                      </a:r>
                      <a:r>
                        <a:rPr lang="en-US" b="1" dirty="0">
                          <a:solidFill>
                            <a:schemeClr val="tx2"/>
                          </a:solidFill>
                          <a:latin typeface="Courier New" panose="02070309020205020404" pitchFamily="49" charset="0"/>
                          <a:cs typeface="Courier New" panose="02070309020205020404" pitchFamily="49" charset="0"/>
                        </a:rPr>
                        <a:t>(path)</a:t>
                      </a:r>
                    </a:p>
                  </a:txBody>
                  <a:tcPr anchor="ctr">
                    <a:lnL>
                      <a:noFill/>
                    </a:lnL>
                    <a:lnR>
                      <a:noFill/>
                    </a:lnR>
                    <a:lnT>
                      <a:noFill/>
                    </a:lnT>
                    <a:lnB>
                      <a:noFill/>
                    </a:lnB>
                    <a:noFill/>
                  </a:tcPr>
                </a:tc>
                <a:tc>
                  <a:txBody>
                    <a:bodyPr/>
                    <a:lstStyle/>
                    <a:p>
                      <a:pPr>
                        <a:buNone/>
                      </a:pPr>
                      <a:r>
                        <a:rPr lang="en-US"/>
                        <a:t>Change current directory</a:t>
                      </a:r>
                    </a:p>
                  </a:txBody>
                  <a:tcPr anchor="ctr">
                    <a:lnL>
                      <a:noFill/>
                    </a:lnL>
                    <a:lnR>
                      <a:noFill/>
                    </a:lnR>
                    <a:lnT>
                      <a:noFill/>
                    </a:lnT>
                    <a:lnB>
                      <a:noFill/>
                    </a:lnB>
                    <a:noFill/>
                  </a:tcPr>
                </a:tc>
                <a:tc>
                  <a:txBody>
                    <a:bodyPr/>
                    <a:lstStyle/>
                    <a:p>
                      <a:pPr>
                        <a:buNone/>
                      </a:pPr>
                      <a:r>
                        <a:rPr lang="en-US" b="1" dirty="0">
                          <a:solidFill>
                            <a:schemeClr val="tx2"/>
                          </a:solidFill>
                          <a:latin typeface="Consolas" panose="020B0609020204030204" pitchFamily="49" charset="0"/>
                          <a:cs typeface="Courier New" panose="02070309020205020404" pitchFamily="49" charset="0"/>
                        </a:rPr>
                        <a:t>cd path</a:t>
                      </a:r>
                    </a:p>
                  </a:txBody>
                  <a:tcPr anchor="ctr">
                    <a:lnL>
                      <a:noFill/>
                    </a:lnL>
                    <a:lnR>
                      <a:noFill/>
                    </a:lnR>
                    <a:lnT>
                      <a:noFill/>
                    </a:lnT>
                    <a:lnB>
                      <a:noFill/>
                    </a:lnB>
                    <a:noFill/>
                  </a:tcPr>
                </a:tc>
                <a:extLst>
                  <a:ext uri="{0D108BD9-81ED-4DB2-BD59-A6C34878D82A}">
                    <a16:rowId xmlns:a16="http://schemas.microsoft.com/office/drawing/2014/main" val="3789680709"/>
                  </a:ext>
                </a:extLst>
              </a:tr>
              <a:tr h="0">
                <a:tc>
                  <a:txBody>
                    <a:bodyPr/>
                    <a:lstStyle/>
                    <a:p>
                      <a:pPr>
                        <a:buNone/>
                      </a:pPr>
                      <a:r>
                        <a:rPr lang="en-US" b="1" dirty="0" err="1">
                          <a:solidFill>
                            <a:schemeClr val="tx2"/>
                          </a:solidFill>
                          <a:latin typeface="Courier New" panose="02070309020205020404" pitchFamily="49" charset="0"/>
                          <a:cs typeface="Courier New" panose="02070309020205020404" pitchFamily="49" charset="0"/>
                        </a:rPr>
                        <a:t>os.listdir</a:t>
                      </a:r>
                      <a:r>
                        <a:rPr lang="en-US" b="1" dirty="0">
                          <a:solidFill>
                            <a:schemeClr val="tx2"/>
                          </a:solidFill>
                          <a:latin typeface="Courier New" panose="02070309020205020404" pitchFamily="49" charset="0"/>
                          <a:cs typeface="Courier New" panose="02070309020205020404" pitchFamily="49" charset="0"/>
                        </a:rPr>
                        <a:t>(path='.')</a:t>
                      </a:r>
                    </a:p>
                  </a:txBody>
                  <a:tcPr anchor="ctr">
                    <a:lnL>
                      <a:noFill/>
                    </a:lnL>
                    <a:lnR>
                      <a:noFill/>
                    </a:lnR>
                    <a:lnT>
                      <a:noFill/>
                    </a:lnT>
                    <a:lnB>
                      <a:noFill/>
                    </a:lnB>
                    <a:noFill/>
                  </a:tcPr>
                </a:tc>
                <a:tc>
                  <a:txBody>
                    <a:bodyPr/>
                    <a:lstStyle/>
                    <a:p>
                      <a:pPr>
                        <a:buNone/>
                      </a:pPr>
                      <a:r>
                        <a:rPr lang="en-US"/>
                        <a:t>List files and directories</a:t>
                      </a:r>
                    </a:p>
                  </a:txBody>
                  <a:tcPr anchor="ctr">
                    <a:lnL>
                      <a:noFill/>
                    </a:lnL>
                    <a:lnR>
                      <a:noFill/>
                    </a:lnR>
                    <a:lnT>
                      <a:noFill/>
                    </a:lnT>
                    <a:lnB>
                      <a:noFill/>
                    </a:lnB>
                    <a:noFill/>
                  </a:tcPr>
                </a:tc>
                <a:tc>
                  <a:txBody>
                    <a:bodyPr/>
                    <a:lstStyle/>
                    <a:p>
                      <a:pPr>
                        <a:buNone/>
                      </a:pPr>
                      <a:r>
                        <a:rPr lang="en-US" b="1" dirty="0">
                          <a:solidFill>
                            <a:schemeClr val="tx2"/>
                          </a:solidFill>
                          <a:latin typeface="Consolas" panose="020B0609020204030204" pitchFamily="49" charset="0"/>
                          <a:cs typeface="Courier New" panose="02070309020205020404" pitchFamily="49" charset="0"/>
                        </a:rPr>
                        <a:t>ls</a:t>
                      </a:r>
                    </a:p>
                  </a:txBody>
                  <a:tcPr anchor="ctr">
                    <a:lnL>
                      <a:noFill/>
                    </a:lnL>
                    <a:lnR>
                      <a:noFill/>
                    </a:lnR>
                    <a:lnT>
                      <a:noFill/>
                    </a:lnT>
                    <a:lnB>
                      <a:noFill/>
                    </a:lnB>
                    <a:noFill/>
                  </a:tcPr>
                </a:tc>
                <a:extLst>
                  <a:ext uri="{0D108BD9-81ED-4DB2-BD59-A6C34878D82A}">
                    <a16:rowId xmlns:a16="http://schemas.microsoft.com/office/drawing/2014/main" val="1073325759"/>
                  </a:ext>
                </a:extLst>
              </a:tr>
              <a:tr h="0">
                <a:tc>
                  <a:txBody>
                    <a:bodyPr/>
                    <a:lstStyle/>
                    <a:p>
                      <a:pPr>
                        <a:buNone/>
                      </a:pPr>
                      <a:r>
                        <a:rPr lang="en-US" b="1" dirty="0" err="1">
                          <a:solidFill>
                            <a:schemeClr val="tx2"/>
                          </a:solidFill>
                          <a:latin typeface="Courier New" panose="02070309020205020404" pitchFamily="49" charset="0"/>
                          <a:cs typeface="Courier New" panose="02070309020205020404" pitchFamily="49" charset="0"/>
                        </a:rPr>
                        <a:t>os.mkdir</a:t>
                      </a:r>
                      <a:r>
                        <a:rPr lang="en-US" b="1" dirty="0">
                          <a:solidFill>
                            <a:schemeClr val="tx2"/>
                          </a:solidFill>
                          <a:latin typeface="Courier New" panose="02070309020205020404" pitchFamily="49" charset="0"/>
                          <a:cs typeface="Courier New" panose="02070309020205020404" pitchFamily="49" charset="0"/>
                        </a:rPr>
                        <a:t>(path)</a:t>
                      </a:r>
                    </a:p>
                  </a:txBody>
                  <a:tcPr anchor="ctr">
                    <a:lnL>
                      <a:noFill/>
                    </a:lnL>
                    <a:lnR>
                      <a:noFill/>
                    </a:lnR>
                    <a:lnT>
                      <a:noFill/>
                    </a:lnT>
                    <a:lnB>
                      <a:noFill/>
                    </a:lnB>
                    <a:noFill/>
                  </a:tcPr>
                </a:tc>
                <a:tc>
                  <a:txBody>
                    <a:bodyPr/>
                    <a:lstStyle/>
                    <a:p>
                      <a:pPr>
                        <a:buNone/>
                      </a:pPr>
                      <a:r>
                        <a:rPr lang="en-US"/>
                        <a:t>Create a directory</a:t>
                      </a:r>
                    </a:p>
                  </a:txBody>
                  <a:tcPr anchor="ctr">
                    <a:lnL>
                      <a:noFill/>
                    </a:lnL>
                    <a:lnR>
                      <a:noFill/>
                    </a:lnR>
                    <a:lnT>
                      <a:noFill/>
                    </a:lnT>
                    <a:lnB>
                      <a:noFill/>
                    </a:lnB>
                    <a:noFill/>
                  </a:tcPr>
                </a:tc>
                <a:tc>
                  <a:txBody>
                    <a:bodyPr/>
                    <a:lstStyle/>
                    <a:p>
                      <a:pPr>
                        <a:buNone/>
                      </a:pPr>
                      <a:r>
                        <a:rPr lang="en-US" b="1" dirty="0" err="1">
                          <a:solidFill>
                            <a:schemeClr val="tx2"/>
                          </a:solidFill>
                          <a:latin typeface="Consolas" panose="020B0609020204030204" pitchFamily="49" charset="0"/>
                          <a:cs typeface="Courier New" panose="02070309020205020404" pitchFamily="49" charset="0"/>
                        </a:rPr>
                        <a:t>mkdir</a:t>
                      </a:r>
                      <a:r>
                        <a:rPr lang="en-US" b="1" dirty="0">
                          <a:solidFill>
                            <a:schemeClr val="tx2"/>
                          </a:solidFill>
                          <a:latin typeface="Consolas" panose="020B0609020204030204" pitchFamily="49" charset="0"/>
                          <a:cs typeface="Courier New" panose="02070309020205020404" pitchFamily="49" charset="0"/>
                        </a:rPr>
                        <a:t> path</a:t>
                      </a:r>
                    </a:p>
                  </a:txBody>
                  <a:tcPr anchor="ctr">
                    <a:lnL>
                      <a:noFill/>
                    </a:lnL>
                    <a:lnR>
                      <a:noFill/>
                    </a:lnR>
                    <a:lnT>
                      <a:noFill/>
                    </a:lnT>
                    <a:lnB>
                      <a:noFill/>
                    </a:lnB>
                    <a:noFill/>
                  </a:tcPr>
                </a:tc>
                <a:extLst>
                  <a:ext uri="{0D108BD9-81ED-4DB2-BD59-A6C34878D82A}">
                    <a16:rowId xmlns:a16="http://schemas.microsoft.com/office/drawing/2014/main" val="67077852"/>
                  </a:ext>
                </a:extLst>
              </a:tr>
              <a:tr h="0">
                <a:tc>
                  <a:txBody>
                    <a:bodyPr/>
                    <a:lstStyle/>
                    <a:p>
                      <a:pPr>
                        <a:buNone/>
                      </a:pPr>
                      <a:r>
                        <a:rPr lang="en-US" b="1" dirty="0" err="1">
                          <a:solidFill>
                            <a:schemeClr val="tx2"/>
                          </a:solidFill>
                          <a:latin typeface="Courier New" panose="02070309020205020404" pitchFamily="49" charset="0"/>
                          <a:cs typeface="Courier New" panose="02070309020205020404" pitchFamily="49" charset="0"/>
                        </a:rPr>
                        <a:t>os.makedirs</a:t>
                      </a:r>
                      <a:r>
                        <a:rPr lang="en-US" b="1" dirty="0">
                          <a:solidFill>
                            <a:schemeClr val="tx2"/>
                          </a:solidFill>
                          <a:latin typeface="Courier New" panose="02070309020205020404" pitchFamily="49" charset="0"/>
                          <a:cs typeface="Courier New" panose="02070309020205020404" pitchFamily="49" charset="0"/>
                        </a:rPr>
                        <a:t>(path)</a:t>
                      </a:r>
                    </a:p>
                  </a:txBody>
                  <a:tcPr anchor="ctr">
                    <a:lnL>
                      <a:noFill/>
                    </a:lnL>
                    <a:lnR>
                      <a:noFill/>
                    </a:lnR>
                    <a:lnT>
                      <a:noFill/>
                    </a:lnT>
                    <a:lnB>
                      <a:noFill/>
                    </a:lnB>
                    <a:noFill/>
                  </a:tcPr>
                </a:tc>
                <a:tc>
                  <a:txBody>
                    <a:bodyPr/>
                    <a:lstStyle/>
                    <a:p>
                      <a:pPr>
                        <a:buNone/>
                      </a:pPr>
                      <a:r>
                        <a:rPr lang="en-US"/>
                        <a:t>Create nested directories</a:t>
                      </a:r>
                    </a:p>
                  </a:txBody>
                  <a:tcPr anchor="ctr">
                    <a:lnL>
                      <a:noFill/>
                    </a:lnL>
                    <a:lnR>
                      <a:noFill/>
                    </a:lnR>
                    <a:lnT>
                      <a:noFill/>
                    </a:lnT>
                    <a:lnB>
                      <a:noFill/>
                    </a:lnB>
                    <a:noFill/>
                  </a:tcPr>
                </a:tc>
                <a:tc>
                  <a:txBody>
                    <a:bodyPr/>
                    <a:lstStyle/>
                    <a:p>
                      <a:pPr>
                        <a:buNone/>
                      </a:pPr>
                      <a:r>
                        <a:rPr lang="en-US" b="1" dirty="0" err="1">
                          <a:solidFill>
                            <a:schemeClr val="tx2"/>
                          </a:solidFill>
                          <a:latin typeface="Consolas" panose="020B0609020204030204" pitchFamily="49" charset="0"/>
                          <a:cs typeface="Courier New" panose="02070309020205020404" pitchFamily="49" charset="0"/>
                        </a:rPr>
                        <a:t>mkdir</a:t>
                      </a:r>
                      <a:r>
                        <a:rPr lang="en-US" b="1" dirty="0">
                          <a:solidFill>
                            <a:schemeClr val="tx2"/>
                          </a:solidFill>
                          <a:latin typeface="Consolas" panose="020B0609020204030204" pitchFamily="49" charset="0"/>
                          <a:cs typeface="Courier New" panose="02070309020205020404" pitchFamily="49" charset="0"/>
                        </a:rPr>
                        <a:t> -p path</a:t>
                      </a:r>
                    </a:p>
                  </a:txBody>
                  <a:tcPr anchor="ctr">
                    <a:lnL>
                      <a:noFill/>
                    </a:lnL>
                    <a:lnR>
                      <a:noFill/>
                    </a:lnR>
                    <a:lnT>
                      <a:noFill/>
                    </a:lnT>
                    <a:lnB>
                      <a:noFill/>
                    </a:lnB>
                    <a:noFill/>
                  </a:tcPr>
                </a:tc>
                <a:extLst>
                  <a:ext uri="{0D108BD9-81ED-4DB2-BD59-A6C34878D82A}">
                    <a16:rowId xmlns:a16="http://schemas.microsoft.com/office/drawing/2014/main" val="1842813861"/>
                  </a:ext>
                </a:extLst>
              </a:tr>
              <a:tr h="0">
                <a:tc>
                  <a:txBody>
                    <a:bodyPr/>
                    <a:lstStyle/>
                    <a:p>
                      <a:pPr>
                        <a:buNone/>
                      </a:pPr>
                      <a:r>
                        <a:rPr lang="en-US" b="1" dirty="0" err="1">
                          <a:solidFill>
                            <a:schemeClr val="tx2"/>
                          </a:solidFill>
                          <a:latin typeface="Courier New" panose="02070309020205020404" pitchFamily="49" charset="0"/>
                          <a:cs typeface="Courier New" panose="02070309020205020404" pitchFamily="49" charset="0"/>
                        </a:rPr>
                        <a:t>os.remove</a:t>
                      </a:r>
                      <a:r>
                        <a:rPr lang="en-US" b="1" dirty="0">
                          <a:solidFill>
                            <a:schemeClr val="tx2"/>
                          </a:solidFill>
                          <a:latin typeface="Courier New" panose="02070309020205020404" pitchFamily="49" charset="0"/>
                          <a:cs typeface="Courier New" panose="02070309020205020404" pitchFamily="49" charset="0"/>
                        </a:rPr>
                        <a:t>(path)</a:t>
                      </a:r>
                    </a:p>
                  </a:txBody>
                  <a:tcPr anchor="ctr">
                    <a:lnL>
                      <a:noFill/>
                    </a:lnL>
                    <a:lnR>
                      <a:noFill/>
                    </a:lnR>
                    <a:lnT>
                      <a:noFill/>
                    </a:lnT>
                    <a:lnB>
                      <a:noFill/>
                    </a:lnB>
                    <a:noFill/>
                  </a:tcPr>
                </a:tc>
                <a:tc>
                  <a:txBody>
                    <a:bodyPr/>
                    <a:lstStyle/>
                    <a:p>
                      <a:pPr>
                        <a:buNone/>
                      </a:pPr>
                      <a:r>
                        <a:rPr lang="en-US"/>
                        <a:t>Delete a file</a:t>
                      </a:r>
                    </a:p>
                  </a:txBody>
                  <a:tcPr anchor="ctr">
                    <a:lnL>
                      <a:noFill/>
                    </a:lnL>
                    <a:lnR>
                      <a:noFill/>
                    </a:lnR>
                    <a:lnT>
                      <a:noFill/>
                    </a:lnT>
                    <a:lnB>
                      <a:noFill/>
                    </a:lnB>
                    <a:noFill/>
                  </a:tcPr>
                </a:tc>
                <a:tc>
                  <a:txBody>
                    <a:bodyPr/>
                    <a:lstStyle/>
                    <a:p>
                      <a:pPr>
                        <a:buNone/>
                      </a:pPr>
                      <a:r>
                        <a:rPr lang="en-US" b="1" dirty="0">
                          <a:solidFill>
                            <a:schemeClr val="tx2"/>
                          </a:solidFill>
                          <a:latin typeface="Consolas" panose="020B0609020204030204" pitchFamily="49" charset="0"/>
                          <a:cs typeface="Courier New" panose="02070309020205020404" pitchFamily="49" charset="0"/>
                        </a:rPr>
                        <a:t>rm path</a:t>
                      </a:r>
                    </a:p>
                  </a:txBody>
                  <a:tcPr anchor="ctr">
                    <a:lnL>
                      <a:noFill/>
                    </a:lnL>
                    <a:lnR>
                      <a:noFill/>
                    </a:lnR>
                    <a:lnT>
                      <a:noFill/>
                    </a:lnT>
                    <a:lnB>
                      <a:noFill/>
                    </a:lnB>
                    <a:noFill/>
                  </a:tcPr>
                </a:tc>
                <a:extLst>
                  <a:ext uri="{0D108BD9-81ED-4DB2-BD59-A6C34878D82A}">
                    <a16:rowId xmlns:a16="http://schemas.microsoft.com/office/drawing/2014/main" val="299823941"/>
                  </a:ext>
                </a:extLst>
              </a:tr>
              <a:tr h="0">
                <a:tc>
                  <a:txBody>
                    <a:bodyPr/>
                    <a:lstStyle/>
                    <a:p>
                      <a:pPr>
                        <a:buNone/>
                      </a:pPr>
                      <a:r>
                        <a:rPr lang="en-US" b="1" dirty="0" err="1">
                          <a:solidFill>
                            <a:schemeClr val="tx2"/>
                          </a:solidFill>
                          <a:latin typeface="Courier New" panose="02070309020205020404" pitchFamily="49" charset="0"/>
                          <a:cs typeface="Courier New" panose="02070309020205020404" pitchFamily="49" charset="0"/>
                        </a:rPr>
                        <a:t>os.rmdir</a:t>
                      </a:r>
                      <a:r>
                        <a:rPr lang="en-US" b="1" dirty="0">
                          <a:solidFill>
                            <a:schemeClr val="tx2"/>
                          </a:solidFill>
                          <a:latin typeface="Courier New" panose="02070309020205020404" pitchFamily="49" charset="0"/>
                          <a:cs typeface="Courier New" panose="02070309020205020404" pitchFamily="49" charset="0"/>
                        </a:rPr>
                        <a:t>(path)</a:t>
                      </a:r>
                    </a:p>
                  </a:txBody>
                  <a:tcPr anchor="ctr">
                    <a:lnL>
                      <a:noFill/>
                    </a:lnL>
                    <a:lnR>
                      <a:noFill/>
                    </a:lnR>
                    <a:lnT>
                      <a:noFill/>
                    </a:lnT>
                    <a:lnB>
                      <a:noFill/>
                    </a:lnB>
                    <a:noFill/>
                  </a:tcPr>
                </a:tc>
                <a:tc>
                  <a:txBody>
                    <a:bodyPr/>
                    <a:lstStyle/>
                    <a:p>
                      <a:pPr>
                        <a:buNone/>
                      </a:pPr>
                      <a:r>
                        <a:rPr lang="en-US" dirty="0"/>
                        <a:t>Remove empty directory</a:t>
                      </a:r>
                    </a:p>
                  </a:txBody>
                  <a:tcPr anchor="ctr">
                    <a:lnL>
                      <a:noFill/>
                    </a:lnL>
                    <a:lnR>
                      <a:noFill/>
                    </a:lnR>
                    <a:lnT>
                      <a:noFill/>
                    </a:lnT>
                    <a:lnB>
                      <a:noFill/>
                    </a:lnB>
                    <a:noFill/>
                  </a:tcPr>
                </a:tc>
                <a:tc>
                  <a:txBody>
                    <a:bodyPr/>
                    <a:lstStyle/>
                    <a:p>
                      <a:pPr>
                        <a:buNone/>
                      </a:pPr>
                      <a:r>
                        <a:rPr lang="en-US" b="1" dirty="0" err="1">
                          <a:solidFill>
                            <a:schemeClr val="tx2"/>
                          </a:solidFill>
                          <a:latin typeface="Consolas" panose="020B0609020204030204" pitchFamily="49" charset="0"/>
                          <a:cs typeface="Courier New" panose="02070309020205020404" pitchFamily="49" charset="0"/>
                        </a:rPr>
                        <a:t>rmdir</a:t>
                      </a:r>
                      <a:r>
                        <a:rPr lang="en-US" b="1" dirty="0">
                          <a:solidFill>
                            <a:schemeClr val="tx2"/>
                          </a:solidFill>
                          <a:latin typeface="Consolas" panose="020B0609020204030204" pitchFamily="49" charset="0"/>
                          <a:cs typeface="Courier New" panose="02070309020205020404" pitchFamily="49" charset="0"/>
                        </a:rPr>
                        <a:t> path</a:t>
                      </a:r>
                    </a:p>
                  </a:txBody>
                  <a:tcPr anchor="ctr">
                    <a:lnL>
                      <a:noFill/>
                    </a:lnL>
                    <a:lnR>
                      <a:noFill/>
                    </a:lnR>
                    <a:lnT>
                      <a:noFill/>
                    </a:lnT>
                    <a:lnB>
                      <a:noFill/>
                    </a:lnB>
                    <a:noFill/>
                  </a:tcPr>
                </a:tc>
                <a:extLst>
                  <a:ext uri="{0D108BD9-81ED-4DB2-BD59-A6C34878D82A}">
                    <a16:rowId xmlns:a16="http://schemas.microsoft.com/office/drawing/2014/main" val="1345573289"/>
                  </a:ext>
                </a:extLst>
              </a:tr>
              <a:tr h="0">
                <a:tc>
                  <a:txBody>
                    <a:bodyPr/>
                    <a:lstStyle/>
                    <a:p>
                      <a:pPr>
                        <a:buNone/>
                      </a:pPr>
                      <a:r>
                        <a:rPr lang="en-US" b="1" dirty="0" err="1">
                          <a:solidFill>
                            <a:schemeClr val="tx2"/>
                          </a:solidFill>
                          <a:latin typeface="Courier New" panose="02070309020205020404" pitchFamily="49" charset="0"/>
                          <a:cs typeface="Courier New" panose="02070309020205020404" pitchFamily="49" charset="0"/>
                        </a:rPr>
                        <a:t>os.rename</a:t>
                      </a:r>
                      <a:r>
                        <a:rPr lang="en-US" b="1" dirty="0">
                          <a:solidFill>
                            <a:schemeClr val="tx2"/>
                          </a:solidFill>
                          <a:latin typeface="Courier New" panose="02070309020205020404" pitchFamily="49" charset="0"/>
                          <a:cs typeface="Courier New" panose="02070309020205020404" pitchFamily="49" charset="0"/>
                        </a:rPr>
                        <a:t>(</a:t>
                      </a:r>
                      <a:r>
                        <a:rPr lang="en-US" b="1" dirty="0" err="1">
                          <a:solidFill>
                            <a:schemeClr val="tx2"/>
                          </a:solidFill>
                          <a:latin typeface="Courier New" panose="02070309020205020404" pitchFamily="49" charset="0"/>
                          <a:cs typeface="Courier New" panose="02070309020205020404" pitchFamily="49" charset="0"/>
                        </a:rPr>
                        <a:t>src</a:t>
                      </a:r>
                      <a:r>
                        <a:rPr lang="en-US" b="1" dirty="0">
                          <a:solidFill>
                            <a:schemeClr val="tx2"/>
                          </a:solidFill>
                          <a:latin typeface="Courier New" panose="02070309020205020404" pitchFamily="49" charset="0"/>
                          <a:cs typeface="Courier New" panose="02070309020205020404" pitchFamily="49" charset="0"/>
                        </a:rPr>
                        <a:t>, </a:t>
                      </a:r>
                      <a:r>
                        <a:rPr lang="en-US" b="1" dirty="0" err="1">
                          <a:solidFill>
                            <a:schemeClr val="tx2"/>
                          </a:solidFill>
                          <a:latin typeface="Courier New" panose="02070309020205020404" pitchFamily="49" charset="0"/>
                          <a:cs typeface="Courier New" panose="02070309020205020404" pitchFamily="49" charset="0"/>
                        </a:rPr>
                        <a:t>dst</a:t>
                      </a:r>
                      <a:r>
                        <a:rPr lang="en-US" b="1" dirty="0">
                          <a:solidFill>
                            <a:schemeClr val="tx2"/>
                          </a:solidFill>
                          <a:latin typeface="Courier New" panose="02070309020205020404" pitchFamily="49" charset="0"/>
                          <a:cs typeface="Courier New" panose="02070309020205020404" pitchFamily="49" charset="0"/>
                        </a:rPr>
                        <a:t>)</a:t>
                      </a:r>
                    </a:p>
                  </a:txBody>
                  <a:tcPr anchor="ctr">
                    <a:lnL>
                      <a:noFill/>
                    </a:lnL>
                    <a:lnR>
                      <a:noFill/>
                    </a:lnR>
                    <a:lnT>
                      <a:noFill/>
                    </a:lnT>
                    <a:lnB>
                      <a:noFill/>
                    </a:lnB>
                    <a:noFill/>
                  </a:tcPr>
                </a:tc>
                <a:tc>
                  <a:txBody>
                    <a:bodyPr/>
                    <a:lstStyle/>
                    <a:p>
                      <a:pPr>
                        <a:buNone/>
                      </a:pPr>
                      <a:r>
                        <a:rPr lang="en-US"/>
                        <a:t>Rename or move file/directory</a:t>
                      </a:r>
                    </a:p>
                  </a:txBody>
                  <a:tcPr anchor="ctr">
                    <a:lnL>
                      <a:noFill/>
                    </a:lnL>
                    <a:lnR>
                      <a:noFill/>
                    </a:lnR>
                    <a:lnT>
                      <a:noFill/>
                    </a:lnT>
                    <a:lnB>
                      <a:noFill/>
                    </a:lnB>
                    <a:noFill/>
                  </a:tcPr>
                </a:tc>
                <a:tc>
                  <a:txBody>
                    <a:bodyPr/>
                    <a:lstStyle/>
                    <a:p>
                      <a:pPr>
                        <a:buNone/>
                      </a:pPr>
                      <a:r>
                        <a:rPr lang="en-US" b="1" dirty="0">
                          <a:solidFill>
                            <a:schemeClr val="tx2"/>
                          </a:solidFill>
                          <a:latin typeface="Consolas" panose="020B0609020204030204" pitchFamily="49" charset="0"/>
                          <a:cs typeface="Courier New" panose="02070309020205020404" pitchFamily="49" charset="0"/>
                        </a:rPr>
                        <a:t>mv </a:t>
                      </a:r>
                      <a:r>
                        <a:rPr lang="en-US" b="1" dirty="0" err="1">
                          <a:solidFill>
                            <a:schemeClr val="tx2"/>
                          </a:solidFill>
                          <a:latin typeface="Consolas" panose="020B0609020204030204" pitchFamily="49" charset="0"/>
                          <a:cs typeface="Courier New" panose="02070309020205020404" pitchFamily="49" charset="0"/>
                        </a:rPr>
                        <a:t>src</a:t>
                      </a:r>
                      <a:r>
                        <a:rPr lang="en-US" b="1" dirty="0">
                          <a:solidFill>
                            <a:schemeClr val="tx2"/>
                          </a:solidFill>
                          <a:latin typeface="Consolas" panose="020B0609020204030204" pitchFamily="49" charset="0"/>
                          <a:cs typeface="Courier New" panose="02070309020205020404" pitchFamily="49" charset="0"/>
                        </a:rPr>
                        <a:t> </a:t>
                      </a:r>
                      <a:r>
                        <a:rPr lang="en-US" b="1" dirty="0" err="1">
                          <a:solidFill>
                            <a:schemeClr val="tx2"/>
                          </a:solidFill>
                          <a:latin typeface="Consolas" panose="020B0609020204030204" pitchFamily="49" charset="0"/>
                          <a:cs typeface="Courier New" panose="02070309020205020404" pitchFamily="49" charset="0"/>
                        </a:rPr>
                        <a:t>dst</a:t>
                      </a:r>
                      <a:endParaRPr lang="en-US" b="1" dirty="0">
                        <a:solidFill>
                          <a:schemeClr val="tx2"/>
                        </a:solidFill>
                        <a:latin typeface="Consolas" panose="020B0609020204030204" pitchFamily="49" charset="0"/>
                        <a:cs typeface="Courier New" panose="02070309020205020404" pitchFamily="49" charset="0"/>
                      </a:endParaRPr>
                    </a:p>
                  </a:txBody>
                  <a:tcPr anchor="ctr">
                    <a:lnL>
                      <a:noFill/>
                    </a:lnL>
                    <a:lnR>
                      <a:noFill/>
                    </a:lnR>
                    <a:lnT>
                      <a:noFill/>
                    </a:lnT>
                    <a:lnB>
                      <a:noFill/>
                    </a:lnB>
                    <a:noFill/>
                  </a:tcPr>
                </a:tc>
                <a:extLst>
                  <a:ext uri="{0D108BD9-81ED-4DB2-BD59-A6C34878D82A}">
                    <a16:rowId xmlns:a16="http://schemas.microsoft.com/office/drawing/2014/main" val="4213127613"/>
                  </a:ext>
                </a:extLst>
              </a:tr>
              <a:tr h="0">
                <a:tc>
                  <a:txBody>
                    <a:bodyPr/>
                    <a:lstStyle/>
                    <a:p>
                      <a:pPr>
                        <a:buNone/>
                      </a:pPr>
                      <a:r>
                        <a:rPr lang="en-US" b="1" dirty="0" err="1">
                          <a:solidFill>
                            <a:schemeClr val="tx2"/>
                          </a:solidFill>
                          <a:latin typeface="Courier New" panose="02070309020205020404" pitchFamily="49" charset="0"/>
                          <a:cs typeface="Courier New" panose="02070309020205020404" pitchFamily="49" charset="0"/>
                        </a:rPr>
                        <a:t>os.stat</a:t>
                      </a:r>
                      <a:r>
                        <a:rPr lang="en-US" b="1" dirty="0">
                          <a:solidFill>
                            <a:schemeClr val="tx2"/>
                          </a:solidFill>
                          <a:latin typeface="Courier New" panose="02070309020205020404" pitchFamily="49" charset="0"/>
                          <a:cs typeface="Courier New" panose="02070309020205020404" pitchFamily="49" charset="0"/>
                        </a:rPr>
                        <a:t>(path)</a:t>
                      </a:r>
                    </a:p>
                  </a:txBody>
                  <a:tcPr anchor="ctr">
                    <a:lnL>
                      <a:noFill/>
                    </a:lnL>
                    <a:lnR>
                      <a:noFill/>
                    </a:lnR>
                    <a:lnT>
                      <a:noFill/>
                    </a:lnT>
                    <a:lnB>
                      <a:noFill/>
                    </a:lnB>
                    <a:noFill/>
                  </a:tcPr>
                </a:tc>
                <a:tc>
                  <a:txBody>
                    <a:bodyPr/>
                    <a:lstStyle/>
                    <a:p>
                      <a:pPr>
                        <a:buNone/>
                      </a:pPr>
                      <a:r>
                        <a:rPr lang="en-US" dirty="0"/>
                        <a:t>Get file/directory status</a:t>
                      </a:r>
                    </a:p>
                  </a:txBody>
                  <a:tcPr anchor="ctr">
                    <a:lnL>
                      <a:noFill/>
                    </a:lnL>
                    <a:lnR>
                      <a:noFill/>
                    </a:lnR>
                    <a:lnT>
                      <a:noFill/>
                    </a:lnT>
                    <a:lnB>
                      <a:noFill/>
                    </a:lnB>
                    <a:noFill/>
                  </a:tcPr>
                </a:tc>
                <a:tc>
                  <a:txBody>
                    <a:bodyPr/>
                    <a:lstStyle/>
                    <a:p>
                      <a:pPr>
                        <a:buNone/>
                      </a:pPr>
                      <a:r>
                        <a:rPr lang="en-US" b="1" dirty="0">
                          <a:solidFill>
                            <a:schemeClr val="tx2"/>
                          </a:solidFill>
                          <a:latin typeface="Consolas" panose="020B0609020204030204" pitchFamily="49" charset="0"/>
                          <a:cs typeface="Courier New" panose="02070309020205020404" pitchFamily="49" charset="0"/>
                        </a:rPr>
                        <a:t>stat path</a:t>
                      </a:r>
                    </a:p>
                  </a:txBody>
                  <a:tcPr anchor="ctr">
                    <a:lnL>
                      <a:noFill/>
                    </a:lnL>
                    <a:lnR>
                      <a:noFill/>
                    </a:lnR>
                    <a:lnT>
                      <a:noFill/>
                    </a:lnT>
                    <a:lnB>
                      <a:noFill/>
                    </a:lnB>
                    <a:noFill/>
                  </a:tcPr>
                </a:tc>
                <a:extLst>
                  <a:ext uri="{0D108BD9-81ED-4DB2-BD59-A6C34878D82A}">
                    <a16:rowId xmlns:a16="http://schemas.microsoft.com/office/drawing/2014/main" val="2618905141"/>
                  </a:ext>
                </a:extLst>
              </a:tr>
            </a:tbl>
          </a:graphicData>
        </a:graphic>
      </p:graphicFrame>
    </p:spTree>
    <p:extLst>
      <p:ext uri="{BB962C8B-B14F-4D97-AF65-F5344CB8AC3E}">
        <p14:creationId xmlns:p14="http://schemas.microsoft.com/office/powerpoint/2010/main" val="19120305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A0A79DFE-CA6D-199F-1D8F-0A25E480F345}"/>
              </a:ext>
            </a:extLst>
          </p:cNvPr>
          <p:cNvSpPr>
            <a:spLocks noGrp="1"/>
          </p:cNvSpPr>
          <p:nvPr>
            <p:ph type="title"/>
          </p:nvPr>
        </p:nvSpPr>
        <p:spPr/>
        <p:txBody>
          <a:bodyPr/>
          <a:lstStyle/>
          <a:p>
            <a:r>
              <a:rPr lang="en-US" dirty="0"/>
              <a:t>Hands-On #1 in PYTHON_FILE_IO.MD</a:t>
            </a:r>
          </a:p>
        </p:txBody>
      </p:sp>
      <p:sp>
        <p:nvSpPr>
          <p:cNvPr id="8" name="Content Placeholder 7">
            <a:extLst>
              <a:ext uri="{FF2B5EF4-FFF2-40B4-BE49-F238E27FC236}">
                <a16:creationId xmlns:a16="http://schemas.microsoft.com/office/drawing/2014/main" id="{0C8DBF7A-ABA5-7245-19D0-84C717D30964}"/>
              </a:ext>
            </a:extLst>
          </p:cNvPr>
          <p:cNvSpPr>
            <a:spLocks noGrp="1"/>
          </p:cNvSpPr>
          <p:nvPr>
            <p:ph type="body" sz="quarter" idx="11"/>
          </p:nvPr>
        </p:nvSpPr>
        <p:spPr/>
        <p:txBody>
          <a:bodyPr/>
          <a:lstStyle/>
          <a:p>
            <a:r>
              <a:rPr lang="en-US" dirty="0"/>
              <a:t>Navigating file structures with python</a:t>
            </a:r>
          </a:p>
          <a:p>
            <a:endParaRPr lang="en-US" dirty="0"/>
          </a:p>
        </p:txBody>
      </p:sp>
    </p:spTree>
    <p:extLst>
      <p:ext uri="{BB962C8B-B14F-4D97-AF65-F5344CB8AC3E}">
        <p14:creationId xmlns:p14="http://schemas.microsoft.com/office/powerpoint/2010/main" val="40184369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43C8FF-9D57-C917-5486-9DF6A2A13193}"/>
              </a:ext>
            </a:extLst>
          </p:cNvPr>
          <p:cNvSpPr>
            <a:spLocks noGrp="1"/>
          </p:cNvSpPr>
          <p:nvPr>
            <p:ph type="title"/>
          </p:nvPr>
        </p:nvSpPr>
        <p:spPr/>
        <p:txBody>
          <a:bodyPr/>
          <a:lstStyle/>
          <a:p>
            <a:r>
              <a:rPr lang="en-US" dirty="0" err="1"/>
              <a:t>Pathlib</a:t>
            </a:r>
            <a:r>
              <a:rPr lang="en-US" dirty="0"/>
              <a:t> MODULE</a:t>
            </a:r>
          </a:p>
        </p:txBody>
      </p:sp>
      <p:sp>
        <p:nvSpPr>
          <p:cNvPr id="5" name="TextBox 4">
            <a:extLst>
              <a:ext uri="{FF2B5EF4-FFF2-40B4-BE49-F238E27FC236}">
                <a16:creationId xmlns:a16="http://schemas.microsoft.com/office/drawing/2014/main" id="{0D2F5D29-5829-7D46-48F0-1383B37B0E8D}"/>
              </a:ext>
            </a:extLst>
          </p:cNvPr>
          <p:cNvSpPr txBox="1"/>
          <p:nvPr/>
        </p:nvSpPr>
        <p:spPr>
          <a:xfrm>
            <a:off x="464489" y="867350"/>
            <a:ext cx="7470913" cy="923330"/>
          </a:xfrm>
          <a:prstGeom prst="rect">
            <a:avLst/>
          </a:prstGeom>
          <a:noFill/>
        </p:spPr>
        <p:txBody>
          <a:bodyPr wrap="square" rtlCol="0">
            <a:spAutoFit/>
          </a:bodyPr>
          <a:lstStyle/>
          <a:p>
            <a:r>
              <a:rPr lang="en-US" dirty="0"/>
              <a:t>An object-oriented* focused path library</a:t>
            </a:r>
          </a:p>
          <a:p>
            <a:br>
              <a:rPr lang="en-US" dirty="0">
                <a:solidFill>
                  <a:schemeClr val="tx2"/>
                </a:solidFill>
                <a:latin typeface="Consolas" panose="020B0609020204030204" pitchFamily="49" charset="0"/>
              </a:rPr>
            </a:br>
            <a:endParaRPr lang="en-US" dirty="0">
              <a:solidFill>
                <a:schemeClr val="tx2"/>
              </a:solidFill>
              <a:latin typeface="Consolas" panose="020B06090202040302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4415F2D2-2B20-5D6E-8E5E-C90D04170D39}"/>
              </a:ext>
            </a:extLst>
          </p:cNvPr>
          <p:cNvSpPr txBox="1"/>
          <p:nvPr/>
        </p:nvSpPr>
        <p:spPr>
          <a:xfrm>
            <a:off x="548640" y="1447837"/>
            <a:ext cx="9146406" cy="5078313"/>
          </a:xfrm>
          <a:prstGeom prst="rect">
            <a:avLst/>
          </a:prstGeom>
          <a:noFill/>
        </p:spPr>
        <p:txBody>
          <a:bodyPr wrap="square">
            <a:spAutoFit/>
          </a:bodyPr>
          <a:lstStyle/>
          <a:p>
            <a:pPr>
              <a:buNone/>
            </a:pPr>
            <a:r>
              <a:rPr lang="en-US" dirty="0"/>
              <a:t>The </a:t>
            </a:r>
            <a:r>
              <a:rPr lang="en-US" dirty="0" err="1">
                <a:latin typeface="Courier New" panose="02070309020205020404" pitchFamily="49" charset="0"/>
              </a:rPr>
              <a:t>pathlib</a:t>
            </a:r>
            <a:r>
              <a:rPr lang="en-US" dirty="0"/>
              <a:t> module (introduced in Python 3.4) provides an </a:t>
            </a:r>
            <a:r>
              <a:rPr lang="en-US" b="1" dirty="0"/>
              <a:t>object-oriented approach to filesystem paths</a:t>
            </a:r>
            <a:r>
              <a:rPr lang="en-US" dirty="0"/>
              <a:t>, treating paths as objects rather than plain strings. It's the modern alternative to </a:t>
            </a:r>
            <a:r>
              <a:rPr lang="en-US" dirty="0" err="1">
                <a:latin typeface="Courier New" panose="02070309020205020404" pitchFamily="49" charset="0"/>
              </a:rPr>
              <a:t>os.path</a:t>
            </a:r>
            <a:r>
              <a:rPr lang="en-US" dirty="0"/>
              <a:t>.</a:t>
            </a:r>
          </a:p>
          <a:p>
            <a:pPr>
              <a:buNone/>
            </a:pPr>
            <a:endParaRPr lang="en-US" dirty="0"/>
          </a:p>
          <a:p>
            <a:pPr>
              <a:buNone/>
            </a:pPr>
            <a:r>
              <a:rPr lang="en-US" b="1" dirty="0"/>
              <a:t>Core purposes:</a:t>
            </a:r>
            <a:endParaRPr lang="en-US" dirty="0"/>
          </a:p>
          <a:p>
            <a:pPr>
              <a:buNone/>
            </a:pPr>
            <a:r>
              <a:rPr lang="en-US" b="1" dirty="0"/>
              <a:t>1. Path Creation &amp; Representation</a:t>
            </a:r>
            <a:endParaRPr lang="en-US" dirty="0"/>
          </a:p>
          <a:p>
            <a:pPr>
              <a:buFont typeface="Arial" panose="020B0604020202020204" pitchFamily="34" charset="0"/>
              <a:buChar char="•"/>
            </a:pPr>
            <a:r>
              <a:rPr lang="en-US" dirty="0"/>
              <a:t>Paths are objects, not strings: </a:t>
            </a:r>
            <a:r>
              <a:rPr lang="en-US" dirty="0">
                <a:latin typeface="Courier New" panose="02070309020205020404" pitchFamily="49" charset="0"/>
              </a:rPr>
              <a:t>p = Path("/home/user/file.txt")</a:t>
            </a:r>
            <a:endParaRPr lang="en-US" dirty="0"/>
          </a:p>
          <a:p>
            <a:pPr>
              <a:buFont typeface="Arial" panose="020B0604020202020204" pitchFamily="34" charset="0"/>
              <a:buChar char="•"/>
            </a:pPr>
            <a:r>
              <a:rPr lang="en-US" dirty="0"/>
              <a:t>Automatically handles </a:t>
            </a:r>
            <a:r>
              <a:rPr lang="en-US" dirty="0">
                <a:latin typeface="Courier New" panose="02070309020205020404" pitchFamily="49" charset="0"/>
              </a:rPr>
              <a:t>/</a:t>
            </a:r>
            <a:r>
              <a:rPr lang="en-US" dirty="0"/>
              <a:t> vs </a:t>
            </a:r>
            <a:r>
              <a:rPr lang="en-US" dirty="0">
                <a:latin typeface="Courier New" panose="02070309020205020404" pitchFamily="49" charset="0"/>
              </a:rPr>
              <a:t>\</a:t>
            </a:r>
            <a:r>
              <a:rPr lang="en-US" dirty="0"/>
              <a:t> across platforms</a:t>
            </a:r>
          </a:p>
          <a:p>
            <a:pPr>
              <a:buFont typeface="Arial" panose="020B0604020202020204" pitchFamily="34" charset="0"/>
              <a:buChar char="•"/>
            </a:pPr>
            <a:r>
              <a:rPr lang="en-US" dirty="0"/>
              <a:t>Use </a:t>
            </a:r>
            <a:r>
              <a:rPr lang="en-US" dirty="0">
                <a:latin typeface="Courier New" panose="02070309020205020404" pitchFamily="49" charset="0"/>
              </a:rPr>
              <a:t>/</a:t>
            </a:r>
            <a:r>
              <a:rPr lang="en-US" dirty="0"/>
              <a:t> operator to join paths intuitively: </a:t>
            </a:r>
            <a:r>
              <a:rPr lang="en-US" dirty="0">
                <a:latin typeface="Courier New" panose="02070309020205020404" pitchFamily="49" charset="0"/>
              </a:rPr>
              <a:t>Path("folder") / "sub" / "file.txt“</a:t>
            </a:r>
          </a:p>
          <a:p>
            <a:pPr>
              <a:buFont typeface="Arial" panose="020B0604020202020204" pitchFamily="34" charset="0"/>
              <a:buChar char="•"/>
            </a:pPr>
            <a:endParaRPr lang="en-US" dirty="0"/>
          </a:p>
          <a:p>
            <a:pPr>
              <a:buNone/>
            </a:pPr>
            <a:r>
              <a:rPr lang="en-US" b="1" dirty="0"/>
              <a:t>2. File &amp; Directory Operations</a:t>
            </a:r>
            <a:endParaRPr lang="en-US" dirty="0"/>
          </a:p>
          <a:p>
            <a:pPr>
              <a:buFont typeface="Arial" panose="020B0604020202020204" pitchFamily="34" charset="0"/>
              <a:buChar char="•"/>
            </a:pPr>
            <a:r>
              <a:rPr lang="en-US" dirty="0"/>
              <a:t>Create directories: </a:t>
            </a:r>
            <a:r>
              <a:rPr lang="en-US" dirty="0" err="1">
                <a:latin typeface="Courier New" panose="02070309020205020404" pitchFamily="49" charset="0"/>
              </a:rPr>
              <a:t>p.mkdir</a:t>
            </a:r>
            <a:r>
              <a:rPr lang="en-US" dirty="0">
                <a:latin typeface="Courier New" panose="02070309020205020404" pitchFamily="49" charset="0"/>
              </a:rPr>
              <a:t>(parents=True, </a:t>
            </a:r>
            <a:r>
              <a:rPr lang="en-US" dirty="0" err="1">
                <a:latin typeface="Courier New" panose="02070309020205020404" pitchFamily="49" charset="0"/>
              </a:rPr>
              <a:t>exist_ok</a:t>
            </a:r>
            <a:r>
              <a:rPr lang="en-US" dirty="0">
                <a:latin typeface="Courier New" panose="02070309020205020404" pitchFamily="49" charset="0"/>
              </a:rPr>
              <a:t>=True)</a:t>
            </a:r>
            <a:endParaRPr lang="en-US" dirty="0"/>
          </a:p>
          <a:p>
            <a:pPr>
              <a:buFont typeface="Arial" panose="020B0604020202020204" pitchFamily="34" charset="0"/>
              <a:buChar char="•"/>
            </a:pPr>
            <a:r>
              <a:rPr lang="en-US" dirty="0"/>
              <a:t>Delete files/</a:t>
            </a:r>
            <a:r>
              <a:rPr lang="en-US" dirty="0" err="1"/>
              <a:t>dirs</a:t>
            </a:r>
            <a:r>
              <a:rPr lang="en-US" dirty="0"/>
              <a:t>: </a:t>
            </a:r>
            <a:r>
              <a:rPr lang="en-US" dirty="0" err="1">
                <a:latin typeface="Courier New" panose="02070309020205020404" pitchFamily="49" charset="0"/>
              </a:rPr>
              <a:t>p.unlink</a:t>
            </a:r>
            <a:r>
              <a:rPr lang="en-US" dirty="0">
                <a:latin typeface="Courier New" panose="02070309020205020404" pitchFamily="49" charset="0"/>
              </a:rPr>
              <a:t>()</a:t>
            </a:r>
            <a:r>
              <a:rPr lang="en-US" dirty="0"/>
              <a:t>, </a:t>
            </a:r>
            <a:r>
              <a:rPr lang="en-US" dirty="0" err="1">
                <a:latin typeface="Courier New" panose="02070309020205020404" pitchFamily="49" charset="0"/>
              </a:rPr>
              <a:t>p.rmdir</a:t>
            </a:r>
            <a:r>
              <a:rPr lang="en-US" dirty="0">
                <a:latin typeface="Courier New" panose="02070309020205020404" pitchFamily="49" charset="0"/>
              </a:rPr>
              <a:t>()</a:t>
            </a:r>
            <a:endParaRPr lang="en-US" dirty="0"/>
          </a:p>
          <a:p>
            <a:pPr>
              <a:buFont typeface="Arial" panose="020B0604020202020204" pitchFamily="34" charset="0"/>
              <a:buChar char="•"/>
            </a:pPr>
            <a:r>
              <a:rPr lang="en-US" dirty="0"/>
              <a:t>Rename/move: </a:t>
            </a:r>
            <a:r>
              <a:rPr lang="en-US" dirty="0" err="1">
                <a:latin typeface="Courier New" panose="02070309020205020404" pitchFamily="49" charset="0"/>
              </a:rPr>
              <a:t>p.rename</a:t>
            </a:r>
            <a:r>
              <a:rPr lang="en-US" dirty="0">
                <a:latin typeface="Courier New" panose="02070309020205020404" pitchFamily="49" charset="0"/>
              </a:rPr>
              <a:t>("new_name.txt")</a:t>
            </a:r>
            <a:endParaRPr lang="en-US" dirty="0"/>
          </a:p>
          <a:p>
            <a:pPr>
              <a:buFont typeface="Arial" panose="020B0604020202020204" pitchFamily="34" charset="0"/>
              <a:buChar char="•"/>
            </a:pPr>
            <a:r>
              <a:rPr lang="en-US" dirty="0"/>
              <a:t>Check existence: </a:t>
            </a:r>
            <a:r>
              <a:rPr lang="en-US" dirty="0" err="1">
                <a:latin typeface="Courier New" panose="02070309020205020404" pitchFamily="49" charset="0"/>
              </a:rPr>
              <a:t>p.exists</a:t>
            </a:r>
            <a:r>
              <a:rPr lang="en-US" dirty="0">
                <a:latin typeface="Courier New" panose="02070309020205020404" pitchFamily="49" charset="0"/>
              </a:rPr>
              <a:t>()</a:t>
            </a:r>
            <a:r>
              <a:rPr lang="en-US" dirty="0"/>
              <a:t>, </a:t>
            </a:r>
            <a:r>
              <a:rPr lang="en-US" dirty="0" err="1">
                <a:latin typeface="Courier New" panose="02070309020205020404" pitchFamily="49" charset="0"/>
              </a:rPr>
              <a:t>p.is_file</a:t>
            </a:r>
            <a:r>
              <a:rPr lang="en-US" dirty="0">
                <a:latin typeface="Courier New" panose="02070309020205020404" pitchFamily="49" charset="0"/>
              </a:rPr>
              <a:t>()</a:t>
            </a:r>
            <a:r>
              <a:rPr lang="en-US" dirty="0"/>
              <a:t>, </a:t>
            </a:r>
            <a:r>
              <a:rPr lang="en-US" dirty="0" err="1">
                <a:latin typeface="Courier New" panose="02070309020205020404" pitchFamily="49" charset="0"/>
              </a:rPr>
              <a:t>p.is_dir</a:t>
            </a:r>
            <a:r>
              <a:rPr lang="en-US" dirty="0">
                <a:latin typeface="Courier New" panose="02070309020205020404" pitchFamily="49" charset="0"/>
              </a:rPr>
              <a:t>()</a:t>
            </a:r>
          </a:p>
          <a:p>
            <a:pPr>
              <a:buFont typeface="Arial" panose="020B0604020202020204" pitchFamily="34" charset="0"/>
              <a:buChar char="•"/>
            </a:pPr>
            <a:endParaRPr lang="en-US" dirty="0"/>
          </a:p>
          <a:p>
            <a:pPr>
              <a:buNone/>
            </a:pPr>
            <a:r>
              <a:rPr lang="en-US" b="1" dirty="0"/>
              <a:t>3. Reading &amp; Writing Files</a:t>
            </a:r>
            <a:endParaRPr lang="en-US" dirty="0"/>
          </a:p>
          <a:p>
            <a:pPr>
              <a:buFont typeface="Arial" panose="020B0604020202020204" pitchFamily="34" charset="0"/>
              <a:buChar char="•"/>
            </a:pPr>
            <a:r>
              <a:rPr lang="en-US" dirty="0"/>
              <a:t>Built-in read/write without needing </a:t>
            </a:r>
            <a:r>
              <a:rPr lang="en-US" dirty="0">
                <a:latin typeface="Courier New" panose="02070309020205020404" pitchFamily="49" charset="0"/>
              </a:rPr>
              <a:t>open()</a:t>
            </a:r>
            <a:r>
              <a:rPr lang="en-US" dirty="0"/>
              <a:t>:</a:t>
            </a:r>
          </a:p>
        </p:txBody>
      </p:sp>
    </p:spTree>
    <p:extLst>
      <p:ext uri="{BB962C8B-B14F-4D97-AF65-F5344CB8AC3E}">
        <p14:creationId xmlns:p14="http://schemas.microsoft.com/office/powerpoint/2010/main" val="3272350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
                                            <p:txEl>
                                              <p:pRg st="14" end="14"/>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6">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8EF1D-F5B6-86E4-49B4-405224A247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26AC84-B985-1029-ED7C-8E99DFAA3330}"/>
              </a:ext>
            </a:extLst>
          </p:cNvPr>
          <p:cNvSpPr>
            <a:spLocks noGrp="1"/>
          </p:cNvSpPr>
          <p:nvPr>
            <p:ph type="title"/>
          </p:nvPr>
        </p:nvSpPr>
        <p:spPr/>
        <p:txBody>
          <a:bodyPr/>
          <a:lstStyle/>
          <a:p>
            <a:r>
              <a:rPr lang="en-US" dirty="0" err="1"/>
              <a:t>Pathlib</a:t>
            </a:r>
            <a:r>
              <a:rPr lang="en-US" dirty="0"/>
              <a:t> MODULE CHEATSHEET</a:t>
            </a:r>
          </a:p>
        </p:txBody>
      </p:sp>
      <p:graphicFrame>
        <p:nvGraphicFramePr>
          <p:cNvPr id="4" name="Content Placeholder 3">
            <a:extLst>
              <a:ext uri="{FF2B5EF4-FFF2-40B4-BE49-F238E27FC236}">
                <a16:creationId xmlns:a16="http://schemas.microsoft.com/office/drawing/2014/main" id="{043B90EC-F1C0-A604-0EDB-A3A8317A0A30}"/>
              </a:ext>
            </a:extLst>
          </p:cNvPr>
          <p:cNvGraphicFramePr>
            <a:graphicFrameLocks noGrp="1"/>
          </p:cNvGraphicFramePr>
          <p:nvPr>
            <p:ph idx="4294967295"/>
          </p:nvPr>
        </p:nvGraphicFramePr>
        <p:xfrm>
          <a:off x="569843" y="2117311"/>
          <a:ext cx="10515600" cy="3413760"/>
        </p:xfrm>
        <a:graphic>
          <a:graphicData uri="http://schemas.openxmlformats.org/drawingml/2006/table">
            <a:tbl>
              <a:tblPr/>
              <a:tblGrid>
                <a:gridCol w="3213632">
                  <a:extLst>
                    <a:ext uri="{9D8B030D-6E8A-4147-A177-3AD203B41FA5}">
                      <a16:colId xmlns:a16="http://schemas.microsoft.com/office/drawing/2014/main" val="1408973611"/>
                    </a:ext>
                  </a:extLst>
                </a:gridCol>
                <a:gridCol w="7301968">
                  <a:extLst>
                    <a:ext uri="{9D8B030D-6E8A-4147-A177-3AD203B41FA5}">
                      <a16:colId xmlns:a16="http://schemas.microsoft.com/office/drawing/2014/main" val="347485130"/>
                    </a:ext>
                  </a:extLst>
                </a:gridCol>
              </a:tblGrid>
              <a:tr h="0">
                <a:tc>
                  <a:txBody>
                    <a:bodyPr/>
                    <a:lstStyle/>
                    <a:p>
                      <a:pPr>
                        <a:buNone/>
                      </a:pPr>
                      <a:r>
                        <a:rPr lang="en-US" b="1" dirty="0"/>
                        <a:t>Operation</a:t>
                      </a:r>
                    </a:p>
                  </a:txBody>
                  <a:tcPr anchor="ctr">
                    <a:lnL>
                      <a:noFill/>
                    </a:lnL>
                    <a:lnR>
                      <a:noFill/>
                    </a:lnR>
                    <a:lnT>
                      <a:noFill/>
                    </a:lnT>
                    <a:lnB>
                      <a:noFill/>
                    </a:lnB>
                    <a:noFill/>
                  </a:tcPr>
                </a:tc>
                <a:tc>
                  <a:txBody>
                    <a:bodyPr/>
                    <a:lstStyle/>
                    <a:p>
                      <a:pPr>
                        <a:buNone/>
                      </a:pPr>
                      <a:r>
                        <a:rPr lang="en-US" b="1" dirty="0"/>
                        <a:t>Example Code</a:t>
                      </a:r>
                    </a:p>
                  </a:txBody>
                  <a:tcPr anchor="ctr">
                    <a:lnL>
                      <a:noFill/>
                    </a:lnL>
                    <a:lnR>
                      <a:noFill/>
                    </a:lnR>
                    <a:lnT>
                      <a:noFill/>
                    </a:lnT>
                    <a:lnB>
                      <a:noFill/>
                    </a:lnB>
                    <a:noFill/>
                  </a:tcPr>
                </a:tc>
                <a:extLst>
                  <a:ext uri="{0D108BD9-81ED-4DB2-BD59-A6C34878D82A}">
                    <a16:rowId xmlns:a16="http://schemas.microsoft.com/office/drawing/2014/main" val="826799150"/>
                  </a:ext>
                </a:extLst>
              </a:tr>
              <a:tr h="0">
                <a:tc>
                  <a:txBody>
                    <a:bodyPr/>
                    <a:lstStyle/>
                    <a:p>
                      <a:pPr>
                        <a:buNone/>
                      </a:pPr>
                      <a:r>
                        <a:rPr lang="en-US" b="0" dirty="0"/>
                        <a:t>Create / Join Path</a:t>
                      </a:r>
                    </a:p>
                  </a:txBody>
                  <a:tcPr anchor="ctr">
                    <a:lnL>
                      <a:noFill/>
                    </a:lnL>
                    <a:lnR>
                      <a:noFill/>
                    </a:lnR>
                    <a:lnT>
                      <a:noFill/>
                    </a:lnT>
                    <a:lnB>
                      <a:noFill/>
                    </a:lnB>
                    <a:noFill/>
                  </a:tcPr>
                </a:tc>
                <a:tc>
                  <a:txBody>
                    <a:bodyPr/>
                    <a:lstStyle/>
                    <a:p>
                      <a:pPr>
                        <a:buNone/>
                      </a:pPr>
                      <a:r>
                        <a:rPr lang="en-US" b="1" dirty="0">
                          <a:solidFill>
                            <a:schemeClr val="tx2"/>
                          </a:solidFill>
                          <a:latin typeface="Courier New" panose="02070309020205020404" pitchFamily="49" charset="0"/>
                          <a:cs typeface="Courier New" panose="02070309020205020404" pitchFamily="49" charset="0"/>
                        </a:rPr>
                        <a:t>Path('folder') / 'file.txt'</a:t>
                      </a:r>
                    </a:p>
                  </a:txBody>
                  <a:tcPr anchor="ctr">
                    <a:lnL>
                      <a:noFill/>
                    </a:lnL>
                    <a:lnR>
                      <a:noFill/>
                    </a:lnR>
                    <a:lnT>
                      <a:noFill/>
                    </a:lnT>
                    <a:lnB>
                      <a:noFill/>
                    </a:lnB>
                    <a:noFill/>
                  </a:tcPr>
                </a:tc>
                <a:extLst>
                  <a:ext uri="{0D108BD9-81ED-4DB2-BD59-A6C34878D82A}">
                    <a16:rowId xmlns:a16="http://schemas.microsoft.com/office/drawing/2014/main" val="437166011"/>
                  </a:ext>
                </a:extLst>
              </a:tr>
              <a:tr h="0">
                <a:tc>
                  <a:txBody>
                    <a:bodyPr/>
                    <a:lstStyle/>
                    <a:p>
                      <a:pPr>
                        <a:buNone/>
                      </a:pPr>
                      <a:r>
                        <a:rPr lang="en-US" b="0" dirty="0"/>
                        <a:t>Check Existence</a:t>
                      </a:r>
                    </a:p>
                  </a:txBody>
                  <a:tcPr anchor="ctr">
                    <a:lnL>
                      <a:noFill/>
                    </a:lnL>
                    <a:lnR>
                      <a:noFill/>
                    </a:lnR>
                    <a:lnT>
                      <a:noFill/>
                    </a:lnT>
                    <a:lnB>
                      <a:noFill/>
                    </a:lnB>
                    <a:noFill/>
                  </a:tcPr>
                </a:tc>
                <a:tc>
                  <a:txBody>
                    <a:bodyPr/>
                    <a:lstStyle/>
                    <a:p>
                      <a:pPr>
                        <a:buNone/>
                      </a:pPr>
                      <a:r>
                        <a:rPr lang="en-US" b="1" dirty="0" err="1">
                          <a:solidFill>
                            <a:schemeClr val="tx2"/>
                          </a:solidFill>
                          <a:latin typeface="Courier New" panose="02070309020205020404" pitchFamily="49" charset="0"/>
                          <a:cs typeface="Courier New" panose="02070309020205020404" pitchFamily="49" charset="0"/>
                        </a:rPr>
                        <a:t>p.exists</a:t>
                      </a:r>
                      <a:r>
                        <a:rPr lang="en-US" b="1" dirty="0">
                          <a:solidFill>
                            <a:schemeClr val="tx2"/>
                          </a:solidFill>
                          <a:latin typeface="Courier New" panose="02070309020205020404" pitchFamily="49" charset="0"/>
                          <a:cs typeface="Courier New" panose="02070309020205020404" pitchFamily="49" charset="0"/>
                        </a:rPr>
                        <a:t>(), </a:t>
                      </a:r>
                      <a:r>
                        <a:rPr lang="en-US" b="1" dirty="0" err="1">
                          <a:solidFill>
                            <a:schemeClr val="tx2"/>
                          </a:solidFill>
                          <a:latin typeface="Courier New" panose="02070309020205020404" pitchFamily="49" charset="0"/>
                          <a:cs typeface="Courier New" panose="02070309020205020404" pitchFamily="49" charset="0"/>
                        </a:rPr>
                        <a:t>p.is_file</a:t>
                      </a:r>
                      <a:r>
                        <a:rPr lang="en-US" b="1" dirty="0">
                          <a:solidFill>
                            <a:schemeClr val="tx2"/>
                          </a:solidFill>
                          <a:latin typeface="Courier New" panose="02070309020205020404" pitchFamily="49" charset="0"/>
                          <a:cs typeface="Courier New" panose="02070309020205020404" pitchFamily="49" charset="0"/>
                        </a:rPr>
                        <a:t>(), </a:t>
                      </a:r>
                      <a:r>
                        <a:rPr lang="en-US" b="1" dirty="0" err="1">
                          <a:solidFill>
                            <a:schemeClr val="tx2"/>
                          </a:solidFill>
                          <a:latin typeface="Courier New" panose="02070309020205020404" pitchFamily="49" charset="0"/>
                          <a:cs typeface="Courier New" panose="02070309020205020404" pitchFamily="49" charset="0"/>
                        </a:rPr>
                        <a:t>p.is_dir</a:t>
                      </a:r>
                      <a:r>
                        <a:rPr lang="en-US" b="1" dirty="0">
                          <a:solidFill>
                            <a:schemeClr val="tx2"/>
                          </a:solidFill>
                          <a:latin typeface="Courier New" panose="02070309020205020404" pitchFamily="49" charset="0"/>
                          <a:cs typeface="Courier New" panose="02070309020205020404" pitchFamily="49" charset="0"/>
                        </a:rPr>
                        <a:t>()</a:t>
                      </a:r>
                    </a:p>
                  </a:txBody>
                  <a:tcPr anchor="ctr">
                    <a:lnL>
                      <a:noFill/>
                    </a:lnL>
                    <a:lnR>
                      <a:noFill/>
                    </a:lnR>
                    <a:lnT>
                      <a:noFill/>
                    </a:lnT>
                    <a:lnB>
                      <a:noFill/>
                    </a:lnB>
                    <a:noFill/>
                  </a:tcPr>
                </a:tc>
                <a:extLst>
                  <a:ext uri="{0D108BD9-81ED-4DB2-BD59-A6C34878D82A}">
                    <a16:rowId xmlns:a16="http://schemas.microsoft.com/office/drawing/2014/main" val="963200749"/>
                  </a:ext>
                </a:extLst>
              </a:tr>
              <a:tr h="0">
                <a:tc>
                  <a:txBody>
                    <a:bodyPr/>
                    <a:lstStyle/>
                    <a:p>
                      <a:pPr>
                        <a:buNone/>
                      </a:pPr>
                      <a:r>
                        <a:rPr lang="en-US" b="0"/>
                        <a:t>Read / Write File</a:t>
                      </a:r>
                    </a:p>
                  </a:txBody>
                  <a:tcPr anchor="ctr">
                    <a:lnL>
                      <a:noFill/>
                    </a:lnL>
                    <a:lnR>
                      <a:noFill/>
                    </a:lnR>
                    <a:lnT>
                      <a:noFill/>
                    </a:lnT>
                    <a:lnB>
                      <a:noFill/>
                    </a:lnB>
                    <a:noFill/>
                  </a:tcPr>
                </a:tc>
                <a:tc>
                  <a:txBody>
                    <a:bodyPr/>
                    <a:lstStyle/>
                    <a:p>
                      <a:pPr>
                        <a:buNone/>
                      </a:pPr>
                      <a:r>
                        <a:rPr lang="en-US" b="1" dirty="0" err="1">
                          <a:solidFill>
                            <a:schemeClr val="tx2"/>
                          </a:solidFill>
                          <a:latin typeface="Courier New" panose="02070309020205020404" pitchFamily="49" charset="0"/>
                          <a:cs typeface="Courier New" panose="02070309020205020404" pitchFamily="49" charset="0"/>
                        </a:rPr>
                        <a:t>p.read_text</a:t>
                      </a:r>
                      <a:r>
                        <a:rPr lang="en-US" b="1" dirty="0">
                          <a:solidFill>
                            <a:schemeClr val="tx2"/>
                          </a:solidFill>
                          <a:latin typeface="Courier New" panose="02070309020205020404" pitchFamily="49" charset="0"/>
                          <a:cs typeface="Courier New" panose="02070309020205020404" pitchFamily="49" charset="0"/>
                        </a:rPr>
                        <a:t>(), </a:t>
                      </a:r>
                      <a:r>
                        <a:rPr lang="en-US" b="1" dirty="0" err="1">
                          <a:solidFill>
                            <a:schemeClr val="tx2"/>
                          </a:solidFill>
                          <a:latin typeface="Courier New" panose="02070309020205020404" pitchFamily="49" charset="0"/>
                          <a:cs typeface="Courier New" panose="02070309020205020404" pitchFamily="49" charset="0"/>
                        </a:rPr>
                        <a:t>p.write_text</a:t>
                      </a:r>
                      <a:r>
                        <a:rPr lang="en-US" b="1" dirty="0">
                          <a:solidFill>
                            <a:schemeClr val="tx2"/>
                          </a:solidFill>
                          <a:latin typeface="Courier New" panose="02070309020205020404" pitchFamily="49" charset="0"/>
                          <a:cs typeface="Courier New" panose="02070309020205020404" pitchFamily="49" charset="0"/>
                        </a:rPr>
                        <a:t>('Hello')</a:t>
                      </a:r>
                    </a:p>
                  </a:txBody>
                  <a:tcPr anchor="ctr">
                    <a:lnL>
                      <a:noFill/>
                    </a:lnL>
                    <a:lnR>
                      <a:noFill/>
                    </a:lnR>
                    <a:lnT>
                      <a:noFill/>
                    </a:lnT>
                    <a:lnB>
                      <a:noFill/>
                    </a:lnB>
                    <a:noFill/>
                  </a:tcPr>
                </a:tc>
                <a:extLst>
                  <a:ext uri="{0D108BD9-81ED-4DB2-BD59-A6C34878D82A}">
                    <a16:rowId xmlns:a16="http://schemas.microsoft.com/office/drawing/2014/main" val="2609797804"/>
                  </a:ext>
                </a:extLst>
              </a:tr>
              <a:tr h="0">
                <a:tc>
                  <a:txBody>
                    <a:bodyPr/>
                    <a:lstStyle/>
                    <a:p>
                      <a:pPr>
                        <a:buNone/>
                      </a:pPr>
                      <a:r>
                        <a:rPr lang="en-US" b="0" dirty="0"/>
                        <a:t>Create Directory</a:t>
                      </a:r>
                    </a:p>
                  </a:txBody>
                  <a:tcPr anchor="ctr">
                    <a:lnL>
                      <a:noFill/>
                    </a:lnL>
                    <a:lnR>
                      <a:noFill/>
                    </a:lnR>
                    <a:lnT>
                      <a:noFill/>
                    </a:lnT>
                    <a:lnB>
                      <a:noFill/>
                    </a:lnB>
                    <a:noFill/>
                  </a:tcPr>
                </a:tc>
                <a:tc>
                  <a:txBody>
                    <a:bodyPr/>
                    <a:lstStyle/>
                    <a:p>
                      <a:pPr>
                        <a:buNone/>
                      </a:pPr>
                      <a:r>
                        <a:rPr lang="en-US" b="1" dirty="0" err="1">
                          <a:solidFill>
                            <a:schemeClr val="tx2"/>
                          </a:solidFill>
                          <a:latin typeface="Courier New" panose="02070309020205020404" pitchFamily="49" charset="0"/>
                          <a:cs typeface="Courier New" panose="02070309020205020404" pitchFamily="49" charset="0"/>
                        </a:rPr>
                        <a:t>p.mkdir</a:t>
                      </a:r>
                      <a:r>
                        <a:rPr lang="en-US" b="1" dirty="0">
                          <a:solidFill>
                            <a:schemeClr val="tx2"/>
                          </a:solidFill>
                          <a:latin typeface="Courier New" panose="02070309020205020404" pitchFamily="49" charset="0"/>
                          <a:cs typeface="Courier New" panose="02070309020205020404" pitchFamily="49" charset="0"/>
                        </a:rPr>
                        <a:t>(</a:t>
                      </a:r>
                      <a:r>
                        <a:rPr lang="en-US" b="1" dirty="0" err="1">
                          <a:solidFill>
                            <a:schemeClr val="tx2"/>
                          </a:solidFill>
                          <a:latin typeface="Courier New" panose="02070309020205020404" pitchFamily="49" charset="0"/>
                          <a:cs typeface="Courier New" panose="02070309020205020404" pitchFamily="49" charset="0"/>
                        </a:rPr>
                        <a:t>exist_ok</a:t>
                      </a:r>
                      <a:r>
                        <a:rPr lang="en-US" b="1" dirty="0">
                          <a:solidFill>
                            <a:schemeClr val="tx2"/>
                          </a:solidFill>
                          <a:latin typeface="Courier New" panose="02070309020205020404" pitchFamily="49" charset="0"/>
                          <a:cs typeface="Courier New" panose="02070309020205020404" pitchFamily="49" charset="0"/>
                        </a:rPr>
                        <a:t>=True)</a:t>
                      </a:r>
                    </a:p>
                  </a:txBody>
                  <a:tcPr anchor="ctr">
                    <a:lnL>
                      <a:noFill/>
                    </a:lnL>
                    <a:lnR>
                      <a:noFill/>
                    </a:lnR>
                    <a:lnT>
                      <a:noFill/>
                    </a:lnT>
                    <a:lnB>
                      <a:noFill/>
                    </a:lnB>
                    <a:noFill/>
                  </a:tcPr>
                </a:tc>
                <a:extLst>
                  <a:ext uri="{0D108BD9-81ED-4DB2-BD59-A6C34878D82A}">
                    <a16:rowId xmlns:a16="http://schemas.microsoft.com/office/drawing/2014/main" val="3986848441"/>
                  </a:ext>
                </a:extLst>
              </a:tr>
              <a:tr h="0">
                <a:tc>
                  <a:txBody>
                    <a:bodyPr/>
                    <a:lstStyle/>
                    <a:p>
                      <a:pPr>
                        <a:buNone/>
                      </a:pPr>
                      <a:r>
                        <a:rPr lang="en-US" b="0" dirty="0"/>
                        <a:t>List Contents</a:t>
                      </a:r>
                    </a:p>
                  </a:txBody>
                  <a:tcPr anchor="ctr">
                    <a:lnL>
                      <a:noFill/>
                    </a:lnL>
                    <a:lnR>
                      <a:noFill/>
                    </a:lnR>
                    <a:lnT>
                      <a:noFill/>
                    </a:lnT>
                    <a:lnB>
                      <a:noFill/>
                    </a:lnB>
                    <a:noFill/>
                  </a:tcPr>
                </a:tc>
                <a:tc>
                  <a:txBody>
                    <a:bodyPr/>
                    <a:lstStyle/>
                    <a:p>
                      <a:pPr>
                        <a:buNone/>
                      </a:pPr>
                      <a:r>
                        <a:rPr lang="en-US" b="1" dirty="0">
                          <a:solidFill>
                            <a:schemeClr val="tx2"/>
                          </a:solidFill>
                          <a:latin typeface="Courier New" panose="02070309020205020404" pitchFamily="49" charset="0"/>
                          <a:cs typeface="Courier New" panose="02070309020205020404" pitchFamily="49" charset="0"/>
                        </a:rPr>
                        <a:t>for f in Path('.').</a:t>
                      </a:r>
                      <a:r>
                        <a:rPr lang="en-US" b="1" dirty="0" err="1">
                          <a:solidFill>
                            <a:schemeClr val="tx2"/>
                          </a:solidFill>
                          <a:latin typeface="Courier New" panose="02070309020205020404" pitchFamily="49" charset="0"/>
                          <a:cs typeface="Courier New" panose="02070309020205020404" pitchFamily="49" charset="0"/>
                        </a:rPr>
                        <a:t>iterdir</a:t>
                      </a:r>
                      <a:r>
                        <a:rPr lang="en-US" b="1" dirty="0">
                          <a:solidFill>
                            <a:schemeClr val="tx2"/>
                          </a:solidFill>
                          <a:latin typeface="Courier New" panose="02070309020205020404" pitchFamily="49" charset="0"/>
                          <a:cs typeface="Courier New" panose="02070309020205020404" pitchFamily="49" charset="0"/>
                        </a:rPr>
                        <a:t>():</a:t>
                      </a:r>
                      <a:br>
                        <a:rPr lang="en-US" b="1" dirty="0">
                          <a:solidFill>
                            <a:schemeClr val="tx2"/>
                          </a:solidFill>
                          <a:latin typeface="Courier New" panose="02070309020205020404" pitchFamily="49" charset="0"/>
                          <a:cs typeface="Courier New" panose="02070309020205020404" pitchFamily="49" charset="0"/>
                        </a:rPr>
                      </a:br>
                      <a:r>
                        <a:rPr lang="en-US" b="1" dirty="0">
                          <a:solidFill>
                            <a:schemeClr val="tx2"/>
                          </a:solidFill>
                          <a:latin typeface="Courier New" panose="02070309020205020404" pitchFamily="49" charset="0"/>
                          <a:cs typeface="Courier New" panose="02070309020205020404" pitchFamily="49" charset="0"/>
                        </a:rPr>
                        <a:t>  print(f)</a:t>
                      </a:r>
                    </a:p>
                  </a:txBody>
                  <a:tcPr anchor="ctr">
                    <a:lnL>
                      <a:noFill/>
                    </a:lnL>
                    <a:lnR>
                      <a:noFill/>
                    </a:lnR>
                    <a:lnT>
                      <a:noFill/>
                    </a:lnT>
                    <a:lnB>
                      <a:noFill/>
                    </a:lnB>
                    <a:noFill/>
                  </a:tcPr>
                </a:tc>
                <a:extLst>
                  <a:ext uri="{0D108BD9-81ED-4DB2-BD59-A6C34878D82A}">
                    <a16:rowId xmlns:a16="http://schemas.microsoft.com/office/drawing/2014/main" val="3480103114"/>
                  </a:ext>
                </a:extLst>
              </a:tr>
              <a:tr h="0">
                <a:tc>
                  <a:txBody>
                    <a:bodyPr/>
                    <a:lstStyle/>
                    <a:p>
                      <a:pPr>
                        <a:buNone/>
                      </a:pPr>
                      <a:r>
                        <a:rPr lang="en-US" b="0" dirty="0"/>
                        <a:t>Search Files</a:t>
                      </a:r>
                    </a:p>
                  </a:txBody>
                  <a:tcPr anchor="ctr">
                    <a:lnL>
                      <a:noFill/>
                    </a:lnL>
                    <a:lnR>
                      <a:noFill/>
                    </a:lnR>
                    <a:lnT>
                      <a:noFill/>
                    </a:lnT>
                    <a:lnB>
                      <a:noFill/>
                    </a:lnB>
                    <a:noFill/>
                  </a:tcPr>
                </a:tc>
                <a:tc>
                  <a:txBody>
                    <a:bodyPr/>
                    <a:lstStyle/>
                    <a:p>
                      <a:pPr>
                        <a:buNone/>
                      </a:pPr>
                      <a:r>
                        <a:rPr lang="en-US" b="1" dirty="0">
                          <a:solidFill>
                            <a:schemeClr val="tx2"/>
                          </a:solidFill>
                          <a:latin typeface="Courier New" panose="02070309020205020404" pitchFamily="49" charset="0"/>
                          <a:cs typeface="Courier New" panose="02070309020205020404" pitchFamily="49" charset="0"/>
                        </a:rPr>
                        <a:t>Path('logs').glob('*.txt')</a:t>
                      </a:r>
                    </a:p>
                  </a:txBody>
                  <a:tcPr anchor="ctr">
                    <a:lnL>
                      <a:noFill/>
                    </a:lnL>
                    <a:lnR>
                      <a:noFill/>
                    </a:lnR>
                    <a:lnT>
                      <a:noFill/>
                    </a:lnT>
                    <a:lnB>
                      <a:noFill/>
                    </a:lnB>
                    <a:noFill/>
                  </a:tcPr>
                </a:tc>
                <a:extLst>
                  <a:ext uri="{0D108BD9-81ED-4DB2-BD59-A6C34878D82A}">
                    <a16:rowId xmlns:a16="http://schemas.microsoft.com/office/drawing/2014/main" val="2812529604"/>
                  </a:ext>
                </a:extLst>
              </a:tr>
              <a:tr h="0">
                <a:tc>
                  <a:txBody>
                    <a:bodyPr/>
                    <a:lstStyle/>
                    <a:p>
                      <a:pPr>
                        <a:buNone/>
                      </a:pPr>
                      <a:r>
                        <a:rPr lang="en-US" b="0" dirty="0"/>
                        <a:t>Remove File</a:t>
                      </a:r>
                    </a:p>
                  </a:txBody>
                  <a:tcPr anchor="ctr">
                    <a:lnL>
                      <a:noFill/>
                    </a:lnL>
                    <a:lnR>
                      <a:noFill/>
                    </a:lnR>
                    <a:lnT>
                      <a:noFill/>
                    </a:lnT>
                    <a:lnB>
                      <a:noFill/>
                    </a:lnB>
                    <a:noFill/>
                  </a:tcPr>
                </a:tc>
                <a:tc>
                  <a:txBody>
                    <a:bodyPr/>
                    <a:lstStyle/>
                    <a:p>
                      <a:pPr>
                        <a:buNone/>
                      </a:pPr>
                      <a:r>
                        <a:rPr lang="en-US" b="1" dirty="0" err="1">
                          <a:solidFill>
                            <a:schemeClr val="tx2"/>
                          </a:solidFill>
                          <a:latin typeface="Courier New" panose="02070309020205020404" pitchFamily="49" charset="0"/>
                          <a:cs typeface="Courier New" panose="02070309020205020404" pitchFamily="49" charset="0"/>
                        </a:rPr>
                        <a:t>p.unlink</a:t>
                      </a:r>
                      <a:r>
                        <a:rPr lang="en-US" b="1" dirty="0">
                          <a:solidFill>
                            <a:schemeClr val="tx2"/>
                          </a:solidFill>
                          <a:latin typeface="Courier New" panose="02070309020205020404" pitchFamily="49" charset="0"/>
                          <a:cs typeface="Courier New" panose="02070309020205020404" pitchFamily="49" charset="0"/>
                        </a:rPr>
                        <a:t>()</a:t>
                      </a:r>
                    </a:p>
                  </a:txBody>
                  <a:tcPr anchor="ctr">
                    <a:lnL>
                      <a:noFill/>
                    </a:lnL>
                    <a:lnR>
                      <a:noFill/>
                    </a:lnR>
                    <a:lnT>
                      <a:noFill/>
                    </a:lnT>
                    <a:lnB>
                      <a:noFill/>
                    </a:lnB>
                    <a:noFill/>
                  </a:tcPr>
                </a:tc>
                <a:extLst>
                  <a:ext uri="{0D108BD9-81ED-4DB2-BD59-A6C34878D82A}">
                    <a16:rowId xmlns:a16="http://schemas.microsoft.com/office/drawing/2014/main" val="2680021797"/>
                  </a:ext>
                </a:extLst>
              </a:tr>
              <a:tr h="0">
                <a:tc>
                  <a:txBody>
                    <a:bodyPr/>
                    <a:lstStyle/>
                    <a:p>
                      <a:pPr>
                        <a:buNone/>
                      </a:pPr>
                      <a:r>
                        <a:rPr lang="en-US" b="0" dirty="0"/>
                        <a:t>Get File Info</a:t>
                      </a:r>
                    </a:p>
                  </a:txBody>
                  <a:tcPr anchor="ctr">
                    <a:lnL>
                      <a:noFill/>
                    </a:lnL>
                    <a:lnR>
                      <a:noFill/>
                    </a:lnR>
                    <a:lnT>
                      <a:noFill/>
                    </a:lnT>
                    <a:lnB>
                      <a:noFill/>
                    </a:lnB>
                    <a:noFill/>
                  </a:tcPr>
                </a:tc>
                <a:tc>
                  <a:txBody>
                    <a:bodyPr/>
                    <a:lstStyle/>
                    <a:p>
                      <a:pPr>
                        <a:buNone/>
                      </a:pPr>
                      <a:r>
                        <a:rPr lang="en-US" b="1" dirty="0" err="1">
                          <a:solidFill>
                            <a:schemeClr val="tx2"/>
                          </a:solidFill>
                          <a:latin typeface="Courier New" panose="02070309020205020404" pitchFamily="49" charset="0"/>
                          <a:cs typeface="Courier New" panose="02070309020205020404" pitchFamily="49" charset="0"/>
                        </a:rPr>
                        <a:t>p.stat</a:t>
                      </a:r>
                      <a:r>
                        <a:rPr lang="en-US" b="1" dirty="0">
                          <a:solidFill>
                            <a:schemeClr val="tx2"/>
                          </a:solidFill>
                          <a:latin typeface="Courier New" panose="02070309020205020404" pitchFamily="49" charset="0"/>
                          <a:cs typeface="Courier New" panose="02070309020205020404" pitchFamily="49" charset="0"/>
                        </a:rPr>
                        <a:t>().</a:t>
                      </a:r>
                      <a:r>
                        <a:rPr lang="en-US" b="1" dirty="0" err="1">
                          <a:solidFill>
                            <a:schemeClr val="tx2"/>
                          </a:solidFill>
                          <a:latin typeface="Courier New" panose="02070309020205020404" pitchFamily="49" charset="0"/>
                          <a:cs typeface="Courier New" panose="02070309020205020404" pitchFamily="49" charset="0"/>
                        </a:rPr>
                        <a:t>st_size</a:t>
                      </a:r>
                      <a:r>
                        <a:rPr lang="en-US" b="1" dirty="0">
                          <a:solidFill>
                            <a:schemeClr val="tx2"/>
                          </a:solidFill>
                          <a:latin typeface="Courier New" panose="02070309020205020404" pitchFamily="49" charset="0"/>
                          <a:cs typeface="Courier New" panose="02070309020205020404" pitchFamily="49" charset="0"/>
                        </a:rPr>
                        <a:t>, </a:t>
                      </a:r>
                      <a:r>
                        <a:rPr lang="en-US" b="1" dirty="0" err="1">
                          <a:solidFill>
                            <a:schemeClr val="tx2"/>
                          </a:solidFill>
                          <a:latin typeface="Courier New" panose="02070309020205020404" pitchFamily="49" charset="0"/>
                          <a:cs typeface="Courier New" panose="02070309020205020404" pitchFamily="49" charset="0"/>
                        </a:rPr>
                        <a:t>p.stat</a:t>
                      </a:r>
                      <a:r>
                        <a:rPr lang="en-US" b="1" dirty="0">
                          <a:solidFill>
                            <a:schemeClr val="tx2"/>
                          </a:solidFill>
                          <a:latin typeface="Courier New" panose="02070309020205020404" pitchFamily="49" charset="0"/>
                          <a:cs typeface="Courier New" panose="02070309020205020404" pitchFamily="49" charset="0"/>
                        </a:rPr>
                        <a:t>().</a:t>
                      </a:r>
                      <a:r>
                        <a:rPr lang="en-US" b="1" dirty="0" err="1">
                          <a:solidFill>
                            <a:schemeClr val="tx2"/>
                          </a:solidFill>
                          <a:latin typeface="Courier New" panose="02070309020205020404" pitchFamily="49" charset="0"/>
                          <a:cs typeface="Courier New" panose="02070309020205020404" pitchFamily="49" charset="0"/>
                        </a:rPr>
                        <a:t>st_mtime</a:t>
                      </a:r>
                      <a:endParaRPr lang="en-US" b="1" dirty="0">
                        <a:solidFill>
                          <a:schemeClr val="tx2"/>
                        </a:solidFill>
                        <a:latin typeface="Courier New" panose="02070309020205020404" pitchFamily="49" charset="0"/>
                        <a:cs typeface="Courier New" panose="02070309020205020404" pitchFamily="49" charset="0"/>
                      </a:endParaRPr>
                    </a:p>
                  </a:txBody>
                  <a:tcPr anchor="ctr">
                    <a:lnL>
                      <a:noFill/>
                    </a:lnL>
                    <a:lnR>
                      <a:noFill/>
                    </a:lnR>
                    <a:lnT>
                      <a:noFill/>
                    </a:lnT>
                    <a:lnB>
                      <a:noFill/>
                    </a:lnB>
                    <a:noFill/>
                  </a:tcPr>
                </a:tc>
                <a:extLst>
                  <a:ext uri="{0D108BD9-81ED-4DB2-BD59-A6C34878D82A}">
                    <a16:rowId xmlns:a16="http://schemas.microsoft.com/office/drawing/2014/main" val="1581360997"/>
                  </a:ext>
                </a:extLst>
              </a:tr>
            </a:tbl>
          </a:graphicData>
        </a:graphic>
      </p:graphicFrame>
      <p:sp>
        <p:nvSpPr>
          <p:cNvPr id="5" name="TextBox 4">
            <a:extLst>
              <a:ext uri="{FF2B5EF4-FFF2-40B4-BE49-F238E27FC236}">
                <a16:creationId xmlns:a16="http://schemas.microsoft.com/office/drawing/2014/main" id="{16EC0023-4749-02D7-5418-81CFC6532CFF}"/>
              </a:ext>
            </a:extLst>
          </p:cNvPr>
          <p:cNvSpPr txBox="1"/>
          <p:nvPr/>
        </p:nvSpPr>
        <p:spPr>
          <a:xfrm>
            <a:off x="464489" y="867350"/>
            <a:ext cx="7470913" cy="923330"/>
          </a:xfrm>
          <a:prstGeom prst="rect">
            <a:avLst/>
          </a:prstGeom>
          <a:noFill/>
        </p:spPr>
        <p:txBody>
          <a:bodyPr wrap="square" rtlCol="0">
            <a:spAutoFit/>
          </a:bodyPr>
          <a:lstStyle/>
          <a:p>
            <a:r>
              <a:rPr lang="en-US" dirty="0"/>
              <a:t>An object-oriented* focused path library</a:t>
            </a:r>
          </a:p>
          <a:p>
            <a:br>
              <a:rPr lang="en-US" dirty="0">
                <a:solidFill>
                  <a:schemeClr val="tx2"/>
                </a:solidFill>
                <a:latin typeface="Consolas" panose="020B0609020204030204" pitchFamily="49" charset="0"/>
              </a:rPr>
            </a:br>
            <a:r>
              <a:rPr lang="en-US" dirty="0">
                <a:solidFill>
                  <a:schemeClr val="tx2"/>
                </a:solidFill>
                <a:latin typeface="Consolas" panose="020B0609020204030204" pitchFamily="49" charset="0"/>
                <a:cs typeface="Courier New" panose="02070309020205020404" pitchFamily="49" charset="0"/>
              </a:rPr>
              <a:t>from </a:t>
            </a:r>
            <a:r>
              <a:rPr lang="en-US" dirty="0" err="1">
                <a:solidFill>
                  <a:schemeClr val="tx2"/>
                </a:solidFill>
                <a:latin typeface="Consolas" panose="020B0609020204030204" pitchFamily="49" charset="0"/>
                <a:cs typeface="Courier New" panose="02070309020205020404" pitchFamily="49" charset="0"/>
              </a:rPr>
              <a:t>pathlib</a:t>
            </a:r>
            <a:r>
              <a:rPr lang="en-US" dirty="0">
                <a:solidFill>
                  <a:schemeClr val="tx2"/>
                </a:solidFill>
                <a:latin typeface="Consolas" panose="020B0609020204030204" pitchFamily="49" charset="0"/>
                <a:cs typeface="Courier New" panose="02070309020205020404" pitchFamily="49" charset="0"/>
              </a:rPr>
              <a:t> import Path</a:t>
            </a:r>
          </a:p>
        </p:txBody>
      </p:sp>
    </p:spTree>
    <p:extLst>
      <p:ext uri="{BB962C8B-B14F-4D97-AF65-F5344CB8AC3E}">
        <p14:creationId xmlns:p14="http://schemas.microsoft.com/office/powerpoint/2010/main" val="30094040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1384FB-2C69-A8E3-E442-BE42258A02A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F4F99B34-E59F-DCDA-350C-4434D1D9E290}"/>
              </a:ext>
            </a:extLst>
          </p:cNvPr>
          <p:cNvSpPr>
            <a:spLocks noGrp="1"/>
          </p:cNvSpPr>
          <p:nvPr>
            <p:ph type="title"/>
          </p:nvPr>
        </p:nvSpPr>
        <p:spPr/>
        <p:txBody>
          <a:bodyPr/>
          <a:lstStyle/>
          <a:p>
            <a:r>
              <a:rPr lang="en-US" dirty="0"/>
              <a:t>Hands-On #2 in PYTHON_FILE_IO.MD</a:t>
            </a:r>
          </a:p>
        </p:txBody>
      </p:sp>
      <p:sp>
        <p:nvSpPr>
          <p:cNvPr id="6" name="Content Placeholder 5">
            <a:extLst>
              <a:ext uri="{FF2B5EF4-FFF2-40B4-BE49-F238E27FC236}">
                <a16:creationId xmlns:a16="http://schemas.microsoft.com/office/drawing/2014/main" id="{6E3149CB-0F5D-FA16-37DF-A43A5D8A122E}"/>
              </a:ext>
            </a:extLst>
          </p:cNvPr>
          <p:cNvSpPr>
            <a:spLocks noGrp="1"/>
          </p:cNvSpPr>
          <p:nvPr>
            <p:ph type="body" sz="quarter" idx="11"/>
          </p:nvPr>
        </p:nvSpPr>
        <p:spPr/>
        <p:txBody>
          <a:bodyPr/>
          <a:lstStyle/>
          <a:p>
            <a:r>
              <a:rPr lang="en-US" dirty="0"/>
              <a:t>Manipulate files in python</a:t>
            </a:r>
          </a:p>
        </p:txBody>
      </p:sp>
    </p:spTree>
    <p:extLst>
      <p:ext uri="{BB962C8B-B14F-4D97-AF65-F5344CB8AC3E}">
        <p14:creationId xmlns:p14="http://schemas.microsoft.com/office/powerpoint/2010/main" val="42672634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D62AE3-67D3-4386-F1B7-88A1EB58BB8F}"/>
              </a:ext>
            </a:extLst>
          </p:cNvPr>
          <p:cNvSpPr>
            <a:spLocks noGrp="1"/>
          </p:cNvSpPr>
          <p:nvPr>
            <p:ph type="title"/>
          </p:nvPr>
        </p:nvSpPr>
        <p:spPr>
          <a:xfrm>
            <a:off x="513199" y="1133475"/>
            <a:ext cx="8231293" cy="1189037"/>
          </a:xfrm>
        </p:spPr>
        <p:txBody>
          <a:bodyPr/>
          <a:lstStyle/>
          <a:p>
            <a:r>
              <a:rPr lang="en-US" dirty="0"/>
              <a:t>Questions?</a:t>
            </a:r>
          </a:p>
        </p:txBody>
      </p:sp>
      <p:pic>
        <p:nvPicPr>
          <p:cNvPr id="8" name="Content Placeholder 7" descr="A cartoon of a turtle and a snake&#10;&#10;AI-generated content may be incorrect.">
            <a:extLst>
              <a:ext uri="{FF2B5EF4-FFF2-40B4-BE49-F238E27FC236}">
                <a16:creationId xmlns:a16="http://schemas.microsoft.com/office/drawing/2014/main" id="{067D074E-099E-A880-8E75-CCE1FF1A5B70}"/>
              </a:ext>
            </a:extLst>
          </p:cNvPr>
          <p:cNvPicPr>
            <a:picLocks noGrp="1" noChangeAspect="1"/>
          </p:cNvPicPr>
          <p:nvPr>
            <p:ph idx="4294967295"/>
          </p:nvPr>
        </p:nvPicPr>
        <p:blipFill>
          <a:blip r:embed="rId2">
            <a:extLst>
              <a:ext uri="{28A0092B-C50C-407E-A947-70E740481C1C}">
                <a14:useLocalDpi xmlns:a14="http://schemas.microsoft.com/office/drawing/2010/main" val="0"/>
              </a:ext>
            </a:extLst>
          </a:blip>
          <a:stretch>
            <a:fillRect/>
          </a:stretch>
        </p:blipFill>
        <p:spPr>
          <a:xfrm>
            <a:off x="3984110" y="1123950"/>
            <a:ext cx="4514850" cy="4600575"/>
          </a:xfrm>
        </p:spPr>
      </p:pic>
    </p:spTree>
    <p:extLst>
      <p:ext uri="{BB962C8B-B14F-4D97-AF65-F5344CB8AC3E}">
        <p14:creationId xmlns:p14="http://schemas.microsoft.com/office/powerpoint/2010/main" val="1610981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US Army 2023 AFC DEVCOM Logo">
  <a:themeElements>
    <a:clrScheme name="US Army Color Palette">
      <a:dk1>
        <a:srgbClr val="000000"/>
      </a:dk1>
      <a:lt1>
        <a:srgbClr val="FFFFFF"/>
      </a:lt1>
      <a:dk2>
        <a:srgbClr val="221F20"/>
      </a:dk2>
      <a:lt2>
        <a:srgbClr val="FFCC01"/>
      </a:lt2>
      <a:accent1>
        <a:srgbClr val="221F20"/>
      </a:accent1>
      <a:accent2>
        <a:srgbClr val="FFCC01"/>
      </a:accent2>
      <a:accent3>
        <a:srgbClr val="727365"/>
      </a:accent3>
      <a:accent4>
        <a:srgbClr val="D5D5D7"/>
      </a:accent4>
      <a:accent5>
        <a:srgbClr val="565557"/>
      </a:accent5>
      <a:accent6>
        <a:srgbClr val="BFB8A6"/>
      </a:accent6>
      <a:hlink>
        <a:srgbClr val="565557"/>
      </a:hlink>
      <a:folHlink>
        <a:srgbClr val="305B6E"/>
      </a:folHlink>
    </a:clrScheme>
    <a:fontScheme name="US Army 2023 Fonts">
      <a:majorFont>
        <a:latin typeface="Arial"/>
        <a:ea typeface=""/>
        <a:cs typeface=""/>
      </a:majorFont>
      <a:minorFont>
        <a:latin typeface="Arial"/>
        <a:ea typeface=""/>
        <a:cs typeface=""/>
      </a:minorFont>
    </a:fontScheme>
    <a:fmtScheme name="US Army 2023 Effects">
      <a:fillStyleLst>
        <a:solidFill>
          <a:schemeClr val="phClr"/>
        </a:solidFill>
        <a:solidFill>
          <a:schemeClr val="phClr"/>
        </a:solidFill>
        <a:solidFill>
          <a:schemeClr val="phClr"/>
        </a:solidFill>
      </a:fillStyleLst>
      <a:lnStyleLst>
        <a:ln w="12700" cap="flat" cmpd="sng" algn="ctr">
          <a:solidFill>
            <a:schemeClr val="phClr"/>
          </a:solidFill>
          <a:prstDash val="solid"/>
        </a:ln>
        <a:ln w="12700" cap="flat" cmpd="sng" algn="ctr">
          <a:solidFill>
            <a:schemeClr val="phClr"/>
          </a:solidFill>
          <a:prstDash val="solid"/>
        </a:ln>
        <a:ln w="12700" cap="flat"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miter/>
        </a:ln>
      </a:spPr>
      <a:bodyPr/>
      <a:lstStyle>
        <a:defPPr algn="ctr">
          <a:lnSpc>
            <a:spcPct val="95000"/>
          </a:lnSpc>
          <a:defRPr sz="1700"/>
        </a:defPPr>
      </a:lstStyle>
      <a:style>
        <a:lnRef idx="0">
          <a:schemeClr val="accent1"/>
        </a:lnRef>
        <a:fillRef idx="1">
          <a:schemeClr val="accent1"/>
        </a:fillRef>
        <a:effectRef idx="0">
          <a:srgbClr val="000000"/>
        </a:effectRef>
        <a:fontRef idx="minor">
          <a:srgbClr val="FFFFFF"/>
        </a:fontRef>
      </a:style>
    </a:spDef>
    <a:lnDef>
      <a:spPr>
        <a:ln w="12700" cap="flat">
          <a:miter/>
        </a:ln>
      </a:spPr>
      <a:bodyPr/>
      <a:lstStyle/>
      <a:style>
        <a:lnRef idx="1">
          <a:schemeClr val="accent1"/>
        </a:lnRef>
        <a:fillRef idx="0">
          <a:schemeClr val="accent1"/>
        </a:fillRef>
        <a:effectRef idx="0">
          <a:srgbClr val="000000"/>
        </a:effectRef>
        <a:fontRef idx="minor">
          <a:srgbClr val="FFFFFF"/>
        </a:fontRef>
      </a:style>
    </a:lnDef>
    <a:txDef>
      <a:spPr>
        <a:noFill/>
      </a:spPr>
      <a:bodyPr wrap="square" lIns="0" tIns="0" rIns="0" bIns="0" rtlCol="0">
        <a:noAutofit/>
      </a:bodyPr>
      <a:lstStyle>
        <a:defPPr marL="182880" indent="-182880">
          <a:lnSpc>
            <a:spcPct val="95000"/>
          </a:lnSpc>
          <a:spcBef>
            <a:spcPts val="1000"/>
          </a:spcBef>
          <a:buSzPct val="100000"/>
          <a:buFont typeface="Arial"/>
          <a:buChar char="▪"/>
          <a:defRPr sz="1700"/>
        </a:defPPr>
      </a:lstStyle>
    </a:txDef>
  </a:objectDefaults>
  <a:extraClrSchemeLst/>
  <a:custClrLst>
    <a:custClr name="Army Black">
      <a:srgbClr val="221F20"/>
    </a:custClr>
    <a:custClr name="Army Gold">
      <a:srgbClr val="FFCC01"/>
    </a:custClr>
    <a:custClr name="White">
      <a:srgbClr val="FFFFFF"/>
    </a:custClr>
    <a:custClr name="Army Green">
      <a:srgbClr val="2F372F"/>
    </a:custClr>
    <a:custClr name="Tan">
      <a:srgbClr val="F1E4C7"/>
    </a:custClr>
    <a:custClr name="Field 01">
      <a:srgbClr val="727365"/>
    </a:custClr>
    <a:custClr name="Field 02">
      <a:srgbClr val="BFB8A6"/>
    </a:custClr>
    <a:custClr name="Gray 01">
      <a:srgbClr val="565557"/>
    </a:custClr>
    <a:custClr name="Gray 02">
      <a:srgbClr val="D5D5D7"/>
    </a:custClr>
    <a:custClr name="Highlight Orange">
      <a:srgbClr val="F16521"/>
    </a:custClr>
    <a:custClr name="Highlight Green">
      <a:srgbClr val="2DAA27"/>
    </a:custClr>
    <a:custClr name="Highlight Red">
      <a:srgbClr val="CF0000"/>
    </a:custClr>
  </a:custClrLst>
  <a:extLst>
    <a:ext uri="{05A4C25C-085E-4340-85A3-A5531E510DB2}">
      <thm15:themeFamily xmlns:thm15="http://schemas.microsoft.com/office/thememl/2012/main" name="US Army PowerPoint 16x9 12Feb2023" id="{3EB2FCAD-453B-4F97-9379-31EB449BB4A1}" vid="{CCBAEC26-5D3F-44DD-9C13-DB69982D462A}"/>
    </a:ext>
  </a:extLst>
</a:theme>
</file>

<file path=ppt/theme/theme2.xml><?xml version="1.0" encoding="utf-8"?>
<a:theme xmlns:a="http://schemas.openxmlformats.org/drawingml/2006/main" name="1_US Army 2023 AFC DEVCOM Logo">
  <a:themeElements>
    <a:clrScheme name="US Army Color Palette">
      <a:dk1>
        <a:srgbClr val="000000"/>
      </a:dk1>
      <a:lt1>
        <a:srgbClr val="FFFFFF"/>
      </a:lt1>
      <a:dk2>
        <a:srgbClr val="221F20"/>
      </a:dk2>
      <a:lt2>
        <a:srgbClr val="FFCC01"/>
      </a:lt2>
      <a:accent1>
        <a:srgbClr val="221F20"/>
      </a:accent1>
      <a:accent2>
        <a:srgbClr val="FFCC01"/>
      </a:accent2>
      <a:accent3>
        <a:srgbClr val="727365"/>
      </a:accent3>
      <a:accent4>
        <a:srgbClr val="D5D5D7"/>
      </a:accent4>
      <a:accent5>
        <a:srgbClr val="565557"/>
      </a:accent5>
      <a:accent6>
        <a:srgbClr val="BFB8A6"/>
      </a:accent6>
      <a:hlink>
        <a:srgbClr val="565557"/>
      </a:hlink>
      <a:folHlink>
        <a:srgbClr val="305B6E"/>
      </a:folHlink>
    </a:clrScheme>
    <a:fontScheme name="US Army 2023 Fonts">
      <a:majorFont>
        <a:latin typeface="Arial"/>
        <a:ea typeface=""/>
        <a:cs typeface=""/>
      </a:majorFont>
      <a:minorFont>
        <a:latin typeface="Arial"/>
        <a:ea typeface=""/>
        <a:cs typeface=""/>
      </a:minorFont>
    </a:fontScheme>
    <a:fmtScheme name="US Army 2023 Effects">
      <a:fillStyleLst>
        <a:solidFill>
          <a:schemeClr val="phClr"/>
        </a:solidFill>
        <a:solidFill>
          <a:schemeClr val="phClr"/>
        </a:solidFill>
        <a:solidFill>
          <a:schemeClr val="phClr"/>
        </a:solidFill>
      </a:fillStyleLst>
      <a:lnStyleLst>
        <a:ln w="12700" cap="flat" cmpd="sng" algn="ctr">
          <a:solidFill>
            <a:schemeClr val="phClr"/>
          </a:solidFill>
          <a:prstDash val="solid"/>
        </a:ln>
        <a:ln w="12700" cap="flat" cmpd="sng" algn="ctr">
          <a:solidFill>
            <a:schemeClr val="phClr"/>
          </a:solidFill>
          <a:prstDash val="solid"/>
        </a:ln>
        <a:ln w="12700" cap="flat"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miter/>
        </a:ln>
      </a:spPr>
      <a:bodyPr/>
      <a:lstStyle>
        <a:defPPr algn="ctr">
          <a:lnSpc>
            <a:spcPct val="95000"/>
          </a:lnSpc>
          <a:defRPr sz="1700"/>
        </a:defPPr>
      </a:lstStyle>
      <a:style>
        <a:lnRef idx="0">
          <a:schemeClr val="accent1"/>
        </a:lnRef>
        <a:fillRef idx="1">
          <a:schemeClr val="accent1"/>
        </a:fillRef>
        <a:effectRef idx="0">
          <a:srgbClr val="000000"/>
        </a:effectRef>
        <a:fontRef idx="minor">
          <a:srgbClr val="FFFFFF"/>
        </a:fontRef>
      </a:style>
    </a:spDef>
    <a:lnDef>
      <a:spPr>
        <a:ln w="12700" cap="flat">
          <a:miter/>
        </a:ln>
      </a:spPr>
      <a:bodyPr/>
      <a:lstStyle/>
      <a:style>
        <a:lnRef idx="1">
          <a:schemeClr val="accent1"/>
        </a:lnRef>
        <a:fillRef idx="0">
          <a:schemeClr val="accent1"/>
        </a:fillRef>
        <a:effectRef idx="0">
          <a:srgbClr val="000000"/>
        </a:effectRef>
        <a:fontRef idx="minor">
          <a:srgbClr val="FFFFFF"/>
        </a:fontRef>
      </a:style>
    </a:lnDef>
    <a:txDef>
      <a:spPr>
        <a:noFill/>
      </a:spPr>
      <a:bodyPr wrap="square" lIns="0" tIns="0" rIns="0" bIns="0" rtlCol="0">
        <a:noAutofit/>
      </a:bodyPr>
      <a:lstStyle>
        <a:defPPr marL="182880" indent="-182880">
          <a:lnSpc>
            <a:spcPct val="95000"/>
          </a:lnSpc>
          <a:spcBef>
            <a:spcPts val="1000"/>
          </a:spcBef>
          <a:buSzPct val="100000"/>
          <a:buFont typeface="Arial"/>
          <a:buChar char="▪"/>
          <a:defRPr sz="1700"/>
        </a:defPPr>
      </a:lstStyle>
    </a:txDef>
  </a:objectDefaults>
  <a:extraClrSchemeLst/>
  <a:custClrLst>
    <a:custClr name="Army Black">
      <a:srgbClr val="221F20"/>
    </a:custClr>
    <a:custClr name="Army Gold">
      <a:srgbClr val="FFCC01"/>
    </a:custClr>
    <a:custClr name="White">
      <a:srgbClr val="FFFFFF"/>
    </a:custClr>
    <a:custClr name="Army Green">
      <a:srgbClr val="2F372F"/>
    </a:custClr>
    <a:custClr name="Tan">
      <a:srgbClr val="F1E4C7"/>
    </a:custClr>
    <a:custClr name="Field 01">
      <a:srgbClr val="727365"/>
    </a:custClr>
    <a:custClr name="Field 02">
      <a:srgbClr val="BFB8A6"/>
    </a:custClr>
    <a:custClr name="Gray 01">
      <a:srgbClr val="565557"/>
    </a:custClr>
    <a:custClr name="Gray 02">
      <a:srgbClr val="D5D5D7"/>
    </a:custClr>
    <a:custClr name="Highlight Orange">
      <a:srgbClr val="F16521"/>
    </a:custClr>
    <a:custClr name="Highlight Green">
      <a:srgbClr val="2DAA27"/>
    </a:custClr>
    <a:custClr name="Highlight Red">
      <a:srgbClr val="CF0000"/>
    </a:custClr>
  </a:custClrLst>
  <a:extLst>
    <a:ext uri="{05A4C25C-085E-4340-85A3-A5531E510DB2}">
      <thm15:themeFamily xmlns:thm15="http://schemas.microsoft.com/office/thememl/2012/main" name="US Army PowerPoint 16x9 12Feb2023" id="{3EB2FCAD-453B-4F97-9379-31EB449BB4A1}" vid="{CCBAEC26-5D3F-44DD-9C13-DB69982D462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AI2C Slide Template</Template>
  <TotalTime>834</TotalTime>
  <Words>1834</Words>
  <Application>Microsoft Office PowerPoint</Application>
  <PresentationFormat>Widescreen</PresentationFormat>
  <Paragraphs>250</Paragraphs>
  <Slides>28</Slides>
  <Notes>12</Notes>
  <HiddenSlides>0</HiddenSlides>
  <MMClips>1</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28</vt:i4>
      </vt:variant>
    </vt:vector>
  </HeadingPairs>
  <TitlesOfParts>
    <vt:vector size="35" baseType="lpstr">
      <vt:lpstr>Aptos</vt:lpstr>
      <vt:lpstr>Arial</vt:lpstr>
      <vt:lpstr>Arial Bold</vt:lpstr>
      <vt:lpstr>Consolas</vt:lpstr>
      <vt:lpstr>Courier New</vt:lpstr>
      <vt:lpstr>US Army 2023 AFC DEVCOM Logo</vt:lpstr>
      <vt:lpstr>1_US Army 2023 AFC DEVCOM Logo</vt:lpstr>
      <vt:lpstr>FILE IO</vt:lpstr>
      <vt:lpstr> Motivation</vt:lpstr>
      <vt:lpstr> Course Schedule</vt:lpstr>
      <vt:lpstr>Review</vt:lpstr>
      <vt:lpstr>What is the purpose of user defined functions?</vt:lpstr>
      <vt:lpstr>How do you define a function, and how do you use it?</vt:lpstr>
      <vt:lpstr>PowerPoint Presentation</vt:lpstr>
      <vt:lpstr>PowerPoint Presentation</vt:lpstr>
      <vt:lpstr>PowerPoint Presentation</vt:lpstr>
      <vt:lpstr>PowerPoint Presentation</vt:lpstr>
      <vt:lpstr>Let’s make this a function:</vt:lpstr>
      <vt:lpstr>Today’s Lesson Objectives</vt:lpstr>
      <vt:lpstr>Manipulating files</vt:lpstr>
      <vt:lpstr>Common Actions</vt:lpstr>
      <vt:lpstr>A word about context managers</vt:lpstr>
      <vt:lpstr>Both!</vt:lpstr>
      <vt:lpstr>MANIPULATING FILES PRACTICAL </vt:lpstr>
      <vt:lpstr>OS module</vt:lpstr>
      <vt:lpstr>OS module</vt:lpstr>
      <vt:lpstr>OS module</vt:lpstr>
      <vt:lpstr>OS module EXAMPLE</vt:lpstr>
      <vt:lpstr>OS module CHEATSHEET</vt:lpstr>
      <vt:lpstr>Look familiar?</vt:lpstr>
      <vt:lpstr>Hands-On #1 in PYTHON_FILE_IO.MD</vt:lpstr>
      <vt:lpstr>Pathlib MODULE</vt:lpstr>
      <vt:lpstr>Pathlib MODULE CHEATSHEET</vt:lpstr>
      <vt:lpstr>Hands-On #2 in PYTHON_FILE_IO.MD</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Ethan Shafer</dc:creator>
  <cp:lastModifiedBy>Ryan Neville</cp:lastModifiedBy>
  <cp:revision>138</cp:revision>
  <dcterms:created xsi:type="dcterms:W3CDTF">2025-07-09T23:54:51Z</dcterms:created>
  <dcterms:modified xsi:type="dcterms:W3CDTF">2026-07-21T18:59:43Z</dcterms:modified>
</cp:coreProperties>
</file>