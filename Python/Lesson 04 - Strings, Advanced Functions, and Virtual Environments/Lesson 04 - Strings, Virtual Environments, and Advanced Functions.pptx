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4" r:id="rId1"/>
  </p:sldMasterIdLst>
  <p:notesMasterIdLst>
    <p:notesMasterId r:id="rId28"/>
  </p:notesMasterIdLst>
  <p:sldIdLst>
    <p:sldId id="256" r:id="rId2"/>
    <p:sldId id="502" r:id="rId3"/>
    <p:sldId id="486" r:id="rId4"/>
    <p:sldId id="491" r:id="rId5"/>
    <p:sldId id="257" r:id="rId6"/>
    <p:sldId id="490" r:id="rId7"/>
    <p:sldId id="503" r:id="rId8"/>
    <p:sldId id="492" r:id="rId9"/>
    <p:sldId id="419" r:id="rId10"/>
    <p:sldId id="504" r:id="rId11"/>
    <p:sldId id="493" r:id="rId12"/>
    <p:sldId id="500" r:id="rId13"/>
    <p:sldId id="505" r:id="rId14"/>
    <p:sldId id="506" r:id="rId15"/>
    <p:sldId id="507" r:id="rId16"/>
    <p:sldId id="508" r:id="rId17"/>
    <p:sldId id="494" r:id="rId18"/>
    <p:sldId id="433" r:id="rId19"/>
    <p:sldId id="501" r:id="rId20"/>
    <p:sldId id="510" r:id="rId21"/>
    <p:sldId id="511" r:id="rId22"/>
    <p:sldId id="512" r:id="rId23"/>
    <p:sldId id="513" r:id="rId24"/>
    <p:sldId id="514" r:id="rId25"/>
    <p:sldId id="515" r:id="rId26"/>
    <p:sldId id="476" r:id="rId27"/>
  </p:sldIdLst>
  <p:sldSz cx="9144000" cy="5143500" type="screen16x9"/>
  <p:notesSz cx="6858000" cy="9144000"/>
  <p:embeddedFontLst>
    <p:embeddedFont>
      <p:font typeface="Roboto" panose="02000000000000000000" pitchFamily="2"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B9063A8-BC75-44AB-A561-BE0A82F3F6A3}">
  <a:tblStyle styleId="{5B9063A8-BC75-44AB-A561-BE0A82F3F6A3}"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638" autoAdjust="0"/>
  </p:normalViewPr>
  <p:slideViewPr>
    <p:cSldViewPr snapToGrid="0">
      <p:cViewPr varScale="1">
        <p:scale>
          <a:sx n="129" d="100"/>
          <a:sy n="129" d="100"/>
        </p:scale>
        <p:origin x="110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5" name="Google Shape;37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35673-0793-1473-0EA1-CD4CB936F9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8EE368-AA1D-B984-B84E-0631B033559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5931B74-7FB9-0113-7CD5-66B641609D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72BFBD-15BB-D615-DB04-14DDDFB65481}"/>
              </a:ext>
            </a:extLst>
          </p:cNvPr>
          <p:cNvSpPr>
            <a:spLocks noGrp="1"/>
          </p:cNvSpPr>
          <p:nvPr>
            <p:ph type="sldNum" sz="quarter" idx="5"/>
          </p:nvPr>
        </p:nvSpPr>
        <p:spPr/>
        <p:txBody>
          <a:bodyPr/>
          <a:lstStyle/>
          <a:p>
            <a:fld id="{292570D5-C374-43AE-876B-55C2A221664E}" type="slidenum">
              <a:rPr lang="en-US" smtClean="0"/>
              <a:t>2</a:t>
            </a:fld>
            <a:endParaRPr lang="en-US"/>
          </a:p>
        </p:txBody>
      </p:sp>
    </p:spTree>
    <p:extLst>
      <p:ext uri="{BB962C8B-B14F-4D97-AF65-F5344CB8AC3E}">
        <p14:creationId xmlns:p14="http://schemas.microsoft.com/office/powerpoint/2010/main" val="31708116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64719-007A-9D20-6D43-3A4FCAADA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32F23C-3B6C-06AD-FDEF-F55DEF812C1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784E9A6-CB51-3C7D-DF18-0DDEC1AC42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45C7A3-AEE3-A283-A203-B801AB559F92}"/>
              </a:ext>
            </a:extLst>
          </p:cNvPr>
          <p:cNvSpPr>
            <a:spLocks noGrp="1"/>
          </p:cNvSpPr>
          <p:nvPr>
            <p:ph type="sldNum" sz="quarter" idx="5"/>
          </p:nvPr>
        </p:nvSpPr>
        <p:spPr/>
        <p:txBody>
          <a:bodyPr/>
          <a:lstStyle/>
          <a:p>
            <a:fld id="{292570D5-C374-43AE-876B-55C2A221664E}" type="slidenum">
              <a:rPr lang="en-US" smtClean="0"/>
              <a:t>3</a:t>
            </a:fld>
            <a:endParaRPr lang="en-US"/>
          </a:p>
        </p:txBody>
      </p:sp>
    </p:spTree>
    <p:extLst>
      <p:ext uri="{BB962C8B-B14F-4D97-AF65-F5344CB8AC3E}">
        <p14:creationId xmlns:p14="http://schemas.microsoft.com/office/powerpoint/2010/main" val="27312140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FD7E6-9378-263A-EC10-412A02CBCE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3A103B-85B0-E208-6061-CF80516F0A4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48FB0F2-B5C0-3ABE-C3C6-2B1D823983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06EB43-F4ED-79BD-FD95-5B1538063BFA}"/>
              </a:ext>
            </a:extLst>
          </p:cNvPr>
          <p:cNvSpPr>
            <a:spLocks noGrp="1"/>
          </p:cNvSpPr>
          <p:nvPr>
            <p:ph type="sldNum" sz="quarter" idx="5"/>
          </p:nvPr>
        </p:nvSpPr>
        <p:spPr/>
        <p:txBody>
          <a:bodyPr/>
          <a:lstStyle/>
          <a:p>
            <a:fld id="{292570D5-C374-43AE-876B-55C2A221664E}" type="slidenum">
              <a:rPr lang="en-US" smtClean="0"/>
              <a:t>4</a:t>
            </a:fld>
            <a:endParaRPr lang="en-US"/>
          </a:p>
        </p:txBody>
      </p:sp>
    </p:spTree>
    <p:extLst>
      <p:ext uri="{BB962C8B-B14F-4D97-AF65-F5344CB8AC3E}">
        <p14:creationId xmlns:p14="http://schemas.microsoft.com/office/powerpoint/2010/main" val="40527649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7105969b9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7105969b9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7105969b97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7105969b9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6BD20807-39CE-0879-E59A-DF135798AF89}"/>
            </a:ext>
          </a:extLst>
        </p:cNvPr>
        <p:cNvGrpSpPr/>
        <p:nvPr/>
      </p:nvGrpSpPr>
      <p:grpSpPr>
        <a:xfrm>
          <a:off x="0" y="0"/>
          <a:ext cx="0" cy="0"/>
          <a:chOff x="0" y="0"/>
          <a:chExt cx="0" cy="0"/>
        </a:xfrm>
      </p:grpSpPr>
      <p:sp>
        <p:nvSpPr>
          <p:cNvPr id="62" name="Google Shape;62;g37105969b97_1_0:notes">
            <a:extLst>
              <a:ext uri="{FF2B5EF4-FFF2-40B4-BE49-F238E27FC236}">
                <a16:creationId xmlns:a16="http://schemas.microsoft.com/office/drawing/2014/main" id="{A5093DA5-9396-E4FF-37D5-0A6B6DA202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7105969b97_1_0:notes">
            <a:extLst>
              <a:ext uri="{FF2B5EF4-FFF2-40B4-BE49-F238E27FC236}">
                <a16:creationId xmlns:a16="http://schemas.microsoft.com/office/drawing/2014/main" id="{D6A56E10-E6F9-8F4E-56DC-F62303BA43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779925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3D38C-9460-DC53-88CA-B5F165B611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5B4D7-B5DA-2852-3424-CEE824E4DD8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A32141D-8E9C-DC88-7E8E-758B8BA5E8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A42DEA-2D46-9CFD-2B4F-AFF7E8D3C9BB}"/>
              </a:ext>
            </a:extLst>
          </p:cNvPr>
          <p:cNvSpPr>
            <a:spLocks noGrp="1"/>
          </p:cNvSpPr>
          <p:nvPr>
            <p:ph type="sldNum" sz="quarter" idx="5"/>
          </p:nvPr>
        </p:nvSpPr>
        <p:spPr/>
        <p:txBody>
          <a:bodyPr/>
          <a:lstStyle/>
          <a:p>
            <a:fld id="{292570D5-C374-43AE-876B-55C2A221664E}" type="slidenum">
              <a:rPr lang="en-US" smtClean="0"/>
              <a:t>8</a:t>
            </a:fld>
            <a:endParaRPr lang="en-US"/>
          </a:p>
        </p:txBody>
      </p:sp>
    </p:spTree>
    <p:extLst>
      <p:ext uri="{BB962C8B-B14F-4D97-AF65-F5344CB8AC3E}">
        <p14:creationId xmlns:p14="http://schemas.microsoft.com/office/powerpoint/2010/main" val="31322688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pPr>
              <a:defRPr/>
            </a:pPr>
            <a:fld id="{18B4ECCA-5441-478E-8672-6AB21BB71BD9}" type="slidenum">
              <a:rPr lang="en-US" altLang="en-US" smtClean="0"/>
              <a:pPr>
                <a:defRPr/>
              </a:pPr>
              <a:t>9</a:t>
            </a:fld>
            <a:endParaRPr lang="en-US" altLang="en-US"/>
          </a:p>
        </p:txBody>
      </p:sp>
    </p:spTree>
    <p:extLst>
      <p:ext uri="{BB962C8B-B14F-4D97-AF65-F5344CB8AC3E}">
        <p14:creationId xmlns:p14="http://schemas.microsoft.com/office/powerpoint/2010/main" val="15894242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D89AE080-C45E-DF21-44ED-1AB50E218F0E}"/>
            </a:ext>
          </a:extLst>
        </p:cNvPr>
        <p:cNvGrpSpPr/>
        <p:nvPr/>
      </p:nvGrpSpPr>
      <p:grpSpPr>
        <a:xfrm>
          <a:off x="0" y="0"/>
          <a:ext cx="0" cy="0"/>
          <a:chOff x="0" y="0"/>
          <a:chExt cx="0" cy="0"/>
        </a:xfrm>
      </p:grpSpPr>
      <p:sp>
        <p:nvSpPr>
          <p:cNvPr id="62" name="Google Shape;62;g37105969b97_1_0:notes">
            <a:extLst>
              <a:ext uri="{FF2B5EF4-FFF2-40B4-BE49-F238E27FC236}">
                <a16:creationId xmlns:a16="http://schemas.microsoft.com/office/drawing/2014/main" id="{2370BDB3-BCB9-99B6-7EA6-1E3BDB0799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7105969b97_1_0:notes">
            <a:extLst>
              <a:ext uri="{FF2B5EF4-FFF2-40B4-BE49-F238E27FC236}">
                <a16:creationId xmlns:a16="http://schemas.microsoft.com/office/drawing/2014/main" id="{AC379ED3-A3BE-FD9E-8436-9DFA42CF74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026700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C4BE3-0F40-FA3E-2098-6387168E09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FCB48-5F83-68A1-A1E3-56D993AEC07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95B53DF-E7CF-FD26-8EF5-487B9DB6D706}"/>
              </a:ext>
            </a:extLst>
          </p:cNvPr>
          <p:cNvSpPr>
            <a:spLocks noGrp="1"/>
          </p:cNvSpPr>
          <p:nvPr>
            <p:ph type="body" idx="1"/>
          </p:nvPr>
        </p:nvSpPr>
        <p:spPr/>
        <p:txBody>
          <a:bodyPr>
            <a:normAutofit/>
          </a:bodyPr>
          <a:lstStyle/>
          <a:p>
            <a:r>
              <a:rPr lang="en-US" dirty="0"/>
              <a:t>Demonstrate list mutability and string immutability in terminal</a:t>
            </a:r>
          </a:p>
        </p:txBody>
      </p:sp>
      <p:sp>
        <p:nvSpPr>
          <p:cNvPr id="4" name="Slide Number Placeholder 3">
            <a:extLst>
              <a:ext uri="{FF2B5EF4-FFF2-40B4-BE49-F238E27FC236}">
                <a16:creationId xmlns:a16="http://schemas.microsoft.com/office/drawing/2014/main" id="{926AEABA-6ABD-0AA2-2729-1ECCBBDDCD06}"/>
              </a:ext>
            </a:extLst>
          </p:cNvPr>
          <p:cNvSpPr>
            <a:spLocks noGrp="1"/>
          </p:cNvSpPr>
          <p:nvPr>
            <p:ph type="sldNum" sz="quarter" idx="5"/>
          </p:nvPr>
        </p:nvSpPr>
        <p:spPr/>
        <p:txBody>
          <a:bodyPr/>
          <a:lstStyle/>
          <a:p>
            <a:pPr>
              <a:defRPr/>
            </a:pPr>
            <a:fld id="{18B4ECCA-5441-478E-8672-6AB21BB71BD9}" type="slidenum">
              <a:rPr lang="en-US" altLang="en-US" smtClean="0"/>
              <a:pPr>
                <a:defRPr/>
              </a:pPr>
              <a:t>11</a:t>
            </a:fld>
            <a:endParaRPr lang="en-US" altLang="en-US"/>
          </a:p>
        </p:txBody>
      </p:sp>
    </p:spTree>
    <p:extLst>
      <p:ext uri="{BB962C8B-B14F-4D97-AF65-F5344CB8AC3E}">
        <p14:creationId xmlns:p14="http://schemas.microsoft.com/office/powerpoint/2010/main" val="20577665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44AA2-3DEE-6F66-ED7C-03931BE3B4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4F032E-9D18-BD08-8827-A3299DEEA2E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403149A-3EB3-8136-C82D-F54F508C7C49}"/>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GLOBAL MODULE INDEX</a:t>
            </a:r>
          </a:p>
          <a:p>
            <a:endParaRPr lang="en-US" dirty="0"/>
          </a:p>
        </p:txBody>
      </p:sp>
      <p:sp>
        <p:nvSpPr>
          <p:cNvPr id="4" name="Slide Number Placeholder 3">
            <a:extLst>
              <a:ext uri="{FF2B5EF4-FFF2-40B4-BE49-F238E27FC236}">
                <a16:creationId xmlns:a16="http://schemas.microsoft.com/office/drawing/2014/main" id="{B0389EB9-C118-1EB9-5630-2E8ACB23AFBA}"/>
              </a:ext>
            </a:extLst>
          </p:cNvPr>
          <p:cNvSpPr>
            <a:spLocks noGrp="1"/>
          </p:cNvSpPr>
          <p:nvPr>
            <p:ph type="sldNum" sz="quarter" idx="5"/>
          </p:nvPr>
        </p:nvSpPr>
        <p:spPr/>
        <p:txBody>
          <a:bodyPr/>
          <a:lstStyle/>
          <a:p>
            <a:pPr>
              <a:defRPr/>
            </a:pPr>
            <a:fld id="{18B4ECCA-5441-478E-8672-6AB21BB71BD9}" type="slidenum">
              <a:rPr lang="en-US" altLang="en-US" smtClean="0"/>
              <a:pPr>
                <a:defRPr/>
              </a:pPr>
              <a:t>12</a:t>
            </a:fld>
            <a:endParaRPr lang="en-US" altLang="en-US"/>
          </a:p>
        </p:txBody>
      </p:sp>
    </p:spTree>
    <p:extLst>
      <p:ext uri="{BB962C8B-B14F-4D97-AF65-F5344CB8AC3E}">
        <p14:creationId xmlns:p14="http://schemas.microsoft.com/office/powerpoint/2010/main" val="27903072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BB941-BE1F-E80F-4ADF-69AA1001D6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B202FB-A31C-BE87-2E90-2CCF8A0A7FC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8A0B2DF-9A75-531F-E3DD-7EE8A43FB3B2}"/>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GLOBAL MODULE INDEX</a:t>
            </a:r>
          </a:p>
          <a:p>
            <a:endParaRPr lang="en-US" dirty="0"/>
          </a:p>
        </p:txBody>
      </p:sp>
      <p:sp>
        <p:nvSpPr>
          <p:cNvPr id="4" name="Slide Number Placeholder 3">
            <a:extLst>
              <a:ext uri="{FF2B5EF4-FFF2-40B4-BE49-F238E27FC236}">
                <a16:creationId xmlns:a16="http://schemas.microsoft.com/office/drawing/2014/main" id="{0AA9A317-5F08-BC5A-70F6-07756D5AD612}"/>
              </a:ext>
            </a:extLst>
          </p:cNvPr>
          <p:cNvSpPr>
            <a:spLocks noGrp="1"/>
          </p:cNvSpPr>
          <p:nvPr>
            <p:ph type="sldNum" sz="quarter" idx="5"/>
          </p:nvPr>
        </p:nvSpPr>
        <p:spPr/>
        <p:txBody>
          <a:bodyPr/>
          <a:lstStyle/>
          <a:p>
            <a:pPr>
              <a:defRPr/>
            </a:pPr>
            <a:fld id="{18B4ECCA-5441-478E-8672-6AB21BB71BD9}" type="slidenum">
              <a:rPr lang="en-US" altLang="en-US" smtClean="0"/>
              <a:pPr>
                <a:defRPr/>
              </a:pPr>
              <a:t>13</a:t>
            </a:fld>
            <a:endParaRPr lang="en-US" altLang="en-US"/>
          </a:p>
        </p:txBody>
      </p:sp>
    </p:spTree>
    <p:extLst>
      <p:ext uri="{BB962C8B-B14F-4D97-AF65-F5344CB8AC3E}">
        <p14:creationId xmlns:p14="http://schemas.microsoft.com/office/powerpoint/2010/main" val="19177201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BA21C-66BD-CA14-DB1F-48DA439863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1FFB9A-D821-FBA1-CF52-1EA84EACC83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C99D8A5-9CE9-8330-38F5-75FBDB0C76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DCC8A5-B08F-D5EC-99CF-E9D7C24FCB9E}"/>
              </a:ext>
            </a:extLst>
          </p:cNvPr>
          <p:cNvSpPr>
            <a:spLocks noGrp="1"/>
          </p:cNvSpPr>
          <p:nvPr>
            <p:ph type="sldNum" sz="quarter" idx="5"/>
          </p:nvPr>
        </p:nvSpPr>
        <p:spPr/>
        <p:txBody>
          <a:bodyPr/>
          <a:lstStyle/>
          <a:p>
            <a:fld id="{292570D5-C374-43AE-876B-55C2A221664E}" type="slidenum">
              <a:rPr lang="en-US" smtClean="0"/>
              <a:t>14</a:t>
            </a:fld>
            <a:endParaRPr lang="en-US"/>
          </a:p>
        </p:txBody>
      </p:sp>
    </p:spTree>
    <p:extLst>
      <p:ext uri="{BB962C8B-B14F-4D97-AF65-F5344CB8AC3E}">
        <p14:creationId xmlns:p14="http://schemas.microsoft.com/office/powerpoint/2010/main" val="24499710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411EF-276F-919A-65E0-A791620F4A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766FFD-28E7-3D02-7EE0-FF26AD816A4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6E9F68A-5682-D97A-015A-950081FBF1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DD502A-08F4-41D7-EF41-810B6ED1D09E}"/>
              </a:ext>
            </a:extLst>
          </p:cNvPr>
          <p:cNvSpPr>
            <a:spLocks noGrp="1"/>
          </p:cNvSpPr>
          <p:nvPr>
            <p:ph type="sldNum" sz="quarter" idx="5"/>
          </p:nvPr>
        </p:nvSpPr>
        <p:spPr/>
        <p:txBody>
          <a:bodyPr/>
          <a:lstStyle/>
          <a:p>
            <a:fld id="{292570D5-C374-43AE-876B-55C2A221664E}" type="slidenum">
              <a:rPr lang="en-US" smtClean="0"/>
              <a:t>15</a:t>
            </a:fld>
            <a:endParaRPr lang="en-US"/>
          </a:p>
        </p:txBody>
      </p:sp>
    </p:spTree>
    <p:extLst>
      <p:ext uri="{BB962C8B-B14F-4D97-AF65-F5344CB8AC3E}">
        <p14:creationId xmlns:p14="http://schemas.microsoft.com/office/powerpoint/2010/main" val="14341783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77CD7-AF93-0491-7AAE-DB7A01B154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01766F-C4CD-CF01-ACEE-86E58172F72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C70958B-5F97-DAD6-4292-BDAD96A771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94F7A3-CFDF-F041-D9BB-5BCCDB708D0E}"/>
              </a:ext>
            </a:extLst>
          </p:cNvPr>
          <p:cNvSpPr>
            <a:spLocks noGrp="1"/>
          </p:cNvSpPr>
          <p:nvPr>
            <p:ph type="sldNum" sz="quarter" idx="5"/>
          </p:nvPr>
        </p:nvSpPr>
        <p:spPr/>
        <p:txBody>
          <a:bodyPr/>
          <a:lstStyle/>
          <a:p>
            <a:fld id="{292570D5-C374-43AE-876B-55C2A221664E}" type="slidenum">
              <a:rPr lang="en-US" smtClean="0"/>
              <a:t>16</a:t>
            </a:fld>
            <a:endParaRPr lang="en-US"/>
          </a:p>
        </p:txBody>
      </p:sp>
    </p:spTree>
    <p:extLst>
      <p:ext uri="{BB962C8B-B14F-4D97-AF65-F5344CB8AC3E}">
        <p14:creationId xmlns:p14="http://schemas.microsoft.com/office/powerpoint/2010/main" val="32757874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5313C-DB9F-349B-86EC-B0F9BF0980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14B599-D64F-E154-9D1B-F78ABC51854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82F4977-3198-2C2E-77EA-F0967B550F92}"/>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GLOBAL MODULE INDEX</a:t>
            </a:r>
          </a:p>
          <a:p>
            <a:endParaRPr lang="en-US" dirty="0"/>
          </a:p>
        </p:txBody>
      </p:sp>
      <p:sp>
        <p:nvSpPr>
          <p:cNvPr id="4" name="Slide Number Placeholder 3">
            <a:extLst>
              <a:ext uri="{FF2B5EF4-FFF2-40B4-BE49-F238E27FC236}">
                <a16:creationId xmlns:a16="http://schemas.microsoft.com/office/drawing/2014/main" id="{7C637CF6-050D-7D06-3BE1-992D37497F86}"/>
              </a:ext>
            </a:extLst>
          </p:cNvPr>
          <p:cNvSpPr>
            <a:spLocks noGrp="1"/>
          </p:cNvSpPr>
          <p:nvPr>
            <p:ph type="sldNum" sz="quarter" idx="5"/>
          </p:nvPr>
        </p:nvSpPr>
        <p:spPr/>
        <p:txBody>
          <a:bodyPr/>
          <a:lstStyle/>
          <a:p>
            <a:pPr>
              <a:defRPr/>
            </a:pPr>
            <a:fld id="{18B4ECCA-5441-478E-8672-6AB21BB71BD9}" type="slidenum">
              <a:rPr lang="en-US" altLang="en-US" smtClean="0"/>
              <a:pPr>
                <a:defRPr/>
              </a:pPr>
              <a:t>17</a:t>
            </a:fld>
            <a:endParaRPr lang="en-US" altLang="en-US"/>
          </a:p>
        </p:txBody>
      </p:sp>
    </p:spTree>
    <p:extLst>
      <p:ext uri="{BB962C8B-B14F-4D97-AF65-F5344CB8AC3E}">
        <p14:creationId xmlns:p14="http://schemas.microsoft.com/office/powerpoint/2010/main" val="25076590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pPr>
              <a:defRPr/>
            </a:pPr>
            <a:fld id="{18B4ECCA-5441-478E-8672-6AB21BB71BD9}" type="slidenum">
              <a:rPr lang="en-US" altLang="en-US" smtClean="0"/>
              <a:pPr>
                <a:defRPr/>
              </a:pPr>
              <a:t>18</a:t>
            </a:fld>
            <a:endParaRPr lang="en-US" altLang="en-US"/>
          </a:p>
        </p:txBody>
      </p:sp>
    </p:spTree>
    <p:extLst>
      <p:ext uri="{BB962C8B-B14F-4D97-AF65-F5344CB8AC3E}">
        <p14:creationId xmlns:p14="http://schemas.microsoft.com/office/powerpoint/2010/main" val="34680205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31A53-26E7-27EB-AA77-6BCAD42501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AC93BE-7C9F-D9BE-A094-8FE37C74F4C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38D7B24-32A6-C22F-412A-88974C0172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195394-049D-95B4-D2CD-04ED0AFEEFDA}"/>
              </a:ext>
            </a:extLst>
          </p:cNvPr>
          <p:cNvSpPr>
            <a:spLocks noGrp="1"/>
          </p:cNvSpPr>
          <p:nvPr>
            <p:ph type="sldNum" sz="quarter" idx="5"/>
          </p:nvPr>
        </p:nvSpPr>
        <p:spPr/>
        <p:txBody>
          <a:bodyPr/>
          <a:lstStyle/>
          <a:p>
            <a:fld id="{292570D5-C374-43AE-876B-55C2A221664E}" type="slidenum">
              <a:rPr lang="en-US" smtClean="0"/>
              <a:t>19</a:t>
            </a:fld>
            <a:endParaRPr lang="en-US"/>
          </a:p>
        </p:txBody>
      </p:sp>
    </p:spTree>
    <p:extLst>
      <p:ext uri="{BB962C8B-B14F-4D97-AF65-F5344CB8AC3E}">
        <p14:creationId xmlns:p14="http://schemas.microsoft.com/office/powerpoint/2010/main" val="9975117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31425-54C9-1153-5689-F47A93C40A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2AE665-8EA2-6666-D626-64A964CB738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B7FFCD6-7183-6F41-E9AE-DD89AC8EA75E}"/>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B33A06C6-06D4-1DC2-1249-1520114D8534}"/>
              </a:ext>
            </a:extLst>
          </p:cNvPr>
          <p:cNvSpPr>
            <a:spLocks noGrp="1"/>
          </p:cNvSpPr>
          <p:nvPr>
            <p:ph type="sldNum" sz="quarter" idx="5"/>
          </p:nvPr>
        </p:nvSpPr>
        <p:spPr/>
        <p:txBody>
          <a:bodyPr/>
          <a:lstStyle/>
          <a:p>
            <a:pPr>
              <a:defRPr/>
            </a:pPr>
            <a:fld id="{18B4ECCA-5441-478E-8672-6AB21BB71BD9}" type="slidenum">
              <a:rPr lang="en-US" altLang="en-US" smtClean="0"/>
              <a:pPr>
                <a:defRPr/>
              </a:pPr>
              <a:t>20</a:t>
            </a:fld>
            <a:endParaRPr lang="en-US" altLang="en-US"/>
          </a:p>
        </p:txBody>
      </p:sp>
    </p:spTree>
    <p:extLst>
      <p:ext uri="{BB962C8B-B14F-4D97-AF65-F5344CB8AC3E}">
        <p14:creationId xmlns:p14="http://schemas.microsoft.com/office/powerpoint/2010/main" val="7086666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8A1B2-85FA-B0A5-F422-5F22667C6F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B44917-D6CC-E6C5-27BB-F0D4E52D45A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D5C14DF-2E20-9A35-5896-BB9477ED4729}"/>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B8498E48-C123-D9FE-DBC1-35CEB0ECD692}"/>
              </a:ext>
            </a:extLst>
          </p:cNvPr>
          <p:cNvSpPr>
            <a:spLocks noGrp="1"/>
          </p:cNvSpPr>
          <p:nvPr>
            <p:ph type="sldNum" sz="quarter" idx="5"/>
          </p:nvPr>
        </p:nvSpPr>
        <p:spPr/>
        <p:txBody>
          <a:bodyPr/>
          <a:lstStyle/>
          <a:p>
            <a:pPr>
              <a:defRPr/>
            </a:pPr>
            <a:fld id="{18B4ECCA-5441-478E-8672-6AB21BB71BD9}" type="slidenum">
              <a:rPr lang="en-US" altLang="en-US" smtClean="0"/>
              <a:pPr>
                <a:defRPr/>
              </a:pPr>
              <a:t>21</a:t>
            </a:fld>
            <a:endParaRPr lang="en-US" altLang="en-US"/>
          </a:p>
        </p:txBody>
      </p:sp>
    </p:spTree>
    <p:extLst>
      <p:ext uri="{BB962C8B-B14F-4D97-AF65-F5344CB8AC3E}">
        <p14:creationId xmlns:p14="http://schemas.microsoft.com/office/powerpoint/2010/main" val="40213701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143A5-B01B-41D9-8EEF-27EEDD4958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F3EC2D-2275-A960-E2F8-47EDACD05FB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C677792-BDDC-9882-7351-6EDFAFA90EA6}"/>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7AB5C771-5718-8AC5-D2C5-CC1101042BCF}"/>
              </a:ext>
            </a:extLst>
          </p:cNvPr>
          <p:cNvSpPr>
            <a:spLocks noGrp="1"/>
          </p:cNvSpPr>
          <p:nvPr>
            <p:ph type="sldNum" sz="quarter" idx="5"/>
          </p:nvPr>
        </p:nvSpPr>
        <p:spPr/>
        <p:txBody>
          <a:bodyPr/>
          <a:lstStyle/>
          <a:p>
            <a:pPr>
              <a:defRPr/>
            </a:pPr>
            <a:fld id="{18B4ECCA-5441-478E-8672-6AB21BB71BD9}" type="slidenum">
              <a:rPr lang="en-US" altLang="en-US" smtClean="0"/>
              <a:pPr>
                <a:defRPr/>
              </a:pPr>
              <a:t>22</a:t>
            </a:fld>
            <a:endParaRPr lang="en-US" altLang="en-US"/>
          </a:p>
        </p:txBody>
      </p:sp>
    </p:spTree>
    <p:extLst>
      <p:ext uri="{BB962C8B-B14F-4D97-AF65-F5344CB8AC3E}">
        <p14:creationId xmlns:p14="http://schemas.microsoft.com/office/powerpoint/2010/main" val="9725951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A4B02-DDFE-533C-916E-FA6BC69901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D21288-47D6-772F-DFD3-BCAD1603586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1E65F9D-10B9-271E-7A3F-823A6277CB89}"/>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9E6841A3-D0EA-92B3-7B8C-E7B4ACC9CB77}"/>
              </a:ext>
            </a:extLst>
          </p:cNvPr>
          <p:cNvSpPr>
            <a:spLocks noGrp="1"/>
          </p:cNvSpPr>
          <p:nvPr>
            <p:ph type="sldNum" sz="quarter" idx="5"/>
          </p:nvPr>
        </p:nvSpPr>
        <p:spPr/>
        <p:txBody>
          <a:bodyPr/>
          <a:lstStyle/>
          <a:p>
            <a:pPr>
              <a:defRPr/>
            </a:pPr>
            <a:fld id="{18B4ECCA-5441-478E-8672-6AB21BB71BD9}" type="slidenum">
              <a:rPr lang="en-US" altLang="en-US" smtClean="0"/>
              <a:pPr>
                <a:defRPr/>
              </a:pPr>
              <a:t>23</a:t>
            </a:fld>
            <a:endParaRPr lang="en-US" altLang="en-US"/>
          </a:p>
        </p:txBody>
      </p:sp>
    </p:spTree>
    <p:extLst>
      <p:ext uri="{BB962C8B-B14F-4D97-AF65-F5344CB8AC3E}">
        <p14:creationId xmlns:p14="http://schemas.microsoft.com/office/powerpoint/2010/main" val="3444752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9E201-8AD0-918A-128A-B5415F334C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DF9413-02F9-19F1-99C8-05F91BCD4C8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F3AA86E-A316-A832-E9C1-26B5BA468CCA}"/>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1BEB5D6E-658E-25DC-33A5-DB48B7DA4ED4}"/>
              </a:ext>
            </a:extLst>
          </p:cNvPr>
          <p:cNvSpPr>
            <a:spLocks noGrp="1"/>
          </p:cNvSpPr>
          <p:nvPr>
            <p:ph type="sldNum" sz="quarter" idx="5"/>
          </p:nvPr>
        </p:nvSpPr>
        <p:spPr/>
        <p:txBody>
          <a:bodyPr/>
          <a:lstStyle/>
          <a:p>
            <a:pPr>
              <a:defRPr/>
            </a:pPr>
            <a:fld id="{18B4ECCA-5441-478E-8672-6AB21BB71BD9}" type="slidenum">
              <a:rPr lang="en-US" altLang="en-US" smtClean="0"/>
              <a:pPr>
                <a:defRPr/>
              </a:pPr>
              <a:t>24</a:t>
            </a:fld>
            <a:endParaRPr lang="en-US" altLang="en-US"/>
          </a:p>
        </p:txBody>
      </p:sp>
    </p:spTree>
    <p:extLst>
      <p:ext uri="{BB962C8B-B14F-4D97-AF65-F5344CB8AC3E}">
        <p14:creationId xmlns:p14="http://schemas.microsoft.com/office/powerpoint/2010/main" val="14972559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2BB5F-617A-3ADE-6918-9265910A2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5EB9A5-1AEC-F9B2-A8B8-6B9560ABA7B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ED8BAD0-FAC2-BF55-0868-C1A9DB3C505B}"/>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CCF89CCB-3192-1F56-731E-07E6DEEC4137}"/>
              </a:ext>
            </a:extLst>
          </p:cNvPr>
          <p:cNvSpPr>
            <a:spLocks noGrp="1"/>
          </p:cNvSpPr>
          <p:nvPr>
            <p:ph type="sldNum" sz="quarter" idx="5"/>
          </p:nvPr>
        </p:nvSpPr>
        <p:spPr/>
        <p:txBody>
          <a:bodyPr/>
          <a:lstStyle/>
          <a:p>
            <a:pPr>
              <a:defRPr/>
            </a:pPr>
            <a:fld id="{18B4ECCA-5441-478E-8672-6AB21BB71BD9}" type="slidenum">
              <a:rPr lang="en-US" altLang="en-US" smtClean="0"/>
              <a:pPr>
                <a:defRPr/>
              </a:pPr>
              <a:t>25</a:t>
            </a:fld>
            <a:endParaRPr lang="en-US" altLang="en-US"/>
          </a:p>
        </p:txBody>
      </p:sp>
    </p:spTree>
    <p:extLst>
      <p:ext uri="{BB962C8B-B14F-4D97-AF65-F5344CB8AC3E}">
        <p14:creationId xmlns:p14="http://schemas.microsoft.com/office/powerpoint/2010/main" val="9833357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BF26720-795C-40C0-8D4A-669747B4E216}" type="slidenum">
              <a:rPr lang="en-US" altLang="en-US" smtClean="0"/>
              <a:pPr>
                <a:defRPr/>
              </a:pPr>
              <a:t>26</a:t>
            </a:fld>
            <a:endParaRPr lang="en-US" altLang="en-US" dirty="0"/>
          </a:p>
        </p:txBody>
      </p:sp>
    </p:spTree>
    <p:extLst>
      <p:ext uri="{BB962C8B-B14F-4D97-AF65-F5344CB8AC3E}">
        <p14:creationId xmlns:p14="http://schemas.microsoft.com/office/powerpoint/2010/main" val="22182934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14"/>
        <p:cNvGrpSpPr/>
        <p:nvPr/>
      </p:nvGrpSpPr>
      <p:grpSpPr>
        <a:xfrm>
          <a:off x="0" y="0"/>
          <a:ext cx="0" cy="0"/>
          <a:chOff x="0" y="0"/>
          <a:chExt cx="0" cy="0"/>
        </a:xfrm>
      </p:grpSpPr>
      <p:sp>
        <p:nvSpPr>
          <p:cNvPr id="15" name="Google Shape;15;p2"/>
          <p:cNvSpPr txBox="1">
            <a:spLocks noGrp="1"/>
          </p:cNvSpPr>
          <p:nvPr>
            <p:ph type="ctrTitle"/>
          </p:nvPr>
        </p:nvSpPr>
        <p:spPr>
          <a:xfrm>
            <a:off x="311700" y="539725"/>
            <a:ext cx="8520600" cy="1282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dk1"/>
              </a:buClr>
              <a:buSzPts val="3600"/>
              <a:buFont typeface="Arial"/>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16" name="Google Shape;16;p2"/>
          <p:cNvSpPr txBox="1">
            <a:spLocks noGrp="1"/>
          </p:cNvSpPr>
          <p:nvPr>
            <p:ph type="subTitle" idx="1"/>
          </p:nvPr>
        </p:nvSpPr>
        <p:spPr>
          <a:xfrm>
            <a:off x="311700" y="1878560"/>
            <a:ext cx="4242600" cy="7383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2"/>
              </a:buClr>
              <a:buSzPts val="1600"/>
              <a:buNone/>
              <a:defRPr sz="1600">
                <a:solidFill>
                  <a:schemeClr val="lt2"/>
                </a:solidFill>
              </a:defRPr>
            </a:lvl1pPr>
            <a:lvl2pPr lvl="1" algn="l">
              <a:lnSpc>
                <a:spcPct val="100000"/>
              </a:lnSpc>
              <a:spcBef>
                <a:spcPts val="0"/>
              </a:spcBef>
              <a:spcAft>
                <a:spcPts val="0"/>
              </a:spcAft>
              <a:buClr>
                <a:schemeClr val="lt2"/>
              </a:buClr>
              <a:buSzPts val="1600"/>
              <a:buNone/>
              <a:defRPr sz="1600">
                <a:solidFill>
                  <a:schemeClr val="lt2"/>
                </a:solidFill>
              </a:defRPr>
            </a:lvl2pPr>
            <a:lvl3pPr lvl="2" algn="l">
              <a:lnSpc>
                <a:spcPct val="100000"/>
              </a:lnSpc>
              <a:spcBef>
                <a:spcPts val="0"/>
              </a:spcBef>
              <a:spcAft>
                <a:spcPts val="0"/>
              </a:spcAft>
              <a:buClr>
                <a:schemeClr val="lt2"/>
              </a:buClr>
              <a:buSzPts val="1600"/>
              <a:buNone/>
              <a:defRPr sz="1600">
                <a:solidFill>
                  <a:schemeClr val="lt2"/>
                </a:solidFill>
              </a:defRPr>
            </a:lvl3pPr>
            <a:lvl4pPr lvl="3" algn="l">
              <a:lnSpc>
                <a:spcPct val="100000"/>
              </a:lnSpc>
              <a:spcBef>
                <a:spcPts val="0"/>
              </a:spcBef>
              <a:spcAft>
                <a:spcPts val="0"/>
              </a:spcAft>
              <a:buClr>
                <a:schemeClr val="lt2"/>
              </a:buClr>
              <a:buSzPts val="1600"/>
              <a:buNone/>
              <a:defRPr sz="1600">
                <a:solidFill>
                  <a:schemeClr val="lt2"/>
                </a:solidFill>
              </a:defRPr>
            </a:lvl4pPr>
            <a:lvl5pPr lvl="4" algn="l">
              <a:lnSpc>
                <a:spcPct val="100000"/>
              </a:lnSpc>
              <a:spcBef>
                <a:spcPts val="0"/>
              </a:spcBef>
              <a:spcAft>
                <a:spcPts val="0"/>
              </a:spcAft>
              <a:buClr>
                <a:schemeClr val="lt2"/>
              </a:buClr>
              <a:buSzPts val="1600"/>
              <a:buNone/>
              <a:defRPr sz="1600">
                <a:solidFill>
                  <a:schemeClr val="lt2"/>
                </a:solidFill>
              </a:defRPr>
            </a:lvl5pPr>
            <a:lvl6pPr lvl="5" algn="l">
              <a:lnSpc>
                <a:spcPct val="100000"/>
              </a:lnSpc>
              <a:spcBef>
                <a:spcPts val="0"/>
              </a:spcBef>
              <a:spcAft>
                <a:spcPts val="0"/>
              </a:spcAft>
              <a:buClr>
                <a:schemeClr val="lt2"/>
              </a:buClr>
              <a:buSzPts val="1600"/>
              <a:buNone/>
              <a:defRPr sz="1600">
                <a:solidFill>
                  <a:schemeClr val="lt2"/>
                </a:solidFill>
              </a:defRPr>
            </a:lvl6pPr>
            <a:lvl7pPr lvl="6" algn="l">
              <a:lnSpc>
                <a:spcPct val="100000"/>
              </a:lnSpc>
              <a:spcBef>
                <a:spcPts val="0"/>
              </a:spcBef>
              <a:spcAft>
                <a:spcPts val="0"/>
              </a:spcAft>
              <a:buClr>
                <a:schemeClr val="lt2"/>
              </a:buClr>
              <a:buSzPts val="1600"/>
              <a:buNone/>
              <a:defRPr sz="1600">
                <a:solidFill>
                  <a:schemeClr val="lt2"/>
                </a:solidFill>
              </a:defRPr>
            </a:lvl7pPr>
            <a:lvl8pPr lvl="7" algn="l">
              <a:lnSpc>
                <a:spcPct val="100000"/>
              </a:lnSpc>
              <a:spcBef>
                <a:spcPts val="0"/>
              </a:spcBef>
              <a:spcAft>
                <a:spcPts val="0"/>
              </a:spcAft>
              <a:buClr>
                <a:schemeClr val="lt2"/>
              </a:buClr>
              <a:buSzPts val="1600"/>
              <a:buNone/>
              <a:defRPr sz="1600">
                <a:solidFill>
                  <a:schemeClr val="lt2"/>
                </a:solidFill>
              </a:defRPr>
            </a:lvl8pPr>
            <a:lvl9pPr lvl="8" algn="l">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7" name="Google Shape;17;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rgbClr val="221F20"/>
        </a:solidFill>
        <a:effectLst/>
      </p:bgPr>
    </p:bg>
    <p:spTree>
      <p:nvGrpSpPr>
        <p:cNvPr id="1" name="Shape 18"/>
        <p:cNvGrpSpPr/>
        <p:nvPr/>
      </p:nvGrpSpPr>
      <p:grpSpPr>
        <a:xfrm>
          <a:off x="0" y="0"/>
          <a:ext cx="0" cy="0"/>
          <a:chOff x="0" y="0"/>
          <a:chExt cx="0" cy="0"/>
        </a:xfrm>
      </p:grpSpPr>
      <p:sp>
        <p:nvSpPr>
          <p:cNvPr id="19" name="Google Shape;19;p3"/>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21" name="Google Shape;21;p3"/>
          <p:cNvSpPr txBox="1">
            <a:spLocks noGrp="1"/>
          </p:cNvSpPr>
          <p:nvPr>
            <p:ph type="body" idx="1"/>
          </p:nvPr>
        </p:nvSpPr>
        <p:spPr>
          <a:xfrm>
            <a:off x="410766" y="3850148"/>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2" name="Google Shape;22;p3"/>
          <p:cNvSpPr txBox="1">
            <a:spLocks noGrp="1"/>
          </p:cNvSpPr>
          <p:nvPr>
            <p:ph type="body" idx="2"/>
          </p:nvPr>
        </p:nvSpPr>
        <p:spPr>
          <a:xfrm>
            <a:off x="410766" y="3714554"/>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3" name="Google Shape;23;p3"/>
          <p:cNvSpPr txBox="1">
            <a:spLocks noGrp="1"/>
          </p:cNvSpPr>
          <p:nvPr>
            <p:ph type="body" idx="3"/>
          </p:nvPr>
        </p:nvSpPr>
        <p:spPr>
          <a:xfrm>
            <a:off x="410766" y="3985742"/>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4" name="Google Shape;24;p3"/>
          <p:cNvSpPr txBox="1">
            <a:spLocks noGrp="1"/>
          </p:cNvSpPr>
          <p:nvPr>
            <p:ph type="body" idx="4"/>
          </p:nvPr>
        </p:nvSpPr>
        <p:spPr>
          <a:xfrm>
            <a:off x="410766" y="4121336"/>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5" name="Google Shape;25;p3"/>
          <p:cNvSpPr txBox="1">
            <a:spLocks noGrp="1"/>
          </p:cNvSpPr>
          <p:nvPr>
            <p:ph type="body" idx="5"/>
          </p:nvPr>
        </p:nvSpPr>
        <p:spPr>
          <a:xfrm>
            <a:off x="410766" y="4256930"/>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6" name="Google Shape;26;p3"/>
          <p:cNvSpPr txBox="1">
            <a:spLocks noGrp="1"/>
          </p:cNvSpPr>
          <p:nvPr>
            <p:ph type="body" idx="6"/>
          </p:nvPr>
        </p:nvSpPr>
        <p:spPr>
          <a:xfrm>
            <a:off x="1485900" y="3850148"/>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7" name="Google Shape;27;p3"/>
          <p:cNvSpPr txBox="1">
            <a:spLocks noGrp="1"/>
          </p:cNvSpPr>
          <p:nvPr>
            <p:ph type="body" idx="7"/>
          </p:nvPr>
        </p:nvSpPr>
        <p:spPr>
          <a:xfrm>
            <a:off x="1485900" y="3714554"/>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8" name="Google Shape;28;p3"/>
          <p:cNvSpPr txBox="1">
            <a:spLocks noGrp="1"/>
          </p:cNvSpPr>
          <p:nvPr>
            <p:ph type="body" idx="8"/>
          </p:nvPr>
        </p:nvSpPr>
        <p:spPr>
          <a:xfrm>
            <a:off x="1485900" y="3985742"/>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9" name="Google Shape;29;p3"/>
          <p:cNvSpPr txBox="1">
            <a:spLocks noGrp="1"/>
          </p:cNvSpPr>
          <p:nvPr>
            <p:ph type="body" idx="9"/>
          </p:nvPr>
        </p:nvSpPr>
        <p:spPr>
          <a:xfrm>
            <a:off x="1485900" y="4121336"/>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30" name="Google Shape;30;p3"/>
          <p:cNvSpPr txBox="1">
            <a:spLocks noGrp="1"/>
          </p:cNvSpPr>
          <p:nvPr>
            <p:ph type="body" idx="13"/>
          </p:nvPr>
        </p:nvSpPr>
        <p:spPr>
          <a:xfrm>
            <a:off x="1485900" y="4256930"/>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pic>
        <p:nvPicPr>
          <p:cNvPr id="31" name="Google Shape;31;p3" descr="U.S. Army"/>
          <p:cNvPicPr preferRelativeResize="0"/>
          <p:nvPr/>
        </p:nvPicPr>
        <p:blipFill rotWithShape="1">
          <a:blip r:embed="rId2">
            <a:alphaModFix/>
          </a:blip>
          <a:srcRect/>
          <a:stretch/>
        </p:blipFill>
        <p:spPr>
          <a:xfrm>
            <a:off x="183674" y="84473"/>
            <a:ext cx="2434590" cy="919356"/>
          </a:xfrm>
          <a:prstGeom prst="rect">
            <a:avLst/>
          </a:prstGeom>
          <a:noFill/>
          <a:ln>
            <a:noFill/>
          </a:ln>
        </p:spPr>
      </p:pic>
      <p:pic>
        <p:nvPicPr>
          <p:cNvPr id="32" name="Google Shape;32;p3"/>
          <p:cNvPicPr preferRelativeResize="0"/>
          <p:nvPr/>
        </p:nvPicPr>
        <p:blipFill rotWithShape="1">
          <a:blip r:embed="rId3">
            <a:alphaModFix/>
          </a:blip>
          <a:srcRect/>
          <a:stretch/>
        </p:blipFill>
        <p:spPr>
          <a:xfrm>
            <a:off x="7503462" y="308372"/>
            <a:ext cx="1222280" cy="358517"/>
          </a:xfrm>
          <a:prstGeom prst="rect">
            <a:avLst/>
          </a:prstGeom>
          <a:noFill/>
          <a:ln>
            <a:noFill/>
          </a:ln>
        </p:spPr>
      </p:pic>
      <p:grpSp>
        <p:nvGrpSpPr>
          <p:cNvPr id="33" name="Google Shape;33;p3"/>
          <p:cNvGrpSpPr/>
          <p:nvPr/>
        </p:nvGrpSpPr>
        <p:grpSpPr>
          <a:xfrm>
            <a:off x="411164" y="1480665"/>
            <a:ext cx="5380036" cy="1783080"/>
            <a:chOff x="411163" y="2240280"/>
            <a:chExt cx="6446837" cy="2377440"/>
          </a:xfrm>
        </p:grpSpPr>
        <p:sp>
          <p:nvSpPr>
            <p:cNvPr id="34" name="Google Shape;34;p3"/>
            <p:cNvSpPr/>
            <p:nvPr/>
          </p:nvSpPr>
          <p:spPr>
            <a:xfrm>
              <a:off x="411163" y="2240280"/>
              <a:ext cx="6446837" cy="2377440"/>
            </a:xfrm>
            <a:prstGeom prst="rect">
              <a:avLst/>
            </a:prstGeom>
            <a:noFill/>
            <a:ln w="19050" cap="flat" cmpd="sng">
              <a:solidFill>
                <a:srgbClr val="FFCC0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200" b="0" i="0" u="none" strike="noStrike" cap="none">
                <a:solidFill>
                  <a:schemeClr val="lt1"/>
                </a:solidFill>
                <a:latin typeface="Arial"/>
                <a:ea typeface="Arial"/>
                <a:cs typeface="Arial"/>
                <a:sym typeface="Arial"/>
              </a:endParaRPr>
            </a:p>
          </p:txBody>
        </p:sp>
        <p:cxnSp>
          <p:nvCxnSpPr>
            <p:cNvPr id="35" name="Google Shape;35;p3"/>
            <p:cNvCxnSpPr/>
            <p:nvPr/>
          </p:nvCxnSpPr>
          <p:spPr>
            <a:xfrm>
              <a:off x="411163" y="3931920"/>
              <a:ext cx="6446837" cy="0"/>
            </a:xfrm>
            <a:prstGeom prst="straightConnector1">
              <a:avLst/>
            </a:prstGeom>
            <a:noFill/>
            <a:ln w="19050" cap="flat" cmpd="sng">
              <a:solidFill>
                <a:srgbClr val="FFCC01"/>
              </a:solidFill>
              <a:prstDash val="solid"/>
              <a:miter lim="800000"/>
              <a:headEnd type="none" w="sm" len="sm"/>
              <a:tailEnd type="none" w="sm" len="sm"/>
            </a:ln>
          </p:spPr>
        </p:cxnSp>
        <p:cxnSp>
          <p:nvCxnSpPr>
            <p:cNvPr id="36" name="Google Shape;36;p3"/>
            <p:cNvCxnSpPr/>
            <p:nvPr/>
          </p:nvCxnSpPr>
          <p:spPr>
            <a:xfrm>
              <a:off x="4274795" y="3931920"/>
              <a:ext cx="0" cy="685800"/>
            </a:xfrm>
            <a:prstGeom prst="straightConnector1">
              <a:avLst/>
            </a:prstGeom>
            <a:noFill/>
            <a:ln w="19050" cap="flat" cmpd="sng">
              <a:solidFill>
                <a:srgbClr val="FFCC01"/>
              </a:solidFill>
              <a:prstDash val="solid"/>
              <a:miter lim="800000"/>
              <a:headEnd type="none" w="sm" len="sm"/>
              <a:tailEnd type="none" w="sm" len="sm"/>
            </a:ln>
          </p:spPr>
        </p:cxnSp>
      </p:grpSp>
      <p:sp>
        <p:nvSpPr>
          <p:cNvPr id="37" name="Google Shape;37;p3"/>
          <p:cNvSpPr txBox="1">
            <a:spLocks noGrp="1"/>
          </p:cNvSpPr>
          <p:nvPr>
            <p:ph type="ctrTitle"/>
          </p:nvPr>
        </p:nvSpPr>
        <p:spPr>
          <a:xfrm>
            <a:off x="685801" y="1652115"/>
            <a:ext cx="4822031" cy="99441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2700"/>
              <a:buFont typeface="Arial"/>
              <a:buNone/>
              <a:defRPr sz="27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3"/>
          <p:cNvSpPr txBox="1">
            <a:spLocks noGrp="1"/>
          </p:cNvSpPr>
          <p:nvPr>
            <p:ph type="subTitle" idx="14"/>
          </p:nvPr>
        </p:nvSpPr>
        <p:spPr>
          <a:xfrm>
            <a:off x="685801" y="2838549"/>
            <a:ext cx="2674143" cy="342900"/>
          </a:xfrm>
          <a:prstGeom prst="rect">
            <a:avLst/>
          </a:prstGeom>
          <a:noFill/>
          <a:ln>
            <a:noFill/>
          </a:ln>
        </p:spPr>
        <p:txBody>
          <a:bodyPr spcFirstLastPara="1" wrap="square" lIns="0" tIns="0" rIns="0" bIns="0" anchor="ctr" anchorCtr="0">
            <a:noAutofit/>
          </a:bodyPr>
          <a:lstStyle>
            <a:lvl1pPr lvl="0" algn="l">
              <a:lnSpc>
                <a:spcPct val="95000"/>
              </a:lnSpc>
              <a:spcBef>
                <a:spcPts val="0"/>
              </a:spcBef>
              <a:spcAft>
                <a:spcPts val="0"/>
              </a:spcAft>
              <a:buClr>
                <a:schemeClr val="lt2"/>
              </a:buClr>
              <a:buSzPts val="900"/>
              <a:buNone/>
              <a:defRPr sz="900" b="1">
                <a:solidFill>
                  <a:schemeClr val="lt2"/>
                </a:solidFill>
              </a:defRPr>
            </a:lvl1pPr>
            <a:lvl2pPr lvl="1" algn="l">
              <a:lnSpc>
                <a:spcPct val="95000"/>
              </a:lnSpc>
              <a:spcBef>
                <a:spcPts val="0"/>
              </a:spcBef>
              <a:spcAft>
                <a:spcPts val="0"/>
              </a:spcAft>
              <a:buClr>
                <a:schemeClr val="lt2"/>
              </a:buClr>
              <a:buSzPts val="900"/>
              <a:buNone/>
              <a:defRPr sz="900" b="1">
                <a:solidFill>
                  <a:schemeClr val="lt2"/>
                </a:solidFill>
              </a:defRPr>
            </a:lvl2pPr>
            <a:lvl3pPr lvl="2" algn="l">
              <a:lnSpc>
                <a:spcPct val="95000"/>
              </a:lnSpc>
              <a:spcBef>
                <a:spcPts val="0"/>
              </a:spcBef>
              <a:spcAft>
                <a:spcPts val="0"/>
              </a:spcAft>
              <a:buClr>
                <a:schemeClr val="lt2"/>
              </a:buClr>
              <a:buSzPts val="900"/>
              <a:buNone/>
              <a:defRPr sz="900" b="1">
                <a:solidFill>
                  <a:schemeClr val="lt2"/>
                </a:solidFill>
              </a:defRPr>
            </a:lvl3pPr>
            <a:lvl4pPr lvl="3" algn="l">
              <a:lnSpc>
                <a:spcPct val="95000"/>
              </a:lnSpc>
              <a:spcBef>
                <a:spcPts val="0"/>
              </a:spcBef>
              <a:spcAft>
                <a:spcPts val="0"/>
              </a:spcAft>
              <a:buClr>
                <a:schemeClr val="lt2"/>
              </a:buClr>
              <a:buSzPts val="900"/>
              <a:buNone/>
              <a:defRPr sz="900" b="1">
                <a:solidFill>
                  <a:schemeClr val="lt2"/>
                </a:solidFill>
              </a:defRPr>
            </a:lvl4pPr>
            <a:lvl5pPr lvl="4" algn="l">
              <a:lnSpc>
                <a:spcPct val="95000"/>
              </a:lnSpc>
              <a:spcBef>
                <a:spcPts val="0"/>
              </a:spcBef>
              <a:spcAft>
                <a:spcPts val="0"/>
              </a:spcAft>
              <a:buClr>
                <a:schemeClr val="lt2"/>
              </a:buClr>
              <a:buSzPts val="900"/>
              <a:buNone/>
              <a:defRPr sz="900" b="1">
                <a:solidFill>
                  <a:schemeClr val="lt2"/>
                </a:solidFill>
              </a:defRPr>
            </a:lvl5pPr>
            <a:lvl6pPr lvl="5" algn="l">
              <a:lnSpc>
                <a:spcPct val="95000"/>
              </a:lnSpc>
              <a:spcBef>
                <a:spcPts val="0"/>
              </a:spcBef>
              <a:spcAft>
                <a:spcPts val="0"/>
              </a:spcAft>
              <a:buClr>
                <a:schemeClr val="lt2"/>
              </a:buClr>
              <a:buSzPts val="900"/>
              <a:buNone/>
              <a:defRPr sz="900" b="1">
                <a:solidFill>
                  <a:schemeClr val="lt2"/>
                </a:solidFill>
              </a:defRPr>
            </a:lvl6pPr>
            <a:lvl7pPr lvl="6" algn="l">
              <a:lnSpc>
                <a:spcPct val="95000"/>
              </a:lnSpc>
              <a:spcBef>
                <a:spcPts val="0"/>
              </a:spcBef>
              <a:spcAft>
                <a:spcPts val="0"/>
              </a:spcAft>
              <a:buClr>
                <a:schemeClr val="lt2"/>
              </a:buClr>
              <a:buSzPts val="900"/>
              <a:buNone/>
              <a:defRPr sz="900" b="1">
                <a:solidFill>
                  <a:schemeClr val="lt2"/>
                </a:solidFill>
              </a:defRPr>
            </a:lvl7pPr>
            <a:lvl8pPr lvl="7" algn="l">
              <a:lnSpc>
                <a:spcPct val="95000"/>
              </a:lnSpc>
              <a:spcBef>
                <a:spcPts val="0"/>
              </a:spcBef>
              <a:spcAft>
                <a:spcPts val="0"/>
              </a:spcAft>
              <a:buClr>
                <a:schemeClr val="lt2"/>
              </a:buClr>
              <a:buSzPts val="900"/>
              <a:buNone/>
              <a:defRPr sz="900" b="1">
                <a:solidFill>
                  <a:schemeClr val="lt2"/>
                </a:solidFill>
              </a:defRPr>
            </a:lvl8pPr>
            <a:lvl9pPr lvl="8" algn="l">
              <a:lnSpc>
                <a:spcPct val="95000"/>
              </a:lnSpc>
              <a:spcBef>
                <a:spcPts val="0"/>
              </a:spcBef>
              <a:spcAft>
                <a:spcPts val="0"/>
              </a:spcAft>
              <a:buClr>
                <a:schemeClr val="lt2"/>
              </a:buClr>
              <a:buSzPts val="900"/>
              <a:buNone/>
              <a:defRPr sz="900" b="1">
                <a:solidFill>
                  <a:schemeClr val="lt2"/>
                </a:solidFill>
              </a:defRPr>
            </a:lvl9pPr>
          </a:lstStyle>
          <a:p>
            <a:endParaRPr/>
          </a:p>
        </p:txBody>
      </p:sp>
      <p:sp>
        <p:nvSpPr>
          <p:cNvPr id="39" name="Google Shape;39;p3"/>
          <p:cNvSpPr txBox="1">
            <a:spLocks noGrp="1"/>
          </p:cNvSpPr>
          <p:nvPr>
            <p:ph type="body" idx="15"/>
          </p:nvPr>
        </p:nvSpPr>
        <p:spPr>
          <a:xfrm>
            <a:off x="3909060" y="2838549"/>
            <a:ext cx="1598771" cy="342900"/>
          </a:xfrm>
          <a:prstGeom prst="rect">
            <a:avLst/>
          </a:prstGeom>
          <a:noFill/>
          <a:ln>
            <a:noFill/>
          </a:ln>
        </p:spPr>
        <p:txBody>
          <a:bodyPr spcFirstLastPara="1" wrap="square" lIns="0" tIns="0" rIns="0" bIns="0" anchor="ctr" anchorCtr="0">
            <a:noAutofit/>
          </a:bodyPr>
          <a:lstStyle>
            <a:lvl1pPr marL="457200" lvl="0" indent="-228600" algn="ctr">
              <a:lnSpc>
                <a:spcPct val="80000"/>
              </a:lnSpc>
              <a:spcBef>
                <a:spcPts val="0"/>
              </a:spcBef>
              <a:spcAft>
                <a:spcPts val="0"/>
              </a:spcAft>
              <a:buClr>
                <a:schemeClr val="lt2"/>
              </a:buClr>
              <a:buSzPts val="1050"/>
              <a:buFont typeface="Arial"/>
              <a:buNone/>
              <a:defRPr sz="1050" b="1" cap="none">
                <a:solidFill>
                  <a:schemeClr val="lt2"/>
                </a:solidFill>
              </a:defRPr>
            </a:lvl1pPr>
            <a:lvl2pPr marL="914400" lvl="1" indent="-228600" algn="ctr">
              <a:lnSpc>
                <a:spcPct val="80000"/>
              </a:lnSpc>
              <a:spcBef>
                <a:spcPts val="0"/>
              </a:spcBef>
              <a:spcAft>
                <a:spcPts val="0"/>
              </a:spcAft>
              <a:buClr>
                <a:schemeClr val="lt2"/>
              </a:buClr>
              <a:buSzPts val="1050"/>
              <a:buFont typeface="Arial"/>
              <a:buNone/>
              <a:defRPr sz="1050" b="1" cap="none">
                <a:solidFill>
                  <a:schemeClr val="lt2"/>
                </a:solidFill>
              </a:defRPr>
            </a:lvl2pPr>
            <a:lvl3pPr marL="1371600" lvl="2" indent="-228600" algn="ctr">
              <a:lnSpc>
                <a:spcPct val="80000"/>
              </a:lnSpc>
              <a:spcBef>
                <a:spcPts val="0"/>
              </a:spcBef>
              <a:spcAft>
                <a:spcPts val="0"/>
              </a:spcAft>
              <a:buClr>
                <a:schemeClr val="lt2"/>
              </a:buClr>
              <a:buSzPts val="1050"/>
              <a:buFont typeface="Arial"/>
              <a:buNone/>
              <a:defRPr sz="1050" b="1" cap="none">
                <a:solidFill>
                  <a:schemeClr val="lt2"/>
                </a:solidFill>
              </a:defRPr>
            </a:lvl3pPr>
            <a:lvl4pPr marL="1828800" lvl="3" indent="-228600" algn="ctr">
              <a:lnSpc>
                <a:spcPct val="80000"/>
              </a:lnSpc>
              <a:spcBef>
                <a:spcPts val="0"/>
              </a:spcBef>
              <a:spcAft>
                <a:spcPts val="0"/>
              </a:spcAft>
              <a:buClr>
                <a:schemeClr val="lt2"/>
              </a:buClr>
              <a:buSzPts val="1050"/>
              <a:buFont typeface="Arial"/>
              <a:buNone/>
              <a:defRPr sz="1050" b="1" cap="none">
                <a:solidFill>
                  <a:schemeClr val="lt2"/>
                </a:solidFill>
              </a:defRPr>
            </a:lvl4pPr>
            <a:lvl5pPr marL="2286000" lvl="4" indent="-228600" algn="ctr">
              <a:lnSpc>
                <a:spcPct val="80000"/>
              </a:lnSpc>
              <a:spcBef>
                <a:spcPts val="0"/>
              </a:spcBef>
              <a:spcAft>
                <a:spcPts val="0"/>
              </a:spcAft>
              <a:buClr>
                <a:schemeClr val="lt2"/>
              </a:buClr>
              <a:buSzPts val="1050"/>
              <a:buFont typeface="Arial"/>
              <a:buNone/>
              <a:defRPr sz="1050" b="1" cap="none">
                <a:solidFill>
                  <a:schemeClr val="lt2"/>
                </a:solidFill>
              </a:defRPr>
            </a:lvl5pPr>
            <a:lvl6pPr marL="2743200" lvl="5" indent="-228600" algn="ctr">
              <a:lnSpc>
                <a:spcPct val="80000"/>
              </a:lnSpc>
              <a:spcBef>
                <a:spcPts val="0"/>
              </a:spcBef>
              <a:spcAft>
                <a:spcPts val="0"/>
              </a:spcAft>
              <a:buClr>
                <a:schemeClr val="lt2"/>
              </a:buClr>
              <a:buSzPts val="1050"/>
              <a:buFont typeface="Arial"/>
              <a:buNone/>
              <a:defRPr sz="1050" b="1" cap="none">
                <a:solidFill>
                  <a:schemeClr val="lt2"/>
                </a:solidFill>
              </a:defRPr>
            </a:lvl6pPr>
            <a:lvl7pPr marL="3200400" lvl="6" indent="-228600" algn="ctr">
              <a:lnSpc>
                <a:spcPct val="80000"/>
              </a:lnSpc>
              <a:spcBef>
                <a:spcPts val="0"/>
              </a:spcBef>
              <a:spcAft>
                <a:spcPts val="0"/>
              </a:spcAft>
              <a:buClr>
                <a:schemeClr val="lt2"/>
              </a:buClr>
              <a:buSzPts val="1050"/>
              <a:buFont typeface="Arial"/>
              <a:buNone/>
              <a:defRPr sz="1050" b="1" cap="none">
                <a:solidFill>
                  <a:schemeClr val="lt2"/>
                </a:solidFill>
              </a:defRPr>
            </a:lvl7pPr>
            <a:lvl8pPr marL="3657600" lvl="7" indent="-228600" algn="ctr">
              <a:lnSpc>
                <a:spcPct val="80000"/>
              </a:lnSpc>
              <a:spcBef>
                <a:spcPts val="0"/>
              </a:spcBef>
              <a:spcAft>
                <a:spcPts val="0"/>
              </a:spcAft>
              <a:buClr>
                <a:schemeClr val="lt2"/>
              </a:buClr>
              <a:buSzPts val="1050"/>
              <a:buFont typeface="Arial"/>
              <a:buNone/>
              <a:defRPr sz="1050" b="1" cap="none">
                <a:solidFill>
                  <a:schemeClr val="lt2"/>
                </a:solidFill>
              </a:defRPr>
            </a:lvl8pPr>
            <a:lvl9pPr marL="4114800" lvl="8" indent="-228600" algn="ctr">
              <a:lnSpc>
                <a:spcPct val="80000"/>
              </a:lnSpc>
              <a:spcBef>
                <a:spcPts val="0"/>
              </a:spcBef>
              <a:spcAft>
                <a:spcPts val="0"/>
              </a:spcAft>
              <a:buClr>
                <a:schemeClr val="lt2"/>
              </a:buClr>
              <a:buSzPts val="1050"/>
              <a:buFont typeface="Arial"/>
              <a:buNone/>
              <a:defRPr sz="1050" b="1" cap="none">
                <a:solidFill>
                  <a:schemeClr val="lt2"/>
                </a:solidFill>
              </a:defRPr>
            </a:lvl9pPr>
          </a:lstStyle>
          <a:p>
            <a:endParaRPr/>
          </a:p>
        </p:txBody>
      </p:sp>
      <p:sp>
        <p:nvSpPr>
          <p:cNvPr id="40" name="Google Shape;40;p3"/>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
        <p:nvSpPr>
          <p:cNvPr id="41" name="Google Shape;41;p3"/>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 White">
  <p:cSld name="Title Slide - White">
    <p:bg>
      <p:bgPr>
        <a:solidFill>
          <a:schemeClr val="lt1"/>
        </a:solidFill>
        <a:effectLst/>
      </p:bgPr>
    </p:bg>
    <p:spTree>
      <p:nvGrpSpPr>
        <p:cNvPr id="1" name="Shape 42"/>
        <p:cNvGrpSpPr/>
        <p:nvPr/>
      </p:nvGrpSpPr>
      <p:grpSpPr>
        <a:xfrm>
          <a:off x="0" y="0"/>
          <a:ext cx="0" cy="0"/>
          <a:chOff x="0" y="0"/>
          <a:chExt cx="0" cy="0"/>
        </a:xfrm>
      </p:grpSpPr>
      <p:sp>
        <p:nvSpPr>
          <p:cNvPr id="43" name="Google Shape;43;p4"/>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4"/>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pic>
        <p:nvPicPr>
          <p:cNvPr id="45" name="Google Shape;45;p4" descr="U.S. Army"/>
          <p:cNvPicPr preferRelativeResize="0"/>
          <p:nvPr/>
        </p:nvPicPr>
        <p:blipFill rotWithShape="1">
          <a:blip r:embed="rId2">
            <a:alphaModFix/>
          </a:blip>
          <a:srcRect/>
          <a:stretch/>
        </p:blipFill>
        <p:spPr>
          <a:xfrm>
            <a:off x="135668" y="78731"/>
            <a:ext cx="2434590" cy="919356"/>
          </a:xfrm>
          <a:prstGeom prst="rect">
            <a:avLst/>
          </a:prstGeom>
          <a:noFill/>
          <a:ln>
            <a:noFill/>
          </a:ln>
        </p:spPr>
      </p:pic>
      <p:sp>
        <p:nvSpPr>
          <p:cNvPr id="46" name="Google Shape;46;p4"/>
          <p:cNvSpPr txBox="1">
            <a:spLocks noGrp="1"/>
          </p:cNvSpPr>
          <p:nvPr>
            <p:ph type="body" idx="1"/>
          </p:nvPr>
        </p:nvSpPr>
        <p:spPr>
          <a:xfrm>
            <a:off x="410766" y="3850148"/>
            <a:ext cx="1001676"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47" name="Google Shape;47;p4"/>
          <p:cNvSpPr txBox="1">
            <a:spLocks noGrp="1"/>
          </p:cNvSpPr>
          <p:nvPr>
            <p:ph type="body" idx="2"/>
          </p:nvPr>
        </p:nvSpPr>
        <p:spPr>
          <a:xfrm>
            <a:off x="410766" y="3714554"/>
            <a:ext cx="1001676"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48" name="Google Shape;48;p4"/>
          <p:cNvSpPr txBox="1">
            <a:spLocks noGrp="1"/>
          </p:cNvSpPr>
          <p:nvPr>
            <p:ph type="body" idx="3"/>
          </p:nvPr>
        </p:nvSpPr>
        <p:spPr>
          <a:xfrm>
            <a:off x="410766" y="3985742"/>
            <a:ext cx="1001676"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49" name="Google Shape;49;p4"/>
          <p:cNvSpPr txBox="1">
            <a:spLocks noGrp="1"/>
          </p:cNvSpPr>
          <p:nvPr>
            <p:ph type="body" idx="4"/>
          </p:nvPr>
        </p:nvSpPr>
        <p:spPr>
          <a:xfrm>
            <a:off x="410766" y="4121336"/>
            <a:ext cx="1001676"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0" name="Google Shape;50;p4"/>
          <p:cNvSpPr txBox="1">
            <a:spLocks noGrp="1"/>
          </p:cNvSpPr>
          <p:nvPr>
            <p:ph type="body" idx="5"/>
          </p:nvPr>
        </p:nvSpPr>
        <p:spPr>
          <a:xfrm>
            <a:off x="410766" y="4256930"/>
            <a:ext cx="1001676"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1" name="Google Shape;51;p4"/>
          <p:cNvSpPr txBox="1">
            <a:spLocks noGrp="1"/>
          </p:cNvSpPr>
          <p:nvPr>
            <p:ph type="body" idx="6"/>
          </p:nvPr>
        </p:nvSpPr>
        <p:spPr>
          <a:xfrm>
            <a:off x="1485900" y="3850148"/>
            <a:ext cx="2343701"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2" name="Google Shape;52;p4"/>
          <p:cNvSpPr txBox="1">
            <a:spLocks noGrp="1"/>
          </p:cNvSpPr>
          <p:nvPr>
            <p:ph type="body" idx="7"/>
          </p:nvPr>
        </p:nvSpPr>
        <p:spPr>
          <a:xfrm>
            <a:off x="1485900" y="3714554"/>
            <a:ext cx="2343701"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3" name="Google Shape;53;p4"/>
          <p:cNvSpPr txBox="1">
            <a:spLocks noGrp="1"/>
          </p:cNvSpPr>
          <p:nvPr>
            <p:ph type="body" idx="8"/>
          </p:nvPr>
        </p:nvSpPr>
        <p:spPr>
          <a:xfrm>
            <a:off x="1485900" y="3985742"/>
            <a:ext cx="2343701"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4" name="Google Shape;54;p4"/>
          <p:cNvSpPr txBox="1">
            <a:spLocks noGrp="1"/>
          </p:cNvSpPr>
          <p:nvPr>
            <p:ph type="body" idx="9"/>
          </p:nvPr>
        </p:nvSpPr>
        <p:spPr>
          <a:xfrm>
            <a:off x="1485900" y="4121336"/>
            <a:ext cx="2343701"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5" name="Google Shape;55;p4"/>
          <p:cNvSpPr txBox="1">
            <a:spLocks noGrp="1"/>
          </p:cNvSpPr>
          <p:nvPr>
            <p:ph type="body" idx="13"/>
          </p:nvPr>
        </p:nvSpPr>
        <p:spPr>
          <a:xfrm>
            <a:off x="1485900" y="4256930"/>
            <a:ext cx="2343701"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grpSp>
        <p:nvGrpSpPr>
          <p:cNvPr id="56" name="Google Shape;56;p4"/>
          <p:cNvGrpSpPr/>
          <p:nvPr/>
        </p:nvGrpSpPr>
        <p:grpSpPr>
          <a:xfrm>
            <a:off x="411164" y="1480665"/>
            <a:ext cx="5380037" cy="1783080"/>
            <a:chOff x="411163" y="2240280"/>
            <a:chExt cx="6446837" cy="2377440"/>
          </a:xfrm>
        </p:grpSpPr>
        <p:sp>
          <p:nvSpPr>
            <p:cNvPr id="57" name="Google Shape;57;p4"/>
            <p:cNvSpPr/>
            <p:nvPr/>
          </p:nvSpPr>
          <p:spPr>
            <a:xfrm>
              <a:off x="411163" y="2240280"/>
              <a:ext cx="6446837" cy="2377440"/>
            </a:xfrm>
            <a:prstGeom prst="rect">
              <a:avLst/>
            </a:prstGeom>
            <a:noFill/>
            <a:ln w="19050" cap="flat" cmpd="sng">
              <a:solidFill>
                <a:srgbClr val="221F2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200" b="0" i="0" u="none" strike="noStrike" cap="none">
                <a:solidFill>
                  <a:schemeClr val="lt1"/>
                </a:solidFill>
                <a:latin typeface="Arial"/>
                <a:ea typeface="Arial"/>
                <a:cs typeface="Arial"/>
                <a:sym typeface="Arial"/>
              </a:endParaRPr>
            </a:p>
          </p:txBody>
        </p:sp>
        <p:cxnSp>
          <p:nvCxnSpPr>
            <p:cNvPr id="58" name="Google Shape;58;p4"/>
            <p:cNvCxnSpPr/>
            <p:nvPr/>
          </p:nvCxnSpPr>
          <p:spPr>
            <a:xfrm>
              <a:off x="411163" y="3931920"/>
              <a:ext cx="6446837" cy="0"/>
            </a:xfrm>
            <a:prstGeom prst="straightConnector1">
              <a:avLst/>
            </a:prstGeom>
            <a:noFill/>
            <a:ln w="19050" cap="flat" cmpd="sng">
              <a:solidFill>
                <a:srgbClr val="221F20"/>
              </a:solidFill>
              <a:prstDash val="solid"/>
              <a:miter lim="800000"/>
              <a:headEnd type="none" w="sm" len="sm"/>
              <a:tailEnd type="none" w="sm" len="sm"/>
            </a:ln>
          </p:spPr>
        </p:cxnSp>
        <p:cxnSp>
          <p:nvCxnSpPr>
            <p:cNvPr id="59" name="Google Shape;59;p4"/>
            <p:cNvCxnSpPr/>
            <p:nvPr/>
          </p:nvCxnSpPr>
          <p:spPr>
            <a:xfrm>
              <a:off x="4272796" y="3931920"/>
              <a:ext cx="0" cy="685800"/>
            </a:xfrm>
            <a:prstGeom prst="straightConnector1">
              <a:avLst/>
            </a:prstGeom>
            <a:noFill/>
            <a:ln w="19050" cap="flat" cmpd="sng">
              <a:solidFill>
                <a:srgbClr val="221F20"/>
              </a:solidFill>
              <a:prstDash val="solid"/>
              <a:miter lim="800000"/>
              <a:headEnd type="none" w="sm" len="sm"/>
              <a:tailEnd type="none" w="sm" len="sm"/>
            </a:ln>
          </p:spPr>
        </p:cxnSp>
      </p:grpSp>
      <p:sp>
        <p:nvSpPr>
          <p:cNvPr id="60" name="Google Shape;60;p4"/>
          <p:cNvSpPr txBox="1">
            <a:spLocks noGrp="1"/>
          </p:cNvSpPr>
          <p:nvPr>
            <p:ph type="ctrTitle"/>
          </p:nvPr>
        </p:nvSpPr>
        <p:spPr>
          <a:xfrm>
            <a:off x="685800" y="1652115"/>
            <a:ext cx="4822031" cy="99441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2700"/>
              <a:buFont typeface="Arial"/>
              <a:buNone/>
              <a:defRPr sz="27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4"/>
          <p:cNvSpPr txBox="1">
            <a:spLocks noGrp="1"/>
          </p:cNvSpPr>
          <p:nvPr>
            <p:ph type="subTitle" idx="14"/>
          </p:nvPr>
        </p:nvSpPr>
        <p:spPr>
          <a:xfrm>
            <a:off x="685800" y="2838549"/>
            <a:ext cx="2674144" cy="342900"/>
          </a:xfrm>
          <a:prstGeom prst="rect">
            <a:avLst/>
          </a:prstGeom>
          <a:noFill/>
          <a:ln>
            <a:noFill/>
          </a:ln>
        </p:spPr>
        <p:txBody>
          <a:bodyPr spcFirstLastPara="1" wrap="square" lIns="0" tIns="0" rIns="0" bIns="0" anchor="ctr" anchorCtr="0">
            <a:noAutofit/>
          </a:bodyPr>
          <a:lstStyle>
            <a:lvl1pPr lvl="0" algn="l">
              <a:lnSpc>
                <a:spcPct val="95000"/>
              </a:lnSpc>
              <a:spcBef>
                <a:spcPts val="0"/>
              </a:spcBef>
              <a:spcAft>
                <a:spcPts val="0"/>
              </a:spcAft>
              <a:buClr>
                <a:schemeClr val="dk2"/>
              </a:buClr>
              <a:buSzPts val="900"/>
              <a:buNone/>
              <a:defRPr sz="900" b="1">
                <a:solidFill>
                  <a:schemeClr val="dk2"/>
                </a:solidFill>
              </a:defRPr>
            </a:lvl1pPr>
            <a:lvl2pPr lvl="1" algn="l">
              <a:lnSpc>
                <a:spcPct val="95000"/>
              </a:lnSpc>
              <a:spcBef>
                <a:spcPts val="0"/>
              </a:spcBef>
              <a:spcAft>
                <a:spcPts val="0"/>
              </a:spcAft>
              <a:buClr>
                <a:schemeClr val="dk2"/>
              </a:buClr>
              <a:buSzPts val="900"/>
              <a:buNone/>
              <a:defRPr sz="900" b="1">
                <a:solidFill>
                  <a:schemeClr val="dk2"/>
                </a:solidFill>
              </a:defRPr>
            </a:lvl2pPr>
            <a:lvl3pPr lvl="2" algn="l">
              <a:lnSpc>
                <a:spcPct val="95000"/>
              </a:lnSpc>
              <a:spcBef>
                <a:spcPts val="0"/>
              </a:spcBef>
              <a:spcAft>
                <a:spcPts val="0"/>
              </a:spcAft>
              <a:buClr>
                <a:schemeClr val="dk2"/>
              </a:buClr>
              <a:buSzPts val="900"/>
              <a:buNone/>
              <a:defRPr sz="900" b="1">
                <a:solidFill>
                  <a:schemeClr val="dk2"/>
                </a:solidFill>
              </a:defRPr>
            </a:lvl3pPr>
            <a:lvl4pPr lvl="3" algn="l">
              <a:lnSpc>
                <a:spcPct val="95000"/>
              </a:lnSpc>
              <a:spcBef>
                <a:spcPts val="0"/>
              </a:spcBef>
              <a:spcAft>
                <a:spcPts val="0"/>
              </a:spcAft>
              <a:buClr>
                <a:schemeClr val="dk2"/>
              </a:buClr>
              <a:buSzPts val="900"/>
              <a:buNone/>
              <a:defRPr sz="900" b="1">
                <a:solidFill>
                  <a:schemeClr val="dk2"/>
                </a:solidFill>
              </a:defRPr>
            </a:lvl4pPr>
            <a:lvl5pPr lvl="4" algn="l">
              <a:lnSpc>
                <a:spcPct val="95000"/>
              </a:lnSpc>
              <a:spcBef>
                <a:spcPts val="0"/>
              </a:spcBef>
              <a:spcAft>
                <a:spcPts val="0"/>
              </a:spcAft>
              <a:buClr>
                <a:schemeClr val="dk2"/>
              </a:buClr>
              <a:buSzPts val="900"/>
              <a:buNone/>
              <a:defRPr sz="900" b="1">
                <a:solidFill>
                  <a:schemeClr val="dk2"/>
                </a:solidFill>
              </a:defRPr>
            </a:lvl5pPr>
            <a:lvl6pPr lvl="5" algn="l">
              <a:lnSpc>
                <a:spcPct val="95000"/>
              </a:lnSpc>
              <a:spcBef>
                <a:spcPts val="0"/>
              </a:spcBef>
              <a:spcAft>
                <a:spcPts val="0"/>
              </a:spcAft>
              <a:buClr>
                <a:schemeClr val="dk2"/>
              </a:buClr>
              <a:buSzPts val="900"/>
              <a:buNone/>
              <a:defRPr sz="900" b="1">
                <a:solidFill>
                  <a:schemeClr val="dk2"/>
                </a:solidFill>
              </a:defRPr>
            </a:lvl6pPr>
            <a:lvl7pPr lvl="6" algn="l">
              <a:lnSpc>
                <a:spcPct val="95000"/>
              </a:lnSpc>
              <a:spcBef>
                <a:spcPts val="0"/>
              </a:spcBef>
              <a:spcAft>
                <a:spcPts val="0"/>
              </a:spcAft>
              <a:buClr>
                <a:schemeClr val="dk2"/>
              </a:buClr>
              <a:buSzPts val="900"/>
              <a:buNone/>
              <a:defRPr sz="900" b="1">
                <a:solidFill>
                  <a:schemeClr val="dk2"/>
                </a:solidFill>
              </a:defRPr>
            </a:lvl7pPr>
            <a:lvl8pPr lvl="7" algn="l">
              <a:lnSpc>
                <a:spcPct val="95000"/>
              </a:lnSpc>
              <a:spcBef>
                <a:spcPts val="0"/>
              </a:spcBef>
              <a:spcAft>
                <a:spcPts val="0"/>
              </a:spcAft>
              <a:buClr>
                <a:schemeClr val="dk2"/>
              </a:buClr>
              <a:buSzPts val="900"/>
              <a:buNone/>
              <a:defRPr sz="900" b="1">
                <a:solidFill>
                  <a:schemeClr val="dk2"/>
                </a:solidFill>
              </a:defRPr>
            </a:lvl8pPr>
            <a:lvl9pPr lvl="8" algn="l">
              <a:lnSpc>
                <a:spcPct val="95000"/>
              </a:lnSpc>
              <a:spcBef>
                <a:spcPts val="0"/>
              </a:spcBef>
              <a:spcAft>
                <a:spcPts val="0"/>
              </a:spcAft>
              <a:buClr>
                <a:schemeClr val="dk2"/>
              </a:buClr>
              <a:buSzPts val="900"/>
              <a:buNone/>
              <a:defRPr sz="900" b="1">
                <a:solidFill>
                  <a:schemeClr val="dk2"/>
                </a:solidFill>
              </a:defRPr>
            </a:lvl9pPr>
          </a:lstStyle>
          <a:p>
            <a:endParaRPr/>
          </a:p>
        </p:txBody>
      </p:sp>
      <p:sp>
        <p:nvSpPr>
          <p:cNvPr id="62" name="Google Shape;62;p4"/>
          <p:cNvSpPr txBox="1">
            <a:spLocks noGrp="1"/>
          </p:cNvSpPr>
          <p:nvPr>
            <p:ph type="body" idx="15"/>
          </p:nvPr>
        </p:nvSpPr>
        <p:spPr>
          <a:xfrm>
            <a:off x="3909060" y="2838549"/>
            <a:ext cx="1598771" cy="342900"/>
          </a:xfrm>
          <a:prstGeom prst="rect">
            <a:avLst/>
          </a:prstGeom>
          <a:noFill/>
          <a:ln>
            <a:noFill/>
          </a:ln>
        </p:spPr>
        <p:txBody>
          <a:bodyPr spcFirstLastPara="1" wrap="square" lIns="0" tIns="0" rIns="0" bIns="0" anchor="ctr" anchorCtr="0">
            <a:noAutofit/>
          </a:bodyPr>
          <a:lstStyle>
            <a:lvl1pPr marL="457200" lvl="0" indent="-228600" algn="ctr">
              <a:lnSpc>
                <a:spcPct val="80000"/>
              </a:lnSpc>
              <a:spcBef>
                <a:spcPts val="0"/>
              </a:spcBef>
              <a:spcAft>
                <a:spcPts val="0"/>
              </a:spcAft>
              <a:buClr>
                <a:schemeClr val="dk2"/>
              </a:buClr>
              <a:buSzPts val="1050"/>
              <a:buFont typeface="Arial"/>
              <a:buNone/>
              <a:defRPr sz="1050" b="1" cap="none">
                <a:solidFill>
                  <a:schemeClr val="dk2"/>
                </a:solidFill>
              </a:defRPr>
            </a:lvl1pPr>
            <a:lvl2pPr marL="914400" lvl="1" indent="-228600" algn="ctr">
              <a:lnSpc>
                <a:spcPct val="80000"/>
              </a:lnSpc>
              <a:spcBef>
                <a:spcPts val="0"/>
              </a:spcBef>
              <a:spcAft>
                <a:spcPts val="0"/>
              </a:spcAft>
              <a:buClr>
                <a:schemeClr val="dk2"/>
              </a:buClr>
              <a:buSzPts val="1050"/>
              <a:buFont typeface="Arial"/>
              <a:buNone/>
              <a:defRPr sz="1050" b="1" cap="none">
                <a:solidFill>
                  <a:schemeClr val="dk2"/>
                </a:solidFill>
              </a:defRPr>
            </a:lvl2pPr>
            <a:lvl3pPr marL="1371600" lvl="2" indent="-228600" algn="ctr">
              <a:lnSpc>
                <a:spcPct val="80000"/>
              </a:lnSpc>
              <a:spcBef>
                <a:spcPts val="0"/>
              </a:spcBef>
              <a:spcAft>
                <a:spcPts val="0"/>
              </a:spcAft>
              <a:buClr>
                <a:schemeClr val="dk2"/>
              </a:buClr>
              <a:buSzPts val="1050"/>
              <a:buFont typeface="Arial"/>
              <a:buNone/>
              <a:defRPr sz="1050" b="1" cap="none">
                <a:solidFill>
                  <a:schemeClr val="dk2"/>
                </a:solidFill>
              </a:defRPr>
            </a:lvl3pPr>
            <a:lvl4pPr marL="1828800" lvl="3" indent="-228600" algn="ctr">
              <a:lnSpc>
                <a:spcPct val="80000"/>
              </a:lnSpc>
              <a:spcBef>
                <a:spcPts val="0"/>
              </a:spcBef>
              <a:spcAft>
                <a:spcPts val="0"/>
              </a:spcAft>
              <a:buClr>
                <a:schemeClr val="dk2"/>
              </a:buClr>
              <a:buSzPts val="1050"/>
              <a:buFont typeface="Arial"/>
              <a:buNone/>
              <a:defRPr sz="1050" b="1" cap="none">
                <a:solidFill>
                  <a:schemeClr val="dk2"/>
                </a:solidFill>
              </a:defRPr>
            </a:lvl4pPr>
            <a:lvl5pPr marL="2286000" lvl="4" indent="-228600" algn="ctr">
              <a:lnSpc>
                <a:spcPct val="80000"/>
              </a:lnSpc>
              <a:spcBef>
                <a:spcPts val="0"/>
              </a:spcBef>
              <a:spcAft>
                <a:spcPts val="0"/>
              </a:spcAft>
              <a:buClr>
                <a:schemeClr val="dk2"/>
              </a:buClr>
              <a:buSzPts val="1050"/>
              <a:buFont typeface="Arial"/>
              <a:buNone/>
              <a:defRPr sz="1050" b="1" cap="none">
                <a:solidFill>
                  <a:schemeClr val="dk2"/>
                </a:solidFill>
              </a:defRPr>
            </a:lvl5pPr>
            <a:lvl6pPr marL="2743200" lvl="5" indent="-228600" algn="ctr">
              <a:lnSpc>
                <a:spcPct val="80000"/>
              </a:lnSpc>
              <a:spcBef>
                <a:spcPts val="0"/>
              </a:spcBef>
              <a:spcAft>
                <a:spcPts val="0"/>
              </a:spcAft>
              <a:buClr>
                <a:schemeClr val="dk2"/>
              </a:buClr>
              <a:buSzPts val="1050"/>
              <a:buFont typeface="Arial"/>
              <a:buNone/>
              <a:defRPr sz="1050" b="1" cap="none">
                <a:solidFill>
                  <a:schemeClr val="dk2"/>
                </a:solidFill>
              </a:defRPr>
            </a:lvl6pPr>
            <a:lvl7pPr marL="3200400" lvl="6" indent="-228600" algn="ctr">
              <a:lnSpc>
                <a:spcPct val="80000"/>
              </a:lnSpc>
              <a:spcBef>
                <a:spcPts val="0"/>
              </a:spcBef>
              <a:spcAft>
                <a:spcPts val="0"/>
              </a:spcAft>
              <a:buClr>
                <a:schemeClr val="dk2"/>
              </a:buClr>
              <a:buSzPts val="1050"/>
              <a:buFont typeface="Arial"/>
              <a:buNone/>
              <a:defRPr sz="1050" b="1" cap="none">
                <a:solidFill>
                  <a:schemeClr val="dk2"/>
                </a:solidFill>
              </a:defRPr>
            </a:lvl7pPr>
            <a:lvl8pPr marL="3657600" lvl="7" indent="-228600" algn="ctr">
              <a:lnSpc>
                <a:spcPct val="80000"/>
              </a:lnSpc>
              <a:spcBef>
                <a:spcPts val="0"/>
              </a:spcBef>
              <a:spcAft>
                <a:spcPts val="0"/>
              </a:spcAft>
              <a:buClr>
                <a:schemeClr val="dk2"/>
              </a:buClr>
              <a:buSzPts val="1050"/>
              <a:buFont typeface="Arial"/>
              <a:buNone/>
              <a:defRPr sz="1050" b="1" cap="none">
                <a:solidFill>
                  <a:schemeClr val="dk2"/>
                </a:solidFill>
              </a:defRPr>
            </a:lvl8pPr>
            <a:lvl9pPr marL="4114800" lvl="8" indent="-228600" algn="ctr">
              <a:lnSpc>
                <a:spcPct val="80000"/>
              </a:lnSpc>
              <a:spcBef>
                <a:spcPts val="0"/>
              </a:spcBef>
              <a:spcAft>
                <a:spcPts val="0"/>
              </a:spcAft>
              <a:buClr>
                <a:schemeClr val="dk2"/>
              </a:buClr>
              <a:buSzPts val="1050"/>
              <a:buFont typeface="Arial"/>
              <a:buNone/>
              <a:defRPr sz="1050" b="1" cap="none">
                <a:solidFill>
                  <a:schemeClr val="dk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Slide - Image">
  <p:cSld name="Title Slide - Image">
    <p:bg>
      <p:bgPr>
        <a:blipFill>
          <a:blip r:embed="rId2">
            <a:alphaModFix/>
          </a:blip>
          <a:stretch>
            <a:fillRect/>
          </a:stretch>
        </a:blipFill>
        <a:effectLst/>
      </p:bgPr>
    </p:bg>
    <p:spTree>
      <p:nvGrpSpPr>
        <p:cNvPr id="1" name="Shape 63"/>
        <p:cNvGrpSpPr/>
        <p:nvPr/>
      </p:nvGrpSpPr>
      <p:grpSpPr>
        <a:xfrm>
          <a:off x="0" y="0"/>
          <a:ext cx="0" cy="0"/>
          <a:chOff x="0" y="0"/>
          <a:chExt cx="0" cy="0"/>
        </a:xfrm>
      </p:grpSpPr>
      <p:sp>
        <p:nvSpPr>
          <p:cNvPr id="64" name="Google Shape;64;p5"/>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5"/>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pic>
        <p:nvPicPr>
          <p:cNvPr id="66" name="Google Shape;66;p5" descr="U.S. Army"/>
          <p:cNvPicPr preferRelativeResize="0"/>
          <p:nvPr/>
        </p:nvPicPr>
        <p:blipFill rotWithShape="1">
          <a:blip r:embed="rId3">
            <a:alphaModFix/>
          </a:blip>
          <a:srcRect/>
          <a:stretch/>
        </p:blipFill>
        <p:spPr>
          <a:xfrm>
            <a:off x="183674" y="84473"/>
            <a:ext cx="2434590" cy="919356"/>
          </a:xfrm>
          <a:prstGeom prst="rect">
            <a:avLst/>
          </a:prstGeom>
          <a:noFill/>
          <a:ln>
            <a:noFill/>
          </a:ln>
        </p:spPr>
      </p:pic>
      <p:sp>
        <p:nvSpPr>
          <p:cNvPr id="67" name="Google Shape;67;p5"/>
          <p:cNvSpPr txBox="1">
            <a:spLocks noGrp="1"/>
          </p:cNvSpPr>
          <p:nvPr>
            <p:ph type="body" idx="1"/>
          </p:nvPr>
        </p:nvSpPr>
        <p:spPr>
          <a:xfrm>
            <a:off x="410766" y="3850148"/>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68" name="Google Shape;68;p5"/>
          <p:cNvSpPr txBox="1">
            <a:spLocks noGrp="1"/>
          </p:cNvSpPr>
          <p:nvPr>
            <p:ph type="body" idx="2"/>
          </p:nvPr>
        </p:nvSpPr>
        <p:spPr>
          <a:xfrm>
            <a:off x="410766" y="3714554"/>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69" name="Google Shape;69;p5"/>
          <p:cNvSpPr txBox="1">
            <a:spLocks noGrp="1"/>
          </p:cNvSpPr>
          <p:nvPr>
            <p:ph type="body" idx="3"/>
          </p:nvPr>
        </p:nvSpPr>
        <p:spPr>
          <a:xfrm>
            <a:off x="410766" y="3985742"/>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0" name="Google Shape;70;p5"/>
          <p:cNvSpPr txBox="1">
            <a:spLocks noGrp="1"/>
          </p:cNvSpPr>
          <p:nvPr>
            <p:ph type="body" idx="4"/>
          </p:nvPr>
        </p:nvSpPr>
        <p:spPr>
          <a:xfrm>
            <a:off x="410766" y="4121336"/>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1" name="Google Shape;71;p5"/>
          <p:cNvSpPr txBox="1">
            <a:spLocks noGrp="1"/>
          </p:cNvSpPr>
          <p:nvPr>
            <p:ph type="body" idx="5"/>
          </p:nvPr>
        </p:nvSpPr>
        <p:spPr>
          <a:xfrm>
            <a:off x="410766" y="4256930"/>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2" name="Google Shape;72;p5"/>
          <p:cNvSpPr txBox="1">
            <a:spLocks noGrp="1"/>
          </p:cNvSpPr>
          <p:nvPr>
            <p:ph type="body" idx="6"/>
          </p:nvPr>
        </p:nvSpPr>
        <p:spPr>
          <a:xfrm>
            <a:off x="1485900" y="3850148"/>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3" name="Google Shape;73;p5"/>
          <p:cNvSpPr txBox="1">
            <a:spLocks noGrp="1"/>
          </p:cNvSpPr>
          <p:nvPr>
            <p:ph type="body" idx="7"/>
          </p:nvPr>
        </p:nvSpPr>
        <p:spPr>
          <a:xfrm>
            <a:off x="1485900" y="3714554"/>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4" name="Google Shape;74;p5"/>
          <p:cNvSpPr txBox="1">
            <a:spLocks noGrp="1"/>
          </p:cNvSpPr>
          <p:nvPr>
            <p:ph type="body" idx="8"/>
          </p:nvPr>
        </p:nvSpPr>
        <p:spPr>
          <a:xfrm>
            <a:off x="1485900" y="3985742"/>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5" name="Google Shape;75;p5"/>
          <p:cNvSpPr txBox="1">
            <a:spLocks noGrp="1"/>
          </p:cNvSpPr>
          <p:nvPr>
            <p:ph type="body" idx="9"/>
          </p:nvPr>
        </p:nvSpPr>
        <p:spPr>
          <a:xfrm>
            <a:off x="1485900" y="4121336"/>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6" name="Google Shape;76;p5"/>
          <p:cNvSpPr txBox="1">
            <a:spLocks noGrp="1"/>
          </p:cNvSpPr>
          <p:nvPr>
            <p:ph type="body" idx="13"/>
          </p:nvPr>
        </p:nvSpPr>
        <p:spPr>
          <a:xfrm>
            <a:off x="1485900" y="4256930"/>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grpSp>
        <p:nvGrpSpPr>
          <p:cNvPr id="77" name="Google Shape;77;p5"/>
          <p:cNvGrpSpPr/>
          <p:nvPr/>
        </p:nvGrpSpPr>
        <p:grpSpPr>
          <a:xfrm>
            <a:off x="411164" y="1480665"/>
            <a:ext cx="5380036" cy="1783080"/>
            <a:chOff x="411163" y="2240280"/>
            <a:chExt cx="6446837" cy="2377440"/>
          </a:xfrm>
        </p:grpSpPr>
        <p:sp>
          <p:nvSpPr>
            <p:cNvPr id="78" name="Google Shape;78;p5"/>
            <p:cNvSpPr/>
            <p:nvPr/>
          </p:nvSpPr>
          <p:spPr>
            <a:xfrm>
              <a:off x="411163" y="2240280"/>
              <a:ext cx="6446837" cy="2377440"/>
            </a:xfrm>
            <a:prstGeom prst="rect">
              <a:avLst/>
            </a:prstGeom>
            <a:noFill/>
            <a:ln w="19050" cap="flat" cmpd="sng">
              <a:solidFill>
                <a:srgbClr val="FFCC0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200" b="0" i="0" u="none" strike="noStrike" cap="none">
                <a:solidFill>
                  <a:schemeClr val="lt1"/>
                </a:solidFill>
                <a:latin typeface="Arial"/>
                <a:ea typeface="Arial"/>
                <a:cs typeface="Arial"/>
                <a:sym typeface="Arial"/>
              </a:endParaRPr>
            </a:p>
          </p:txBody>
        </p:sp>
        <p:cxnSp>
          <p:nvCxnSpPr>
            <p:cNvPr id="79" name="Google Shape;79;p5"/>
            <p:cNvCxnSpPr/>
            <p:nvPr/>
          </p:nvCxnSpPr>
          <p:spPr>
            <a:xfrm>
              <a:off x="411163" y="3931920"/>
              <a:ext cx="6446837" cy="0"/>
            </a:xfrm>
            <a:prstGeom prst="straightConnector1">
              <a:avLst/>
            </a:prstGeom>
            <a:noFill/>
            <a:ln w="19050" cap="flat" cmpd="sng">
              <a:solidFill>
                <a:srgbClr val="FFCC01"/>
              </a:solidFill>
              <a:prstDash val="solid"/>
              <a:miter lim="800000"/>
              <a:headEnd type="none" w="sm" len="sm"/>
              <a:tailEnd type="none" w="sm" len="sm"/>
            </a:ln>
          </p:spPr>
        </p:cxnSp>
        <p:cxnSp>
          <p:nvCxnSpPr>
            <p:cNvPr id="80" name="Google Shape;80;p5"/>
            <p:cNvCxnSpPr/>
            <p:nvPr/>
          </p:nvCxnSpPr>
          <p:spPr>
            <a:xfrm>
              <a:off x="4274795" y="3931920"/>
              <a:ext cx="0" cy="685800"/>
            </a:xfrm>
            <a:prstGeom prst="straightConnector1">
              <a:avLst/>
            </a:prstGeom>
            <a:noFill/>
            <a:ln w="19050" cap="flat" cmpd="sng">
              <a:solidFill>
                <a:srgbClr val="FFCC01"/>
              </a:solidFill>
              <a:prstDash val="solid"/>
              <a:miter lim="800000"/>
              <a:headEnd type="none" w="sm" len="sm"/>
              <a:tailEnd type="none" w="sm" len="sm"/>
            </a:ln>
          </p:spPr>
        </p:cxnSp>
      </p:grpSp>
      <p:sp>
        <p:nvSpPr>
          <p:cNvPr id="81" name="Google Shape;81;p5"/>
          <p:cNvSpPr txBox="1">
            <a:spLocks noGrp="1"/>
          </p:cNvSpPr>
          <p:nvPr>
            <p:ph type="ctrTitle"/>
          </p:nvPr>
        </p:nvSpPr>
        <p:spPr>
          <a:xfrm>
            <a:off x="685801" y="1652115"/>
            <a:ext cx="4822031" cy="99441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2700"/>
              <a:buFont typeface="Arial"/>
              <a:buNone/>
              <a:defRPr sz="27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5"/>
          <p:cNvSpPr txBox="1">
            <a:spLocks noGrp="1"/>
          </p:cNvSpPr>
          <p:nvPr>
            <p:ph type="subTitle" idx="14"/>
          </p:nvPr>
        </p:nvSpPr>
        <p:spPr>
          <a:xfrm>
            <a:off x="685801" y="2838549"/>
            <a:ext cx="2674143" cy="342900"/>
          </a:xfrm>
          <a:prstGeom prst="rect">
            <a:avLst/>
          </a:prstGeom>
          <a:noFill/>
          <a:ln>
            <a:noFill/>
          </a:ln>
        </p:spPr>
        <p:txBody>
          <a:bodyPr spcFirstLastPara="1" wrap="square" lIns="0" tIns="0" rIns="0" bIns="0" anchor="ctr" anchorCtr="0">
            <a:noAutofit/>
          </a:bodyPr>
          <a:lstStyle>
            <a:lvl1pPr lvl="0" algn="l">
              <a:lnSpc>
                <a:spcPct val="95000"/>
              </a:lnSpc>
              <a:spcBef>
                <a:spcPts val="0"/>
              </a:spcBef>
              <a:spcAft>
                <a:spcPts val="0"/>
              </a:spcAft>
              <a:buClr>
                <a:schemeClr val="lt2"/>
              </a:buClr>
              <a:buSzPts val="900"/>
              <a:buNone/>
              <a:defRPr sz="900" b="1">
                <a:solidFill>
                  <a:schemeClr val="lt2"/>
                </a:solidFill>
              </a:defRPr>
            </a:lvl1pPr>
            <a:lvl2pPr lvl="1" algn="l">
              <a:lnSpc>
                <a:spcPct val="95000"/>
              </a:lnSpc>
              <a:spcBef>
                <a:spcPts val="0"/>
              </a:spcBef>
              <a:spcAft>
                <a:spcPts val="0"/>
              </a:spcAft>
              <a:buClr>
                <a:schemeClr val="lt2"/>
              </a:buClr>
              <a:buSzPts val="900"/>
              <a:buNone/>
              <a:defRPr sz="900" b="1">
                <a:solidFill>
                  <a:schemeClr val="lt2"/>
                </a:solidFill>
              </a:defRPr>
            </a:lvl2pPr>
            <a:lvl3pPr lvl="2" algn="l">
              <a:lnSpc>
                <a:spcPct val="95000"/>
              </a:lnSpc>
              <a:spcBef>
                <a:spcPts val="0"/>
              </a:spcBef>
              <a:spcAft>
                <a:spcPts val="0"/>
              </a:spcAft>
              <a:buClr>
                <a:schemeClr val="lt2"/>
              </a:buClr>
              <a:buSzPts val="900"/>
              <a:buNone/>
              <a:defRPr sz="900" b="1">
                <a:solidFill>
                  <a:schemeClr val="lt2"/>
                </a:solidFill>
              </a:defRPr>
            </a:lvl3pPr>
            <a:lvl4pPr lvl="3" algn="l">
              <a:lnSpc>
                <a:spcPct val="95000"/>
              </a:lnSpc>
              <a:spcBef>
                <a:spcPts val="0"/>
              </a:spcBef>
              <a:spcAft>
                <a:spcPts val="0"/>
              </a:spcAft>
              <a:buClr>
                <a:schemeClr val="lt2"/>
              </a:buClr>
              <a:buSzPts val="900"/>
              <a:buNone/>
              <a:defRPr sz="900" b="1">
                <a:solidFill>
                  <a:schemeClr val="lt2"/>
                </a:solidFill>
              </a:defRPr>
            </a:lvl4pPr>
            <a:lvl5pPr lvl="4" algn="l">
              <a:lnSpc>
                <a:spcPct val="95000"/>
              </a:lnSpc>
              <a:spcBef>
                <a:spcPts val="0"/>
              </a:spcBef>
              <a:spcAft>
                <a:spcPts val="0"/>
              </a:spcAft>
              <a:buClr>
                <a:schemeClr val="lt2"/>
              </a:buClr>
              <a:buSzPts val="900"/>
              <a:buNone/>
              <a:defRPr sz="900" b="1">
                <a:solidFill>
                  <a:schemeClr val="lt2"/>
                </a:solidFill>
              </a:defRPr>
            </a:lvl5pPr>
            <a:lvl6pPr lvl="5" algn="l">
              <a:lnSpc>
                <a:spcPct val="95000"/>
              </a:lnSpc>
              <a:spcBef>
                <a:spcPts val="0"/>
              </a:spcBef>
              <a:spcAft>
                <a:spcPts val="0"/>
              </a:spcAft>
              <a:buClr>
                <a:schemeClr val="lt2"/>
              </a:buClr>
              <a:buSzPts val="900"/>
              <a:buNone/>
              <a:defRPr sz="900" b="1">
                <a:solidFill>
                  <a:schemeClr val="lt2"/>
                </a:solidFill>
              </a:defRPr>
            </a:lvl6pPr>
            <a:lvl7pPr lvl="6" algn="l">
              <a:lnSpc>
                <a:spcPct val="95000"/>
              </a:lnSpc>
              <a:spcBef>
                <a:spcPts val="0"/>
              </a:spcBef>
              <a:spcAft>
                <a:spcPts val="0"/>
              </a:spcAft>
              <a:buClr>
                <a:schemeClr val="lt2"/>
              </a:buClr>
              <a:buSzPts val="900"/>
              <a:buNone/>
              <a:defRPr sz="900" b="1">
                <a:solidFill>
                  <a:schemeClr val="lt2"/>
                </a:solidFill>
              </a:defRPr>
            </a:lvl7pPr>
            <a:lvl8pPr lvl="7" algn="l">
              <a:lnSpc>
                <a:spcPct val="95000"/>
              </a:lnSpc>
              <a:spcBef>
                <a:spcPts val="0"/>
              </a:spcBef>
              <a:spcAft>
                <a:spcPts val="0"/>
              </a:spcAft>
              <a:buClr>
                <a:schemeClr val="lt2"/>
              </a:buClr>
              <a:buSzPts val="900"/>
              <a:buNone/>
              <a:defRPr sz="900" b="1">
                <a:solidFill>
                  <a:schemeClr val="lt2"/>
                </a:solidFill>
              </a:defRPr>
            </a:lvl8pPr>
            <a:lvl9pPr lvl="8" algn="l">
              <a:lnSpc>
                <a:spcPct val="95000"/>
              </a:lnSpc>
              <a:spcBef>
                <a:spcPts val="0"/>
              </a:spcBef>
              <a:spcAft>
                <a:spcPts val="0"/>
              </a:spcAft>
              <a:buClr>
                <a:schemeClr val="lt2"/>
              </a:buClr>
              <a:buSzPts val="900"/>
              <a:buNone/>
              <a:defRPr sz="900" b="1">
                <a:solidFill>
                  <a:schemeClr val="lt2"/>
                </a:solidFill>
              </a:defRPr>
            </a:lvl9pPr>
          </a:lstStyle>
          <a:p>
            <a:endParaRPr/>
          </a:p>
        </p:txBody>
      </p:sp>
      <p:sp>
        <p:nvSpPr>
          <p:cNvPr id="83" name="Google Shape;83;p5"/>
          <p:cNvSpPr txBox="1">
            <a:spLocks noGrp="1"/>
          </p:cNvSpPr>
          <p:nvPr>
            <p:ph type="body" idx="15"/>
          </p:nvPr>
        </p:nvSpPr>
        <p:spPr>
          <a:xfrm>
            <a:off x="3909060" y="2838549"/>
            <a:ext cx="1598771" cy="342900"/>
          </a:xfrm>
          <a:prstGeom prst="rect">
            <a:avLst/>
          </a:prstGeom>
          <a:noFill/>
          <a:ln>
            <a:noFill/>
          </a:ln>
        </p:spPr>
        <p:txBody>
          <a:bodyPr spcFirstLastPara="1" wrap="square" lIns="0" tIns="0" rIns="0" bIns="0" anchor="ctr" anchorCtr="0">
            <a:noAutofit/>
          </a:bodyPr>
          <a:lstStyle>
            <a:lvl1pPr marL="457200" lvl="0" indent="-228600" algn="ctr">
              <a:lnSpc>
                <a:spcPct val="80000"/>
              </a:lnSpc>
              <a:spcBef>
                <a:spcPts val="0"/>
              </a:spcBef>
              <a:spcAft>
                <a:spcPts val="0"/>
              </a:spcAft>
              <a:buClr>
                <a:schemeClr val="lt2"/>
              </a:buClr>
              <a:buSzPts val="1050"/>
              <a:buFont typeface="Arial"/>
              <a:buNone/>
              <a:defRPr sz="1050" b="1" cap="none">
                <a:solidFill>
                  <a:schemeClr val="lt2"/>
                </a:solidFill>
              </a:defRPr>
            </a:lvl1pPr>
            <a:lvl2pPr marL="914400" lvl="1" indent="-228600" algn="ctr">
              <a:lnSpc>
                <a:spcPct val="80000"/>
              </a:lnSpc>
              <a:spcBef>
                <a:spcPts val="0"/>
              </a:spcBef>
              <a:spcAft>
                <a:spcPts val="0"/>
              </a:spcAft>
              <a:buClr>
                <a:schemeClr val="lt2"/>
              </a:buClr>
              <a:buSzPts val="1050"/>
              <a:buFont typeface="Arial"/>
              <a:buNone/>
              <a:defRPr sz="1050" b="1" cap="none">
                <a:solidFill>
                  <a:schemeClr val="lt2"/>
                </a:solidFill>
              </a:defRPr>
            </a:lvl2pPr>
            <a:lvl3pPr marL="1371600" lvl="2" indent="-228600" algn="ctr">
              <a:lnSpc>
                <a:spcPct val="80000"/>
              </a:lnSpc>
              <a:spcBef>
                <a:spcPts val="0"/>
              </a:spcBef>
              <a:spcAft>
                <a:spcPts val="0"/>
              </a:spcAft>
              <a:buClr>
                <a:schemeClr val="lt2"/>
              </a:buClr>
              <a:buSzPts val="1050"/>
              <a:buFont typeface="Arial"/>
              <a:buNone/>
              <a:defRPr sz="1050" b="1" cap="none">
                <a:solidFill>
                  <a:schemeClr val="lt2"/>
                </a:solidFill>
              </a:defRPr>
            </a:lvl3pPr>
            <a:lvl4pPr marL="1828800" lvl="3" indent="-228600" algn="ctr">
              <a:lnSpc>
                <a:spcPct val="80000"/>
              </a:lnSpc>
              <a:spcBef>
                <a:spcPts val="0"/>
              </a:spcBef>
              <a:spcAft>
                <a:spcPts val="0"/>
              </a:spcAft>
              <a:buClr>
                <a:schemeClr val="lt2"/>
              </a:buClr>
              <a:buSzPts val="1050"/>
              <a:buFont typeface="Arial"/>
              <a:buNone/>
              <a:defRPr sz="1050" b="1" cap="none">
                <a:solidFill>
                  <a:schemeClr val="lt2"/>
                </a:solidFill>
              </a:defRPr>
            </a:lvl4pPr>
            <a:lvl5pPr marL="2286000" lvl="4" indent="-228600" algn="ctr">
              <a:lnSpc>
                <a:spcPct val="80000"/>
              </a:lnSpc>
              <a:spcBef>
                <a:spcPts val="0"/>
              </a:spcBef>
              <a:spcAft>
                <a:spcPts val="0"/>
              </a:spcAft>
              <a:buClr>
                <a:schemeClr val="lt2"/>
              </a:buClr>
              <a:buSzPts val="1050"/>
              <a:buFont typeface="Arial"/>
              <a:buNone/>
              <a:defRPr sz="1050" b="1" cap="none">
                <a:solidFill>
                  <a:schemeClr val="lt2"/>
                </a:solidFill>
              </a:defRPr>
            </a:lvl5pPr>
            <a:lvl6pPr marL="2743200" lvl="5" indent="-228600" algn="ctr">
              <a:lnSpc>
                <a:spcPct val="80000"/>
              </a:lnSpc>
              <a:spcBef>
                <a:spcPts val="0"/>
              </a:spcBef>
              <a:spcAft>
                <a:spcPts val="0"/>
              </a:spcAft>
              <a:buClr>
                <a:schemeClr val="lt2"/>
              </a:buClr>
              <a:buSzPts val="1050"/>
              <a:buFont typeface="Arial"/>
              <a:buNone/>
              <a:defRPr sz="1050" b="1" cap="none">
                <a:solidFill>
                  <a:schemeClr val="lt2"/>
                </a:solidFill>
              </a:defRPr>
            </a:lvl6pPr>
            <a:lvl7pPr marL="3200400" lvl="6" indent="-228600" algn="ctr">
              <a:lnSpc>
                <a:spcPct val="80000"/>
              </a:lnSpc>
              <a:spcBef>
                <a:spcPts val="0"/>
              </a:spcBef>
              <a:spcAft>
                <a:spcPts val="0"/>
              </a:spcAft>
              <a:buClr>
                <a:schemeClr val="lt2"/>
              </a:buClr>
              <a:buSzPts val="1050"/>
              <a:buFont typeface="Arial"/>
              <a:buNone/>
              <a:defRPr sz="1050" b="1" cap="none">
                <a:solidFill>
                  <a:schemeClr val="lt2"/>
                </a:solidFill>
              </a:defRPr>
            </a:lvl7pPr>
            <a:lvl8pPr marL="3657600" lvl="7" indent="-228600" algn="ctr">
              <a:lnSpc>
                <a:spcPct val="80000"/>
              </a:lnSpc>
              <a:spcBef>
                <a:spcPts val="0"/>
              </a:spcBef>
              <a:spcAft>
                <a:spcPts val="0"/>
              </a:spcAft>
              <a:buClr>
                <a:schemeClr val="lt2"/>
              </a:buClr>
              <a:buSzPts val="1050"/>
              <a:buFont typeface="Arial"/>
              <a:buNone/>
              <a:defRPr sz="1050" b="1" cap="none">
                <a:solidFill>
                  <a:schemeClr val="lt2"/>
                </a:solidFill>
              </a:defRPr>
            </a:lvl8pPr>
            <a:lvl9pPr marL="4114800" lvl="8" indent="-228600" algn="ctr">
              <a:lnSpc>
                <a:spcPct val="80000"/>
              </a:lnSpc>
              <a:spcBef>
                <a:spcPts val="0"/>
              </a:spcBef>
              <a:spcAft>
                <a:spcPts val="0"/>
              </a:spcAft>
              <a:buClr>
                <a:schemeClr val="lt2"/>
              </a:buClr>
              <a:buSzPts val="1050"/>
              <a:buFont typeface="Arial"/>
              <a:buNone/>
              <a:defRPr sz="1050" b="1" cap="none">
                <a:solidFill>
                  <a:schemeClr val="lt2"/>
                </a:solidFill>
              </a:defRPr>
            </a:lvl9pPr>
          </a:lstStyle>
          <a:p>
            <a:endParaRPr/>
          </a:p>
        </p:txBody>
      </p:sp>
      <p:pic>
        <p:nvPicPr>
          <p:cNvPr id="84" name="Google Shape;84;p5"/>
          <p:cNvPicPr preferRelativeResize="0"/>
          <p:nvPr/>
        </p:nvPicPr>
        <p:blipFill rotWithShape="1">
          <a:blip r:embed="rId4">
            <a:alphaModFix/>
          </a:blip>
          <a:srcRect/>
          <a:stretch/>
        </p:blipFill>
        <p:spPr>
          <a:xfrm>
            <a:off x="7503462" y="308372"/>
            <a:ext cx="1222280" cy="358517"/>
          </a:xfrm>
          <a:prstGeom prst="rect">
            <a:avLst/>
          </a:prstGeom>
          <a:noFill/>
          <a:ln>
            <a:noFill/>
          </a:ln>
        </p:spPr>
      </p:pic>
      <p:sp>
        <p:nvSpPr>
          <p:cNvPr id="85" name="Google Shape;85;p5"/>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
        <p:nvSpPr>
          <p:cNvPr id="86" name="Google Shape;86;p5"/>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 Column">
  <p:cSld name="2 Column">
    <p:spTree>
      <p:nvGrpSpPr>
        <p:cNvPr id="1" name="Shape 92"/>
        <p:cNvGrpSpPr/>
        <p:nvPr/>
      </p:nvGrpSpPr>
      <p:grpSpPr>
        <a:xfrm>
          <a:off x="0" y="0"/>
          <a:ext cx="0" cy="0"/>
          <a:chOff x="0" y="0"/>
          <a:chExt cx="0" cy="0"/>
        </a:xfrm>
      </p:grpSpPr>
      <p:sp>
        <p:nvSpPr>
          <p:cNvPr id="93" name="Google Shape;93;p7"/>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7"/>
          <p:cNvSpPr txBox="1">
            <a:spLocks noGrp="1"/>
          </p:cNvSpPr>
          <p:nvPr>
            <p:ph type="body" idx="1"/>
          </p:nvPr>
        </p:nvSpPr>
        <p:spPr>
          <a:xfrm>
            <a:off x="411479" y="1200150"/>
            <a:ext cx="4023360"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95" name="Google Shape;95;p7"/>
          <p:cNvSpPr txBox="1">
            <a:spLocks noGrp="1"/>
          </p:cNvSpPr>
          <p:nvPr>
            <p:ph type="body" idx="2"/>
          </p:nvPr>
        </p:nvSpPr>
        <p:spPr>
          <a:xfrm>
            <a:off x="4709159" y="1200150"/>
            <a:ext cx="4023360"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96" name="Google Shape;96;p7"/>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7"/>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98"/>
        <p:cNvGrpSpPr/>
        <p:nvPr/>
      </p:nvGrpSpPr>
      <p:grpSpPr>
        <a:xfrm>
          <a:off x="0" y="0"/>
          <a:ext cx="0" cy="0"/>
          <a:chOff x="0" y="0"/>
          <a:chExt cx="0" cy="0"/>
        </a:xfrm>
      </p:grpSpPr>
      <p:sp>
        <p:nvSpPr>
          <p:cNvPr id="99" name="Google Shape;99;p8"/>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 name="Google Shape;100;p8"/>
          <p:cNvSpPr txBox="1">
            <a:spLocks noGrp="1"/>
          </p:cNvSpPr>
          <p:nvPr>
            <p:ph type="body" idx="1"/>
          </p:nvPr>
        </p:nvSpPr>
        <p:spPr>
          <a:xfrm>
            <a:off x="411479" y="1200150"/>
            <a:ext cx="2587752"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101" name="Google Shape;101;p8"/>
          <p:cNvSpPr txBox="1">
            <a:spLocks noGrp="1"/>
          </p:cNvSpPr>
          <p:nvPr>
            <p:ph type="body" idx="2"/>
          </p:nvPr>
        </p:nvSpPr>
        <p:spPr>
          <a:xfrm>
            <a:off x="3278124" y="1200150"/>
            <a:ext cx="2587752"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102" name="Google Shape;102;p8"/>
          <p:cNvSpPr txBox="1">
            <a:spLocks noGrp="1"/>
          </p:cNvSpPr>
          <p:nvPr>
            <p:ph type="body" idx="3"/>
          </p:nvPr>
        </p:nvSpPr>
        <p:spPr>
          <a:xfrm>
            <a:off x="6144767" y="1200150"/>
            <a:ext cx="2587752"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103" name="Google Shape;103;p8"/>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8"/>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4 Column">
  <p:cSld name="4 Column">
    <p:spTree>
      <p:nvGrpSpPr>
        <p:cNvPr id="1" name="Shape 105"/>
        <p:cNvGrpSpPr/>
        <p:nvPr/>
      </p:nvGrpSpPr>
      <p:grpSpPr>
        <a:xfrm>
          <a:off x="0" y="0"/>
          <a:ext cx="0" cy="0"/>
          <a:chOff x="0" y="0"/>
          <a:chExt cx="0" cy="0"/>
        </a:xfrm>
      </p:grpSpPr>
      <p:sp>
        <p:nvSpPr>
          <p:cNvPr id="106" name="Google Shape;106;p9"/>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7" name="Google Shape;107;p9"/>
          <p:cNvSpPr txBox="1">
            <a:spLocks noGrp="1"/>
          </p:cNvSpPr>
          <p:nvPr>
            <p:ph type="body" idx="1"/>
          </p:nvPr>
        </p:nvSpPr>
        <p:spPr>
          <a:xfrm>
            <a:off x="411481" y="1200150"/>
            <a:ext cx="1874519" cy="342900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08" name="Google Shape;108;p9"/>
          <p:cNvSpPr txBox="1">
            <a:spLocks noGrp="1"/>
          </p:cNvSpPr>
          <p:nvPr>
            <p:ph type="body" idx="2"/>
          </p:nvPr>
        </p:nvSpPr>
        <p:spPr>
          <a:xfrm>
            <a:off x="2560321" y="1200150"/>
            <a:ext cx="1874519" cy="342900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09" name="Google Shape;109;p9"/>
          <p:cNvSpPr txBox="1">
            <a:spLocks noGrp="1"/>
          </p:cNvSpPr>
          <p:nvPr>
            <p:ph type="body" idx="3"/>
          </p:nvPr>
        </p:nvSpPr>
        <p:spPr>
          <a:xfrm>
            <a:off x="4709161" y="1200150"/>
            <a:ext cx="1874519" cy="342900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10" name="Google Shape;110;p9"/>
          <p:cNvSpPr txBox="1">
            <a:spLocks noGrp="1"/>
          </p:cNvSpPr>
          <p:nvPr>
            <p:ph type="body" idx="4"/>
          </p:nvPr>
        </p:nvSpPr>
        <p:spPr>
          <a:xfrm>
            <a:off x="6858001" y="1200150"/>
            <a:ext cx="1874519" cy="342900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11" name="Google Shape;111;p9"/>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9"/>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4 Icons">
  <p:cSld name="4 Icons">
    <p:spTree>
      <p:nvGrpSpPr>
        <p:cNvPr id="1" name="Shape 113"/>
        <p:cNvGrpSpPr/>
        <p:nvPr/>
      </p:nvGrpSpPr>
      <p:grpSpPr>
        <a:xfrm>
          <a:off x="0" y="0"/>
          <a:ext cx="0" cy="0"/>
          <a:chOff x="0" y="0"/>
          <a:chExt cx="0" cy="0"/>
        </a:xfrm>
      </p:grpSpPr>
      <p:sp>
        <p:nvSpPr>
          <p:cNvPr id="114" name="Google Shape;114;p10"/>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 name="Google Shape;115;p10"/>
          <p:cNvSpPr>
            <a:spLocks noGrp="1"/>
          </p:cNvSpPr>
          <p:nvPr>
            <p:ph type="pic" idx="2"/>
          </p:nvPr>
        </p:nvSpPr>
        <p:spPr>
          <a:xfrm>
            <a:off x="411480" y="1200150"/>
            <a:ext cx="418338" cy="416624"/>
          </a:xfrm>
          <a:prstGeom prst="rect">
            <a:avLst/>
          </a:prstGeom>
          <a:noFill/>
          <a:ln>
            <a:noFill/>
          </a:ln>
        </p:spPr>
      </p:sp>
      <p:sp>
        <p:nvSpPr>
          <p:cNvPr id="116" name="Google Shape;116;p10"/>
          <p:cNvSpPr txBox="1">
            <a:spLocks noGrp="1"/>
          </p:cNvSpPr>
          <p:nvPr>
            <p:ph type="body" idx="1"/>
          </p:nvPr>
        </p:nvSpPr>
        <p:spPr>
          <a:xfrm>
            <a:off x="411481" y="1714498"/>
            <a:ext cx="1874519" cy="2914652"/>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17" name="Google Shape;117;p10"/>
          <p:cNvSpPr>
            <a:spLocks noGrp="1"/>
          </p:cNvSpPr>
          <p:nvPr>
            <p:ph type="pic" idx="3"/>
          </p:nvPr>
        </p:nvSpPr>
        <p:spPr>
          <a:xfrm>
            <a:off x="2560320" y="1200150"/>
            <a:ext cx="418338" cy="418338"/>
          </a:xfrm>
          <a:prstGeom prst="rect">
            <a:avLst/>
          </a:prstGeom>
          <a:noFill/>
          <a:ln>
            <a:noFill/>
          </a:ln>
        </p:spPr>
      </p:sp>
      <p:sp>
        <p:nvSpPr>
          <p:cNvPr id="118" name="Google Shape;118;p10"/>
          <p:cNvSpPr txBox="1">
            <a:spLocks noGrp="1"/>
          </p:cNvSpPr>
          <p:nvPr>
            <p:ph type="body" idx="4"/>
          </p:nvPr>
        </p:nvSpPr>
        <p:spPr>
          <a:xfrm>
            <a:off x="2560321" y="1714498"/>
            <a:ext cx="1874519" cy="2914652"/>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19" name="Google Shape;119;p10"/>
          <p:cNvSpPr>
            <a:spLocks noGrp="1"/>
          </p:cNvSpPr>
          <p:nvPr>
            <p:ph type="pic" idx="5"/>
          </p:nvPr>
        </p:nvSpPr>
        <p:spPr>
          <a:xfrm>
            <a:off x="4709160" y="1200150"/>
            <a:ext cx="418338" cy="418338"/>
          </a:xfrm>
          <a:prstGeom prst="rect">
            <a:avLst/>
          </a:prstGeom>
          <a:noFill/>
          <a:ln>
            <a:noFill/>
          </a:ln>
        </p:spPr>
      </p:sp>
      <p:sp>
        <p:nvSpPr>
          <p:cNvPr id="120" name="Google Shape;120;p10"/>
          <p:cNvSpPr txBox="1">
            <a:spLocks noGrp="1"/>
          </p:cNvSpPr>
          <p:nvPr>
            <p:ph type="body" idx="6"/>
          </p:nvPr>
        </p:nvSpPr>
        <p:spPr>
          <a:xfrm>
            <a:off x="4709161" y="1714498"/>
            <a:ext cx="1874519" cy="2914652"/>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21" name="Google Shape;121;p10"/>
          <p:cNvSpPr>
            <a:spLocks noGrp="1"/>
          </p:cNvSpPr>
          <p:nvPr>
            <p:ph type="pic" idx="7"/>
          </p:nvPr>
        </p:nvSpPr>
        <p:spPr>
          <a:xfrm>
            <a:off x="6858000" y="1200150"/>
            <a:ext cx="418338" cy="418338"/>
          </a:xfrm>
          <a:prstGeom prst="rect">
            <a:avLst/>
          </a:prstGeom>
          <a:noFill/>
          <a:ln>
            <a:noFill/>
          </a:ln>
        </p:spPr>
      </p:sp>
      <p:sp>
        <p:nvSpPr>
          <p:cNvPr id="122" name="Google Shape;122;p10"/>
          <p:cNvSpPr txBox="1">
            <a:spLocks noGrp="1"/>
          </p:cNvSpPr>
          <p:nvPr>
            <p:ph type="body" idx="8"/>
          </p:nvPr>
        </p:nvSpPr>
        <p:spPr>
          <a:xfrm>
            <a:off x="6858001" y="1714498"/>
            <a:ext cx="1874519" cy="2914652"/>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23" name="Google Shape;123;p10"/>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10"/>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4 Numbers">
  <p:cSld name="4 Numbers">
    <p:bg>
      <p:bgPr>
        <a:solidFill>
          <a:srgbClr val="221F20"/>
        </a:solidFill>
        <a:effectLst/>
      </p:bgPr>
    </p:bg>
    <p:spTree>
      <p:nvGrpSpPr>
        <p:cNvPr id="1" name="Shape 125"/>
        <p:cNvGrpSpPr/>
        <p:nvPr/>
      </p:nvGrpSpPr>
      <p:grpSpPr>
        <a:xfrm>
          <a:off x="0" y="0"/>
          <a:ext cx="0" cy="0"/>
          <a:chOff x="0" y="0"/>
          <a:chExt cx="0" cy="0"/>
        </a:xfrm>
      </p:grpSpPr>
      <p:sp>
        <p:nvSpPr>
          <p:cNvPr id="126" name="Google Shape;126;p11"/>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27" name="Google Shape;127;p11"/>
          <p:cNvCxnSpPr/>
          <p:nvPr/>
        </p:nvCxnSpPr>
        <p:spPr>
          <a:xfrm>
            <a:off x="41148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28" name="Google Shape;128;p11"/>
          <p:cNvSpPr txBox="1"/>
          <p:nvPr/>
        </p:nvSpPr>
        <p:spPr>
          <a:xfrm>
            <a:off x="41148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01</a:t>
            </a:r>
            <a:endParaRPr/>
          </a:p>
        </p:txBody>
      </p:sp>
      <p:sp>
        <p:nvSpPr>
          <p:cNvPr id="129" name="Google Shape;129;p11"/>
          <p:cNvSpPr txBox="1">
            <a:spLocks noGrp="1"/>
          </p:cNvSpPr>
          <p:nvPr>
            <p:ph type="body" idx="1"/>
          </p:nvPr>
        </p:nvSpPr>
        <p:spPr>
          <a:xfrm>
            <a:off x="41148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Font typeface="Arial"/>
              <a:buNone/>
              <a:defRPr sz="975">
                <a:solidFill>
                  <a:schemeClr val="lt1"/>
                </a:solidFill>
              </a:defRPr>
            </a:lvl1pPr>
            <a:lvl2pPr marL="914400" lvl="1" indent="-290512" algn="l">
              <a:lnSpc>
                <a:spcPct val="95000"/>
              </a:lnSpc>
              <a:spcBef>
                <a:spcPts val="750"/>
              </a:spcBef>
              <a:spcAft>
                <a:spcPts val="0"/>
              </a:spcAft>
              <a:buClr>
                <a:schemeClr val="lt1"/>
              </a:buClr>
              <a:buSzPts val="975"/>
              <a:buFont typeface="Arial"/>
              <a:buChar char="▪"/>
              <a:defRPr sz="975">
                <a:solidFill>
                  <a:schemeClr val="lt1"/>
                </a:solidFill>
              </a:defRPr>
            </a:lvl2pPr>
            <a:lvl3pPr marL="1371600" lvl="2" indent="-290512" algn="l">
              <a:lnSpc>
                <a:spcPct val="95000"/>
              </a:lnSpc>
              <a:spcBef>
                <a:spcPts val="375"/>
              </a:spcBef>
              <a:spcAft>
                <a:spcPts val="0"/>
              </a:spcAft>
              <a:buClr>
                <a:schemeClr val="lt1"/>
              </a:buClr>
              <a:buSzPts val="975"/>
              <a:buChar char="–"/>
              <a:defRPr sz="975">
                <a:solidFill>
                  <a:schemeClr val="lt1"/>
                </a:solidFill>
              </a:defRPr>
            </a:lvl3pPr>
            <a:lvl4pPr marL="1828800" lvl="3" indent="-290512" algn="l">
              <a:lnSpc>
                <a:spcPct val="95000"/>
              </a:lnSpc>
              <a:spcBef>
                <a:spcPts val="375"/>
              </a:spcBef>
              <a:spcAft>
                <a:spcPts val="0"/>
              </a:spcAft>
              <a:buClr>
                <a:schemeClr val="lt1"/>
              </a:buClr>
              <a:buSzPts val="975"/>
              <a:buChar char="–"/>
              <a:defRPr sz="975">
                <a:solidFill>
                  <a:schemeClr val="lt1"/>
                </a:solidFill>
              </a:defRPr>
            </a:lvl4pPr>
            <a:lvl5pPr marL="2286000" lvl="4" indent="-290512" algn="l">
              <a:lnSpc>
                <a:spcPct val="95000"/>
              </a:lnSpc>
              <a:spcBef>
                <a:spcPts val="375"/>
              </a:spcBef>
              <a:spcAft>
                <a:spcPts val="0"/>
              </a:spcAft>
              <a:buClr>
                <a:schemeClr val="lt1"/>
              </a:buClr>
              <a:buSzPts val="975"/>
              <a:buChar char="–"/>
              <a:defRPr sz="975">
                <a:solidFill>
                  <a:schemeClr val="lt1"/>
                </a:solidFill>
              </a:defRPr>
            </a:lvl5pPr>
            <a:lvl6pPr marL="2743200" lvl="5" indent="-290512" algn="l">
              <a:lnSpc>
                <a:spcPct val="95000"/>
              </a:lnSpc>
              <a:spcBef>
                <a:spcPts val="375"/>
              </a:spcBef>
              <a:spcAft>
                <a:spcPts val="0"/>
              </a:spcAft>
              <a:buClr>
                <a:schemeClr val="lt1"/>
              </a:buClr>
              <a:buSzPts val="975"/>
              <a:buChar char="–"/>
              <a:defRPr sz="975">
                <a:solidFill>
                  <a:schemeClr val="lt1"/>
                </a:solidFill>
              </a:defRPr>
            </a:lvl6pPr>
            <a:lvl7pPr marL="3200400" lvl="6" indent="-290512" algn="l">
              <a:lnSpc>
                <a:spcPct val="95000"/>
              </a:lnSpc>
              <a:spcBef>
                <a:spcPts val="375"/>
              </a:spcBef>
              <a:spcAft>
                <a:spcPts val="0"/>
              </a:spcAft>
              <a:buClr>
                <a:schemeClr val="lt1"/>
              </a:buClr>
              <a:buSzPts val="975"/>
              <a:buChar char="–"/>
              <a:defRPr sz="975">
                <a:solidFill>
                  <a:schemeClr val="lt1"/>
                </a:solidFill>
              </a:defRPr>
            </a:lvl7pPr>
            <a:lvl8pPr marL="3657600" lvl="7" indent="-290512" algn="l">
              <a:lnSpc>
                <a:spcPct val="95000"/>
              </a:lnSpc>
              <a:spcBef>
                <a:spcPts val="375"/>
              </a:spcBef>
              <a:spcAft>
                <a:spcPts val="0"/>
              </a:spcAft>
              <a:buClr>
                <a:schemeClr val="lt1"/>
              </a:buClr>
              <a:buSzPts val="975"/>
              <a:buChar char="–"/>
              <a:defRPr sz="975">
                <a:solidFill>
                  <a:schemeClr val="lt1"/>
                </a:solidFill>
              </a:defRPr>
            </a:lvl8pPr>
            <a:lvl9pPr marL="4114800" lvl="8" indent="-290512" algn="l">
              <a:lnSpc>
                <a:spcPct val="95000"/>
              </a:lnSpc>
              <a:spcBef>
                <a:spcPts val="375"/>
              </a:spcBef>
              <a:spcAft>
                <a:spcPts val="0"/>
              </a:spcAft>
              <a:buClr>
                <a:schemeClr val="lt1"/>
              </a:buClr>
              <a:buSzPts val="975"/>
              <a:buChar char="–"/>
              <a:defRPr sz="975">
                <a:solidFill>
                  <a:schemeClr val="lt1"/>
                </a:solidFill>
              </a:defRPr>
            </a:lvl9pPr>
          </a:lstStyle>
          <a:p>
            <a:endParaRPr/>
          </a:p>
        </p:txBody>
      </p:sp>
      <p:cxnSp>
        <p:nvCxnSpPr>
          <p:cNvPr id="130" name="Google Shape;130;p11"/>
          <p:cNvCxnSpPr/>
          <p:nvPr/>
        </p:nvCxnSpPr>
        <p:spPr>
          <a:xfrm>
            <a:off x="256032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31" name="Google Shape;131;p11"/>
          <p:cNvSpPr txBox="1"/>
          <p:nvPr/>
        </p:nvSpPr>
        <p:spPr>
          <a:xfrm>
            <a:off x="256032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02</a:t>
            </a:r>
            <a:endParaRPr/>
          </a:p>
        </p:txBody>
      </p:sp>
      <p:sp>
        <p:nvSpPr>
          <p:cNvPr id="132" name="Google Shape;132;p11"/>
          <p:cNvSpPr txBox="1">
            <a:spLocks noGrp="1"/>
          </p:cNvSpPr>
          <p:nvPr>
            <p:ph type="body" idx="2"/>
          </p:nvPr>
        </p:nvSpPr>
        <p:spPr>
          <a:xfrm>
            <a:off x="256032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solidFill>
                  <a:schemeClr val="lt1"/>
                </a:solidFill>
              </a:defRPr>
            </a:lvl1pPr>
            <a:lvl2pPr marL="914400" lvl="1" indent="-290512" algn="l">
              <a:lnSpc>
                <a:spcPct val="95000"/>
              </a:lnSpc>
              <a:spcBef>
                <a:spcPts val="750"/>
              </a:spcBef>
              <a:spcAft>
                <a:spcPts val="0"/>
              </a:spcAft>
              <a:buClr>
                <a:schemeClr val="lt1"/>
              </a:buClr>
              <a:buSzPts val="975"/>
              <a:buFont typeface="Arial"/>
              <a:buChar char="▪"/>
              <a:defRPr sz="975">
                <a:solidFill>
                  <a:schemeClr val="lt1"/>
                </a:solidFill>
              </a:defRPr>
            </a:lvl2pPr>
            <a:lvl3pPr marL="1371600" lvl="2" indent="-290512" algn="l">
              <a:lnSpc>
                <a:spcPct val="95000"/>
              </a:lnSpc>
              <a:spcBef>
                <a:spcPts val="375"/>
              </a:spcBef>
              <a:spcAft>
                <a:spcPts val="0"/>
              </a:spcAft>
              <a:buClr>
                <a:schemeClr val="lt1"/>
              </a:buClr>
              <a:buSzPts val="975"/>
              <a:buChar char="–"/>
              <a:defRPr sz="975">
                <a:solidFill>
                  <a:schemeClr val="lt1"/>
                </a:solidFill>
              </a:defRPr>
            </a:lvl3pPr>
            <a:lvl4pPr marL="1828800" lvl="3" indent="-290512" algn="l">
              <a:lnSpc>
                <a:spcPct val="95000"/>
              </a:lnSpc>
              <a:spcBef>
                <a:spcPts val="375"/>
              </a:spcBef>
              <a:spcAft>
                <a:spcPts val="0"/>
              </a:spcAft>
              <a:buClr>
                <a:schemeClr val="lt1"/>
              </a:buClr>
              <a:buSzPts val="975"/>
              <a:buChar char="–"/>
              <a:defRPr sz="975">
                <a:solidFill>
                  <a:schemeClr val="lt1"/>
                </a:solidFill>
              </a:defRPr>
            </a:lvl4pPr>
            <a:lvl5pPr marL="2286000" lvl="4" indent="-290512" algn="l">
              <a:lnSpc>
                <a:spcPct val="95000"/>
              </a:lnSpc>
              <a:spcBef>
                <a:spcPts val="375"/>
              </a:spcBef>
              <a:spcAft>
                <a:spcPts val="0"/>
              </a:spcAft>
              <a:buClr>
                <a:schemeClr val="lt1"/>
              </a:buClr>
              <a:buSzPts val="975"/>
              <a:buChar char="–"/>
              <a:defRPr sz="975">
                <a:solidFill>
                  <a:schemeClr val="lt1"/>
                </a:solidFill>
              </a:defRPr>
            </a:lvl5pPr>
            <a:lvl6pPr marL="2743200" lvl="5" indent="-290512" algn="l">
              <a:lnSpc>
                <a:spcPct val="95000"/>
              </a:lnSpc>
              <a:spcBef>
                <a:spcPts val="375"/>
              </a:spcBef>
              <a:spcAft>
                <a:spcPts val="0"/>
              </a:spcAft>
              <a:buClr>
                <a:schemeClr val="lt1"/>
              </a:buClr>
              <a:buSzPts val="975"/>
              <a:buChar char="–"/>
              <a:defRPr sz="975">
                <a:solidFill>
                  <a:schemeClr val="lt1"/>
                </a:solidFill>
              </a:defRPr>
            </a:lvl6pPr>
            <a:lvl7pPr marL="3200400" lvl="6" indent="-290512" algn="l">
              <a:lnSpc>
                <a:spcPct val="95000"/>
              </a:lnSpc>
              <a:spcBef>
                <a:spcPts val="375"/>
              </a:spcBef>
              <a:spcAft>
                <a:spcPts val="0"/>
              </a:spcAft>
              <a:buClr>
                <a:schemeClr val="lt1"/>
              </a:buClr>
              <a:buSzPts val="975"/>
              <a:buChar char="–"/>
              <a:defRPr sz="975">
                <a:solidFill>
                  <a:schemeClr val="lt1"/>
                </a:solidFill>
              </a:defRPr>
            </a:lvl7pPr>
            <a:lvl8pPr marL="3657600" lvl="7" indent="-290512" algn="l">
              <a:lnSpc>
                <a:spcPct val="95000"/>
              </a:lnSpc>
              <a:spcBef>
                <a:spcPts val="375"/>
              </a:spcBef>
              <a:spcAft>
                <a:spcPts val="0"/>
              </a:spcAft>
              <a:buClr>
                <a:schemeClr val="lt1"/>
              </a:buClr>
              <a:buSzPts val="975"/>
              <a:buChar char="–"/>
              <a:defRPr sz="975">
                <a:solidFill>
                  <a:schemeClr val="lt1"/>
                </a:solidFill>
              </a:defRPr>
            </a:lvl8pPr>
            <a:lvl9pPr marL="4114800" lvl="8" indent="-290512" algn="l">
              <a:lnSpc>
                <a:spcPct val="95000"/>
              </a:lnSpc>
              <a:spcBef>
                <a:spcPts val="375"/>
              </a:spcBef>
              <a:spcAft>
                <a:spcPts val="0"/>
              </a:spcAft>
              <a:buClr>
                <a:schemeClr val="lt1"/>
              </a:buClr>
              <a:buSzPts val="975"/>
              <a:buChar char="–"/>
              <a:defRPr sz="975">
                <a:solidFill>
                  <a:schemeClr val="lt1"/>
                </a:solidFill>
              </a:defRPr>
            </a:lvl9pPr>
          </a:lstStyle>
          <a:p>
            <a:endParaRPr/>
          </a:p>
        </p:txBody>
      </p:sp>
      <p:cxnSp>
        <p:nvCxnSpPr>
          <p:cNvPr id="133" name="Google Shape;133;p11"/>
          <p:cNvCxnSpPr/>
          <p:nvPr/>
        </p:nvCxnSpPr>
        <p:spPr>
          <a:xfrm>
            <a:off x="470916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34" name="Google Shape;134;p11"/>
          <p:cNvSpPr txBox="1"/>
          <p:nvPr/>
        </p:nvSpPr>
        <p:spPr>
          <a:xfrm>
            <a:off x="470916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03</a:t>
            </a:r>
            <a:endParaRPr/>
          </a:p>
        </p:txBody>
      </p:sp>
      <p:sp>
        <p:nvSpPr>
          <p:cNvPr id="135" name="Google Shape;135;p11"/>
          <p:cNvSpPr txBox="1">
            <a:spLocks noGrp="1"/>
          </p:cNvSpPr>
          <p:nvPr>
            <p:ph type="body" idx="3"/>
          </p:nvPr>
        </p:nvSpPr>
        <p:spPr>
          <a:xfrm>
            <a:off x="470916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solidFill>
                  <a:schemeClr val="lt1"/>
                </a:solidFill>
              </a:defRPr>
            </a:lvl1pPr>
            <a:lvl2pPr marL="914400" lvl="1" indent="-290512" algn="l">
              <a:lnSpc>
                <a:spcPct val="95000"/>
              </a:lnSpc>
              <a:spcBef>
                <a:spcPts val="750"/>
              </a:spcBef>
              <a:spcAft>
                <a:spcPts val="0"/>
              </a:spcAft>
              <a:buClr>
                <a:schemeClr val="lt1"/>
              </a:buClr>
              <a:buSzPts val="975"/>
              <a:buFont typeface="Arial"/>
              <a:buChar char="▪"/>
              <a:defRPr sz="975">
                <a:solidFill>
                  <a:schemeClr val="lt1"/>
                </a:solidFill>
              </a:defRPr>
            </a:lvl2pPr>
            <a:lvl3pPr marL="1371600" lvl="2" indent="-290512" algn="l">
              <a:lnSpc>
                <a:spcPct val="95000"/>
              </a:lnSpc>
              <a:spcBef>
                <a:spcPts val="375"/>
              </a:spcBef>
              <a:spcAft>
                <a:spcPts val="0"/>
              </a:spcAft>
              <a:buClr>
                <a:schemeClr val="lt1"/>
              </a:buClr>
              <a:buSzPts val="975"/>
              <a:buChar char="–"/>
              <a:defRPr sz="975">
                <a:solidFill>
                  <a:schemeClr val="lt1"/>
                </a:solidFill>
              </a:defRPr>
            </a:lvl3pPr>
            <a:lvl4pPr marL="1828800" lvl="3" indent="-290512" algn="l">
              <a:lnSpc>
                <a:spcPct val="95000"/>
              </a:lnSpc>
              <a:spcBef>
                <a:spcPts val="375"/>
              </a:spcBef>
              <a:spcAft>
                <a:spcPts val="0"/>
              </a:spcAft>
              <a:buClr>
                <a:schemeClr val="lt1"/>
              </a:buClr>
              <a:buSzPts val="975"/>
              <a:buChar char="–"/>
              <a:defRPr sz="975">
                <a:solidFill>
                  <a:schemeClr val="lt1"/>
                </a:solidFill>
              </a:defRPr>
            </a:lvl4pPr>
            <a:lvl5pPr marL="2286000" lvl="4" indent="-290512" algn="l">
              <a:lnSpc>
                <a:spcPct val="95000"/>
              </a:lnSpc>
              <a:spcBef>
                <a:spcPts val="375"/>
              </a:spcBef>
              <a:spcAft>
                <a:spcPts val="0"/>
              </a:spcAft>
              <a:buClr>
                <a:schemeClr val="lt1"/>
              </a:buClr>
              <a:buSzPts val="975"/>
              <a:buChar char="–"/>
              <a:defRPr sz="975">
                <a:solidFill>
                  <a:schemeClr val="lt1"/>
                </a:solidFill>
              </a:defRPr>
            </a:lvl5pPr>
            <a:lvl6pPr marL="2743200" lvl="5" indent="-290512" algn="l">
              <a:lnSpc>
                <a:spcPct val="95000"/>
              </a:lnSpc>
              <a:spcBef>
                <a:spcPts val="375"/>
              </a:spcBef>
              <a:spcAft>
                <a:spcPts val="0"/>
              </a:spcAft>
              <a:buClr>
                <a:schemeClr val="lt1"/>
              </a:buClr>
              <a:buSzPts val="975"/>
              <a:buChar char="–"/>
              <a:defRPr sz="975">
                <a:solidFill>
                  <a:schemeClr val="lt1"/>
                </a:solidFill>
              </a:defRPr>
            </a:lvl6pPr>
            <a:lvl7pPr marL="3200400" lvl="6" indent="-290512" algn="l">
              <a:lnSpc>
                <a:spcPct val="95000"/>
              </a:lnSpc>
              <a:spcBef>
                <a:spcPts val="375"/>
              </a:spcBef>
              <a:spcAft>
                <a:spcPts val="0"/>
              </a:spcAft>
              <a:buClr>
                <a:schemeClr val="lt1"/>
              </a:buClr>
              <a:buSzPts val="975"/>
              <a:buChar char="–"/>
              <a:defRPr sz="975">
                <a:solidFill>
                  <a:schemeClr val="lt1"/>
                </a:solidFill>
              </a:defRPr>
            </a:lvl7pPr>
            <a:lvl8pPr marL="3657600" lvl="7" indent="-290512" algn="l">
              <a:lnSpc>
                <a:spcPct val="95000"/>
              </a:lnSpc>
              <a:spcBef>
                <a:spcPts val="375"/>
              </a:spcBef>
              <a:spcAft>
                <a:spcPts val="0"/>
              </a:spcAft>
              <a:buClr>
                <a:schemeClr val="lt1"/>
              </a:buClr>
              <a:buSzPts val="975"/>
              <a:buChar char="–"/>
              <a:defRPr sz="975">
                <a:solidFill>
                  <a:schemeClr val="lt1"/>
                </a:solidFill>
              </a:defRPr>
            </a:lvl8pPr>
            <a:lvl9pPr marL="4114800" lvl="8" indent="-290512" algn="l">
              <a:lnSpc>
                <a:spcPct val="95000"/>
              </a:lnSpc>
              <a:spcBef>
                <a:spcPts val="375"/>
              </a:spcBef>
              <a:spcAft>
                <a:spcPts val="0"/>
              </a:spcAft>
              <a:buClr>
                <a:schemeClr val="lt1"/>
              </a:buClr>
              <a:buSzPts val="975"/>
              <a:buChar char="–"/>
              <a:defRPr sz="975">
                <a:solidFill>
                  <a:schemeClr val="lt1"/>
                </a:solidFill>
              </a:defRPr>
            </a:lvl9pPr>
          </a:lstStyle>
          <a:p>
            <a:endParaRPr/>
          </a:p>
        </p:txBody>
      </p:sp>
      <p:cxnSp>
        <p:nvCxnSpPr>
          <p:cNvPr id="136" name="Google Shape;136;p11"/>
          <p:cNvCxnSpPr/>
          <p:nvPr/>
        </p:nvCxnSpPr>
        <p:spPr>
          <a:xfrm>
            <a:off x="685800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37" name="Google Shape;137;p11"/>
          <p:cNvSpPr txBox="1"/>
          <p:nvPr/>
        </p:nvSpPr>
        <p:spPr>
          <a:xfrm>
            <a:off x="685800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04</a:t>
            </a:r>
            <a:endParaRPr/>
          </a:p>
        </p:txBody>
      </p:sp>
      <p:sp>
        <p:nvSpPr>
          <p:cNvPr id="138" name="Google Shape;138;p11"/>
          <p:cNvSpPr txBox="1">
            <a:spLocks noGrp="1"/>
          </p:cNvSpPr>
          <p:nvPr>
            <p:ph type="body" idx="4"/>
          </p:nvPr>
        </p:nvSpPr>
        <p:spPr>
          <a:xfrm>
            <a:off x="685800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solidFill>
                  <a:schemeClr val="lt1"/>
                </a:solidFill>
              </a:defRPr>
            </a:lvl1pPr>
            <a:lvl2pPr marL="914400" lvl="1" indent="-290512" algn="l">
              <a:lnSpc>
                <a:spcPct val="95000"/>
              </a:lnSpc>
              <a:spcBef>
                <a:spcPts val="750"/>
              </a:spcBef>
              <a:spcAft>
                <a:spcPts val="0"/>
              </a:spcAft>
              <a:buClr>
                <a:schemeClr val="lt1"/>
              </a:buClr>
              <a:buSzPts val="975"/>
              <a:buFont typeface="Arial"/>
              <a:buChar char="▪"/>
              <a:defRPr sz="975">
                <a:solidFill>
                  <a:schemeClr val="lt1"/>
                </a:solidFill>
              </a:defRPr>
            </a:lvl2pPr>
            <a:lvl3pPr marL="1371600" lvl="2" indent="-290512" algn="l">
              <a:lnSpc>
                <a:spcPct val="95000"/>
              </a:lnSpc>
              <a:spcBef>
                <a:spcPts val="375"/>
              </a:spcBef>
              <a:spcAft>
                <a:spcPts val="0"/>
              </a:spcAft>
              <a:buClr>
                <a:schemeClr val="lt1"/>
              </a:buClr>
              <a:buSzPts val="975"/>
              <a:buChar char="–"/>
              <a:defRPr sz="975">
                <a:solidFill>
                  <a:schemeClr val="lt1"/>
                </a:solidFill>
              </a:defRPr>
            </a:lvl3pPr>
            <a:lvl4pPr marL="1828800" lvl="3" indent="-290512" algn="l">
              <a:lnSpc>
                <a:spcPct val="95000"/>
              </a:lnSpc>
              <a:spcBef>
                <a:spcPts val="375"/>
              </a:spcBef>
              <a:spcAft>
                <a:spcPts val="0"/>
              </a:spcAft>
              <a:buClr>
                <a:schemeClr val="lt1"/>
              </a:buClr>
              <a:buSzPts val="975"/>
              <a:buChar char="–"/>
              <a:defRPr sz="975">
                <a:solidFill>
                  <a:schemeClr val="lt1"/>
                </a:solidFill>
              </a:defRPr>
            </a:lvl4pPr>
            <a:lvl5pPr marL="2286000" lvl="4" indent="-290512" algn="l">
              <a:lnSpc>
                <a:spcPct val="95000"/>
              </a:lnSpc>
              <a:spcBef>
                <a:spcPts val="375"/>
              </a:spcBef>
              <a:spcAft>
                <a:spcPts val="0"/>
              </a:spcAft>
              <a:buClr>
                <a:schemeClr val="lt1"/>
              </a:buClr>
              <a:buSzPts val="975"/>
              <a:buChar char="–"/>
              <a:defRPr sz="975">
                <a:solidFill>
                  <a:schemeClr val="lt1"/>
                </a:solidFill>
              </a:defRPr>
            </a:lvl5pPr>
            <a:lvl6pPr marL="2743200" lvl="5" indent="-290512" algn="l">
              <a:lnSpc>
                <a:spcPct val="95000"/>
              </a:lnSpc>
              <a:spcBef>
                <a:spcPts val="375"/>
              </a:spcBef>
              <a:spcAft>
                <a:spcPts val="0"/>
              </a:spcAft>
              <a:buClr>
                <a:schemeClr val="lt1"/>
              </a:buClr>
              <a:buSzPts val="975"/>
              <a:buChar char="–"/>
              <a:defRPr sz="975">
                <a:solidFill>
                  <a:schemeClr val="lt1"/>
                </a:solidFill>
              </a:defRPr>
            </a:lvl6pPr>
            <a:lvl7pPr marL="3200400" lvl="6" indent="-290512" algn="l">
              <a:lnSpc>
                <a:spcPct val="95000"/>
              </a:lnSpc>
              <a:spcBef>
                <a:spcPts val="375"/>
              </a:spcBef>
              <a:spcAft>
                <a:spcPts val="0"/>
              </a:spcAft>
              <a:buClr>
                <a:schemeClr val="lt1"/>
              </a:buClr>
              <a:buSzPts val="975"/>
              <a:buChar char="–"/>
              <a:defRPr sz="975">
                <a:solidFill>
                  <a:schemeClr val="lt1"/>
                </a:solidFill>
              </a:defRPr>
            </a:lvl7pPr>
            <a:lvl8pPr marL="3657600" lvl="7" indent="-290512" algn="l">
              <a:lnSpc>
                <a:spcPct val="95000"/>
              </a:lnSpc>
              <a:spcBef>
                <a:spcPts val="375"/>
              </a:spcBef>
              <a:spcAft>
                <a:spcPts val="0"/>
              </a:spcAft>
              <a:buClr>
                <a:schemeClr val="lt1"/>
              </a:buClr>
              <a:buSzPts val="975"/>
              <a:buChar char="–"/>
              <a:defRPr sz="975">
                <a:solidFill>
                  <a:schemeClr val="lt1"/>
                </a:solidFill>
              </a:defRPr>
            </a:lvl8pPr>
            <a:lvl9pPr marL="4114800" lvl="8" indent="-290512" algn="l">
              <a:lnSpc>
                <a:spcPct val="95000"/>
              </a:lnSpc>
              <a:spcBef>
                <a:spcPts val="375"/>
              </a:spcBef>
              <a:spcAft>
                <a:spcPts val="0"/>
              </a:spcAft>
              <a:buClr>
                <a:schemeClr val="lt1"/>
              </a:buClr>
              <a:buSzPts val="975"/>
              <a:buChar char="–"/>
              <a:defRPr sz="975">
                <a:solidFill>
                  <a:schemeClr val="lt1"/>
                </a:solidFill>
              </a:defRPr>
            </a:lvl9pPr>
          </a:lstStyle>
          <a:p>
            <a:endParaRPr/>
          </a:p>
        </p:txBody>
      </p:sp>
      <p:sp>
        <p:nvSpPr>
          <p:cNvPr id="139" name="Google Shape;139;p11"/>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11"/>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141" name="Google Shape;141;p11"/>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sp>
        <p:nvSpPr>
          <p:cNvPr id="142" name="Google Shape;142;p11"/>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pic>
        <p:nvPicPr>
          <p:cNvPr id="143" name="Google Shape;143;p11"/>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4 Numbers - White">
  <p:cSld name="4 Numbers - White">
    <p:spTree>
      <p:nvGrpSpPr>
        <p:cNvPr id="1" name="Shape 144"/>
        <p:cNvGrpSpPr/>
        <p:nvPr/>
      </p:nvGrpSpPr>
      <p:grpSpPr>
        <a:xfrm>
          <a:off x="0" y="0"/>
          <a:ext cx="0" cy="0"/>
          <a:chOff x="0" y="0"/>
          <a:chExt cx="0" cy="0"/>
        </a:xfrm>
      </p:grpSpPr>
      <p:sp>
        <p:nvSpPr>
          <p:cNvPr id="145" name="Google Shape;145;p12"/>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46" name="Google Shape;146;p12"/>
          <p:cNvCxnSpPr/>
          <p:nvPr/>
        </p:nvCxnSpPr>
        <p:spPr>
          <a:xfrm>
            <a:off x="41148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47" name="Google Shape;147;p12"/>
          <p:cNvSpPr txBox="1"/>
          <p:nvPr/>
        </p:nvSpPr>
        <p:spPr>
          <a:xfrm>
            <a:off x="41148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01</a:t>
            </a:r>
            <a:endParaRPr/>
          </a:p>
        </p:txBody>
      </p:sp>
      <p:sp>
        <p:nvSpPr>
          <p:cNvPr id="148" name="Google Shape;148;p12"/>
          <p:cNvSpPr txBox="1">
            <a:spLocks noGrp="1"/>
          </p:cNvSpPr>
          <p:nvPr>
            <p:ph type="body" idx="1"/>
          </p:nvPr>
        </p:nvSpPr>
        <p:spPr>
          <a:xfrm>
            <a:off x="41148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Font typeface="Arial"/>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149" name="Google Shape;149;p12"/>
          <p:cNvCxnSpPr/>
          <p:nvPr/>
        </p:nvCxnSpPr>
        <p:spPr>
          <a:xfrm>
            <a:off x="256032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50" name="Google Shape;150;p12"/>
          <p:cNvSpPr txBox="1"/>
          <p:nvPr/>
        </p:nvSpPr>
        <p:spPr>
          <a:xfrm>
            <a:off x="256032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02</a:t>
            </a:r>
            <a:endParaRPr/>
          </a:p>
        </p:txBody>
      </p:sp>
      <p:sp>
        <p:nvSpPr>
          <p:cNvPr id="151" name="Google Shape;151;p12"/>
          <p:cNvSpPr txBox="1">
            <a:spLocks noGrp="1"/>
          </p:cNvSpPr>
          <p:nvPr>
            <p:ph type="body" idx="2"/>
          </p:nvPr>
        </p:nvSpPr>
        <p:spPr>
          <a:xfrm>
            <a:off x="256032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152" name="Google Shape;152;p12"/>
          <p:cNvCxnSpPr/>
          <p:nvPr/>
        </p:nvCxnSpPr>
        <p:spPr>
          <a:xfrm>
            <a:off x="470916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53" name="Google Shape;153;p12"/>
          <p:cNvSpPr txBox="1"/>
          <p:nvPr/>
        </p:nvSpPr>
        <p:spPr>
          <a:xfrm>
            <a:off x="470916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03</a:t>
            </a:r>
            <a:endParaRPr/>
          </a:p>
        </p:txBody>
      </p:sp>
      <p:sp>
        <p:nvSpPr>
          <p:cNvPr id="154" name="Google Shape;154;p12"/>
          <p:cNvSpPr txBox="1">
            <a:spLocks noGrp="1"/>
          </p:cNvSpPr>
          <p:nvPr>
            <p:ph type="body" idx="3"/>
          </p:nvPr>
        </p:nvSpPr>
        <p:spPr>
          <a:xfrm>
            <a:off x="470916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155" name="Google Shape;155;p12"/>
          <p:cNvCxnSpPr/>
          <p:nvPr/>
        </p:nvCxnSpPr>
        <p:spPr>
          <a:xfrm>
            <a:off x="685800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56" name="Google Shape;156;p12"/>
          <p:cNvSpPr txBox="1"/>
          <p:nvPr/>
        </p:nvSpPr>
        <p:spPr>
          <a:xfrm>
            <a:off x="685800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04</a:t>
            </a:r>
            <a:endParaRPr/>
          </a:p>
        </p:txBody>
      </p:sp>
      <p:sp>
        <p:nvSpPr>
          <p:cNvPr id="157" name="Google Shape;157;p12"/>
          <p:cNvSpPr txBox="1">
            <a:spLocks noGrp="1"/>
          </p:cNvSpPr>
          <p:nvPr>
            <p:ph type="body" idx="4"/>
          </p:nvPr>
        </p:nvSpPr>
        <p:spPr>
          <a:xfrm>
            <a:off x="685800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58" name="Google Shape;158;p12"/>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9" name="Google Shape;159;p12"/>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8 Numbers">
  <p:cSld name="8 Numbers">
    <p:bg>
      <p:bgPr>
        <a:solidFill>
          <a:srgbClr val="221F20"/>
        </a:solidFill>
        <a:effectLst/>
      </p:bgPr>
    </p:bg>
    <p:spTree>
      <p:nvGrpSpPr>
        <p:cNvPr id="1" name="Shape 160"/>
        <p:cNvGrpSpPr/>
        <p:nvPr/>
      </p:nvGrpSpPr>
      <p:grpSpPr>
        <a:xfrm>
          <a:off x="0" y="0"/>
          <a:ext cx="0" cy="0"/>
          <a:chOff x="0" y="0"/>
          <a:chExt cx="0" cy="0"/>
        </a:xfrm>
      </p:grpSpPr>
      <p:sp>
        <p:nvSpPr>
          <p:cNvPr id="161" name="Google Shape;161;p13"/>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62" name="Google Shape;162;p13"/>
          <p:cNvCxnSpPr/>
          <p:nvPr/>
        </p:nvCxnSpPr>
        <p:spPr>
          <a:xfrm>
            <a:off x="41148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63" name="Google Shape;163;p13"/>
          <p:cNvSpPr txBox="1"/>
          <p:nvPr/>
        </p:nvSpPr>
        <p:spPr>
          <a:xfrm>
            <a:off x="41148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01</a:t>
            </a:r>
            <a:endParaRPr/>
          </a:p>
        </p:txBody>
      </p:sp>
      <p:sp>
        <p:nvSpPr>
          <p:cNvPr id="164" name="Google Shape;164;p13"/>
          <p:cNvSpPr txBox="1">
            <a:spLocks noGrp="1"/>
          </p:cNvSpPr>
          <p:nvPr>
            <p:ph type="body" idx="1"/>
          </p:nvPr>
        </p:nvSpPr>
        <p:spPr>
          <a:xfrm>
            <a:off x="41148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65" name="Google Shape;165;p13"/>
          <p:cNvCxnSpPr/>
          <p:nvPr/>
        </p:nvCxnSpPr>
        <p:spPr>
          <a:xfrm>
            <a:off x="256032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66" name="Google Shape;166;p13"/>
          <p:cNvSpPr txBox="1"/>
          <p:nvPr/>
        </p:nvSpPr>
        <p:spPr>
          <a:xfrm>
            <a:off x="256032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02</a:t>
            </a:r>
            <a:endParaRPr/>
          </a:p>
        </p:txBody>
      </p:sp>
      <p:sp>
        <p:nvSpPr>
          <p:cNvPr id="167" name="Google Shape;167;p13"/>
          <p:cNvSpPr txBox="1">
            <a:spLocks noGrp="1"/>
          </p:cNvSpPr>
          <p:nvPr>
            <p:ph type="body" idx="2"/>
          </p:nvPr>
        </p:nvSpPr>
        <p:spPr>
          <a:xfrm>
            <a:off x="256032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68" name="Google Shape;168;p13"/>
          <p:cNvCxnSpPr/>
          <p:nvPr/>
        </p:nvCxnSpPr>
        <p:spPr>
          <a:xfrm>
            <a:off x="470916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69" name="Google Shape;169;p13"/>
          <p:cNvSpPr txBox="1"/>
          <p:nvPr/>
        </p:nvSpPr>
        <p:spPr>
          <a:xfrm>
            <a:off x="470916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03</a:t>
            </a:r>
            <a:endParaRPr/>
          </a:p>
        </p:txBody>
      </p:sp>
      <p:sp>
        <p:nvSpPr>
          <p:cNvPr id="170" name="Google Shape;170;p13"/>
          <p:cNvSpPr txBox="1">
            <a:spLocks noGrp="1"/>
          </p:cNvSpPr>
          <p:nvPr>
            <p:ph type="body" idx="3"/>
          </p:nvPr>
        </p:nvSpPr>
        <p:spPr>
          <a:xfrm>
            <a:off x="470916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71" name="Google Shape;171;p13"/>
          <p:cNvCxnSpPr/>
          <p:nvPr/>
        </p:nvCxnSpPr>
        <p:spPr>
          <a:xfrm>
            <a:off x="685800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72" name="Google Shape;172;p13"/>
          <p:cNvSpPr txBox="1"/>
          <p:nvPr/>
        </p:nvSpPr>
        <p:spPr>
          <a:xfrm>
            <a:off x="685800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04</a:t>
            </a:r>
            <a:endParaRPr/>
          </a:p>
        </p:txBody>
      </p:sp>
      <p:sp>
        <p:nvSpPr>
          <p:cNvPr id="173" name="Google Shape;173;p13"/>
          <p:cNvSpPr txBox="1">
            <a:spLocks noGrp="1"/>
          </p:cNvSpPr>
          <p:nvPr>
            <p:ph type="body" idx="4"/>
          </p:nvPr>
        </p:nvSpPr>
        <p:spPr>
          <a:xfrm>
            <a:off x="685800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74" name="Google Shape;174;p13"/>
          <p:cNvCxnSpPr/>
          <p:nvPr/>
        </p:nvCxnSpPr>
        <p:spPr>
          <a:xfrm>
            <a:off x="411480" y="29146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75" name="Google Shape;175;p13"/>
          <p:cNvSpPr txBox="1"/>
          <p:nvPr/>
        </p:nvSpPr>
        <p:spPr>
          <a:xfrm>
            <a:off x="41148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05</a:t>
            </a:r>
            <a:endParaRPr/>
          </a:p>
        </p:txBody>
      </p:sp>
      <p:sp>
        <p:nvSpPr>
          <p:cNvPr id="176" name="Google Shape;176;p13"/>
          <p:cNvSpPr txBox="1">
            <a:spLocks noGrp="1"/>
          </p:cNvSpPr>
          <p:nvPr>
            <p:ph type="body" idx="5"/>
          </p:nvPr>
        </p:nvSpPr>
        <p:spPr>
          <a:xfrm>
            <a:off x="41148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77" name="Google Shape;177;p13"/>
          <p:cNvCxnSpPr/>
          <p:nvPr/>
        </p:nvCxnSpPr>
        <p:spPr>
          <a:xfrm>
            <a:off x="2560320" y="29146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78" name="Google Shape;178;p13"/>
          <p:cNvSpPr txBox="1"/>
          <p:nvPr/>
        </p:nvSpPr>
        <p:spPr>
          <a:xfrm>
            <a:off x="256032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06</a:t>
            </a:r>
            <a:endParaRPr/>
          </a:p>
        </p:txBody>
      </p:sp>
      <p:sp>
        <p:nvSpPr>
          <p:cNvPr id="179" name="Google Shape;179;p13"/>
          <p:cNvSpPr txBox="1">
            <a:spLocks noGrp="1"/>
          </p:cNvSpPr>
          <p:nvPr>
            <p:ph type="body" idx="6"/>
          </p:nvPr>
        </p:nvSpPr>
        <p:spPr>
          <a:xfrm>
            <a:off x="256032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80" name="Google Shape;180;p13"/>
          <p:cNvCxnSpPr/>
          <p:nvPr/>
        </p:nvCxnSpPr>
        <p:spPr>
          <a:xfrm>
            <a:off x="4709160" y="29146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81" name="Google Shape;181;p13"/>
          <p:cNvSpPr txBox="1"/>
          <p:nvPr/>
        </p:nvSpPr>
        <p:spPr>
          <a:xfrm>
            <a:off x="470916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07</a:t>
            </a:r>
            <a:endParaRPr/>
          </a:p>
        </p:txBody>
      </p:sp>
      <p:sp>
        <p:nvSpPr>
          <p:cNvPr id="182" name="Google Shape;182;p13"/>
          <p:cNvSpPr txBox="1">
            <a:spLocks noGrp="1"/>
          </p:cNvSpPr>
          <p:nvPr>
            <p:ph type="body" idx="7"/>
          </p:nvPr>
        </p:nvSpPr>
        <p:spPr>
          <a:xfrm>
            <a:off x="470916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83" name="Google Shape;183;p13"/>
          <p:cNvCxnSpPr/>
          <p:nvPr/>
        </p:nvCxnSpPr>
        <p:spPr>
          <a:xfrm>
            <a:off x="6858000" y="29146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84" name="Google Shape;184;p13"/>
          <p:cNvSpPr txBox="1"/>
          <p:nvPr/>
        </p:nvSpPr>
        <p:spPr>
          <a:xfrm>
            <a:off x="685800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08</a:t>
            </a:r>
            <a:endParaRPr/>
          </a:p>
        </p:txBody>
      </p:sp>
      <p:sp>
        <p:nvSpPr>
          <p:cNvPr id="185" name="Google Shape;185;p13"/>
          <p:cNvSpPr txBox="1">
            <a:spLocks noGrp="1"/>
          </p:cNvSpPr>
          <p:nvPr>
            <p:ph type="body" idx="8"/>
          </p:nvPr>
        </p:nvSpPr>
        <p:spPr>
          <a:xfrm>
            <a:off x="685800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sp>
        <p:nvSpPr>
          <p:cNvPr id="186" name="Google Shape;186;p13"/>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7" name="Google Shape;187;p13"/>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188" name="Google Shape;188;p13"/>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sp>
        <p:nvSpPr>
          <p:cNvPr id="189" name="Google Shape;189;p13"/>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pic>
        <p:nvPicPr>
          <p:cNvPr id="190" name="Google Shape;190;p13"/>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8 Numbers - White">
  <p:cSld name="8 Numbers - White">
    <p:spTree>
      <p:nvGrpSpPr>
        <p:cNvPr id="1" name="Shape 191"/>
        <p:cNvGrpSpPr/>
        <p:nvPr/>
      </p:nvGrpSpPr>
      <p:grpSpPr>
        <a:xfrm>
          <a:off x="0" y="0"/>
          <a:ext cx="0" cy="0"/>
          <a:chOff x="0" y="0"/>
          <a:chExt cx="0" cy="0"/>
        </a:xfrm>
      </p:grpSpPr>
      <p:sp>
        <p:nvSpPr>
          <p:cNvPr id="192" name="Google Shape;192;p14"/>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93" name="Google Shape;193;p14"/>
          <p:cNvCxnSpPr/>
          <p:nvPr/>
        </p:nvCxnSpPr>
        <p:spPr>
          <a:xfrm>
            <a:off x="41148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94" name="Google Shape;194;p14"/>
          <p:cNvSpPr txBox="1"/>
          <p:nvPr/>
        </p:nvSpPr>
        <p:spPr>
          <a:xfrm>
            <a:off x="41148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01</a:t>
            </a:r>
            <a:endParaRPr/>
          </a:p>
        </p:txBody>
      </p:sp>
      <p:sp>
        <p:nvSpPr>
          <p:cNvPr id="195" name="Google Shape;195;p14"/>
          <p:cNvSpPr txBox="1">
            <a:spLocks noGrp="1"/>
          </p:cNvSpPr>
          <p:nvPr>
            <p:ph type="body" idx="1"/>
          </p:nvPr>
        </p:nvSpPr>
        <p:spPr>
          <a:xfrm>
            <a:off x="41148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196" name="Google Shape;196;p14"/>
          <p:cNvCxnSpPr/>
          <p:nvPr/>
        </p:nvCxnSpPr>
        <p:spPr>
          <a:xfrm>
            <a:off x="256032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97" name="Google Shape;197;p14"/>
          <p:cNvSpPr txBox="1"/>
          <p:nvPr/>
        </p:nvSpPr>
        <p:spPr>
          <a:xfrm>
            <a:off x="256032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02</a:t>
            </a:r>
            <a:endParaRPr/>
          </a:p>
        </p:txBody>
      </p:sp>
      <p:sp>
        <p:nvSpPr>
          <p:cNvPr id="198" name="Google Shape;198;p14"/>
          <p:cNvSpPr txBox="1">
            <a:spLocks noGrp="1"/>
          </p:cNvSpPr>
          <p:nvPr>
            <p:ph type="body" idx="2"/>
          </p:nvPr>
        </p:nvSpPr>
        <p:spPr>
          <a:xfrm>
            <a:off x="256032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199" name="Google Shape;199;p14"/>
          <p:cNvCxnSpPr/>
          <p:nvPr/>
        </p:nvCxnSpPr>
        <p:spPr>
          <a:xfrm>
            <a:off x="470916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00" name="Google Shape;200;p14"/>
          <p:cNvSpPr txBox="1"/>
          <p:nvPr/>
        </p:nvSpPr>
        <p:spPr>
          <a:xfrm>
            <a:off x="470916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03</a:t>
            </a:r>
            <a:endParaRPr/>
          </a:p>
        </p:txBody>
      </p:sp>
      <p:sp>
        <p:nvSpPr>
          <p:cNvPr id="201" name="Google Shape;201;p14"/>
          <p:cNvSpPr txBox="1">
            <a:spLocks noGrp="1"/>
          </p:cNvSpPr>
          <p:nvPr>
            <p:ph type="body" idx="3"/>
          </p:nvPr>
        </p:nvSpPr>
        <p:spPr>
          <a:xfrm>
            <a:off x="470916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202" name="Google Shape;202;p14"/>
          <p:cNvCxnSpPr/>
          <p:nvPr/>
        </p:nvCxnSpPr>
        <p:spPr>
          <a:xfrm>
            <a:off x="685800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03" name="Google Shape;203;p14"/>
          <p:cNvSpPr txBox="1"/>
          <p:nvPr/>
        </p:nvSpPr>
        <p:spPr>
          <a:xfrm>
            <a:off x="685800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04</a:t>
            </a:r>
            <a:endParaRPr/>
          </a:p>
        </p:txBody>
      </p:sp>
      <p:sp>
        <p:nvSpPr>
          <p:cNvPr id="204" name="Google Shape;204;p14"/>
          <p:cNvSpPr txBox="1">
            <a:spLocks noGrp="1"/>
          </p:cNvSpPr>
          <p:nvPr>
            <p:ph type="body" idx="4"/>
          </p:nvPr>
        </p:nvSpPr>
        <p:spPr>
          <a:xfrm>
            <a:off x="685800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205" name="Google Shape;205;p14"/>
          <p:cNvCxnSpPr/>
          <p:nvPr/>
        </p:nvCxnSpPr>
        <p:spPr>
          <a:xfrm>
            <a:off x="411480" y="29146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06" name="Google Shape;206;p14"/>
          <p:cNvSpPr txBox="1"/>
          <p:nvPr/>
        </p:nvSpPr>
        <p:spPr>
          <a:xfrm>
            <a:off x="41148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05</a:t>
            </a:r>
            <a:endParaRPr/>
          </a:p>
        </p:txBody>
      </p:sp>
      <p:sp>
        <p:nvSpPr>
          <p:cNvPr id="207" name="Google Shape;207;p14"/>
          <p:cNvSpPr txBox="1">
            <a:spLocks noGrp="1"/>
          </p:cNvSpPr>
          <p:nvPr>
            <p:ph type="body" idx="5"/>
          </p:nvPr>
        </p:nvSpPr>
        <p:spPr>
          <a:xfrm>
            <a:off x="41148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208" name="Google Shape;208;p14"/>
          <p:cNvCxnSpPr/>
          <p:nvPr/>
        </p:nvCxnSpPr>
        <p:spPr>
          <a:xfrm>
            <a:off x="2560320" y="29146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09" name="Google Shape;209;p14"/>
          <p:cNvSpPr txBox="1"/>
          <p:nvPr/>
        </p:nvSpPr>
        <p:spPr>
          <a:xfrm>
            <a:off x="256032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06</a:t>
            </a:r>
            <a:endParaRPr/>
          </a:p>
        </p:txBody>
      </p:sp>
      <p:sp>
        <p:nvSpPr>
          <p:cNvPr id="210" name="Google Shape;210;p14"/>
          <p:cNvSpPr txBox="1">
            <a:spLocks noGrp="1"/>
          </p:cNvSpPr>
          <p:nvPr>
            <p:ph type="body" idx="6"/>
          </p:nvPr>
        </p:nvSpPr>
        <p:spPr>
          <a:xfrm>
            <a:off x="256032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211" name="Google Shape;211;p14"/>
          <p:cNvCxnSpPr/>
          <p:nvPr/>
        </p:nvCxnSpPr>
        <p:spPr>
          <a:xfrm>
            <a:off x="4709160" y="29146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12" name="Google Shape;212;p14"/>
          <p:cNvSpPr txBox="1"/>
          <p:nvPr/>
        </p:nvSpPr>
        <p:spPr>
          <a:xfrm>
            <a:off x="470916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07</a:t>
            </a:r>
            <a:endParaRPr/>
          </a:p>
        </p:txBody>
      </p:sp>
      <p:sp>
        <p:nvSpPr>
          <p:cNvPr id="213" name="Google Shape;213;p14"/>
          <p:cNvSpPr txBox="1">
            <a:spLocks noGrp="1"/>
          </p:cNvSpPr>
          <p:nvPr>
            <p:ph type="body" idx="7"/>
          </p:nvPr>
        </p:nvSpPr>
        <p:spPr>
          <a:xfrm>
            <a:off x="470916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214" name="Google Shape;214;p14"/>
          <p:cNvCxnSpPr/>
          <p:nvPr/>
        </p:nvCxnSpPr>
        <p:spPr>
          <a:xfrm>
            <a:off x="6858000" y="29146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15" name="Google Shape;215;p14"/>
          <p:cNvSpPr txBox="1"/>
          <p:nvPr/>
        </p:nvSpPr>
        <p:spPr>
          <a:xfrm>
            <a:off x="685800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08</a:t>
            </a:r>
            <a:endParaRPr/>
          </a:p>
        </p:txBody>
      </p:sp>
      <p:sp>
        <p:nvSpPr>
          <p:cNvPr id="216" name="Google Shape;216;p14"/>
          <p:cNvSpPr txBox="1">
            <a:spLocks noGrp="1"/>
          </p:cNvSpPr>
          <p:nvPr>
            <p:ph type="body" idx="8"/>
          </p:nvPr>
        </p:nvSpPr>
        <p:spPr>
          <a:xfrm>
            <a:off x="685800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217" name="Google Shape;217;p14"/>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8" name="Google Shape;218;p14"/>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Full Image">
  <p:cSld name="Full Image">
    <p:spTree>
      <p:nvGrpSpPr>
        <p:cNvPr id="1" name="Shape 219"/>
        <p:cNvGrpSpPr/>
        <p:nvPr/>
      </p:nvGrpSpPr>
      <p:grpSpPr>
        <a:xfrm>
          <a:off x="0" y="0"/>
          <a:ext cx="0" cy="0"/>
          <a:chOff x="0" y="0"/>
          <a:chExt cx="0" cy="0"/>
        </a:xfrm>
      </p:grpSpPr>
      <p:sp>
        <p:nvSpPr>
          <p:cNvPr id="220" name="Google Shape;220;p15"/>
          <p:cNvSpPr>
            <a:spLocks noGrp="1"/>
          </p:cNvSpPr>
          <p:nvPr>
            <p:ph type="pic" idx="2"/>
          </p:nvPr>
        </p:nvSpPr>
        <p:spPr>
          <a:xfrm>
            <a:off x="0" y="171450"/>
            <a:ext cx="9144000" cy="4800600"/>
          </a:xfrm>
          <a:prstGeom prst="rect">
            <a:avLst/>
          </a:prstGeom>
          <a:solidFill>
            <a:srgbClr val="D5D5D7"/>
          </a:solidFill>
          <a:ln>
            <a:noFill/>
          </a:ln>
        </p:spPr>
      </p:sp>
      <p:sp>
        <p:nvSpPr>
          <p:cNvPr id="221" name="Google Shape;221;p15"/>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2" name="Google Shape;222;p15"/>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3" name="Google Shape;223;p15"/>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pic>
        <p:nvPicPr>
          <p:cNvPr id="224" name="Google Shape;224;p15"/>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ntent and Image 01">
  <p:cSld name="Content and Image 01">
    <p:spTree>
      <p:nvGrpSpPr>
        <p:cNvPr id="1" name="Shape 225"/>
        <p:cNvGrpSpPr/>
        <p:nvPr/>
      </p:nvGrpSpPr>
      <p:grpSpPr>
        <a:xfrm>
          <a:off x="0" y="0"/>
          <a:ext cx="0" cy="0"/>
          <a:chOff x="0" y="0"/>
          <a:chExt cx="0" cy="0"/>
        </a:xfrm>
      </p:grpSpPr>
      <p:sp>
        <p:nvSpPr>
          <p:cNvPr id="226" name="Google Shape;226;p16"/>
          <p:cNvSpPr txBox="1">
            <a:spLocks noGrp="1"/>
          </p:cNvSpPr>
          <p:nvPr>
            <p:ph type="title"/>
          </p:nvPr>
        </p:nvSpPr>
        <p:spPr>
          <a:xfrm>
            <a:off x="411480" y="308611"/>
            <a:ext cx="402336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100"/>
              <a:buFont typeface="Arial"/>
              <a:buNone/>
              <a:defRPr sz="21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7" name="Google Shape;227;p16"/>
          <p:cNvSpPr txBox="1">
            <a:spLocks noGrp="1"/>
          </p:cNvSpPr>
          <p:nvPr>
            <p:ph type="body" idx="1"/>
          </p:nvPr>
        </p:nvSpPr>
        <p:spPr>
          <a:xfrm>
            <a:off x="411479" y="1200150"/>
            <a:ext cx="4023360"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228" name="Google Shape;228;p16"/>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6"/>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230" name="Google Shape;230;p16"/>
          <p:cNvSpPr>
            <a:spLocks noGrp="1"/>
          </p:cNvSpPr>
          <p:nvPr>
            <p:ph type="pic" idx="2"/>
          </p:nvPr>
        </p:nvSpPr>
        <p:spPr>
          <a:xfrm>
            <a:off x="4708528" y="807244"/>
            <a:ext cx="4024311" cy="3821906"/>
          </a:xfrm>
          <a:prstGeom prst="rect">
            <a:avLst/>
          </a:prstGeom>
          <a:solidFill>
            <a:srgbClr val="D5D5D7"/>
          </a:solidFill>
          <a:ln>
            <a:noFill/>
          </a:ln>
        </p:spPr>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ntent and Image 02">
  <p:cSld name="Content and Image 02">
    <p:spTree>
      <p:nvGrpSpPr>
        <p:cNvPr id="1" name="Shape 231"/>
        <p:cNvGrpSpPr/>
        <p:nvPr/>
      </p:nvGrpSpPr>
      <p:grpSpPr>
        <a:xfrm>
          <a:off x="0" y="0"/>
          <a:ext cx="0" cy="0"/>
          <a:chOff x="0" y="0"/>
          <a:chExt cx="0" cy="0"/>
        </a:xfrm>
      </p:grpSpPr>
      <p:sp>
        <p:nvSpPr>
          <p:cNvPr id="232" name="Google Shape;232;p17"/>
          <p:cNvSpPr>
            <a:spLocks noGrp="1"/>
          </p:cNvSpPr>
          <p:nvPr>
            <p:ph type="pic" idx="2"/>
          </p:nvPr>
        </p:nvSpPr>
        <p:spPr>
          <a:xfrm>
            <a:off x="411479" y="308610"/>
            <a:ext cx="8321040" cy="2331720"/>
          </a:xfrm>
          <a:prstGeom prst="rect">
            <a:avLst/>
          </a:prstGeom>
          <a:solidFill>
            <a:srgbClr val="D5D5D7"/>
          </a:solidFill>
          <a:ln>
            <a:noFill/>
          </a:ln>
        </p:spPr>
      </p:sp>
      <p:sp>
        <p:nvSpPr>
          <p:cNvPr id="233" name="Google Shape;233;p17"/>
          <p:cNvSpPr txBox="1">
            <a:spLocks noGrp="1"/>
          </p:cNvSpPr>
          <p:nvPr>
            <p:ph type="title"/>
          </p:nvPr>
        </p:nvSpPr>
        <p:spPr>
          <a:xfrm>
            <a:off x="411480" y="2846070"/>
            <a:ext cx="402336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100"/>
              <a:buFont typeface="Arial"/>
              <a:buNone/>
              <a:defRPr sz="21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4" name="Google Shape;234;p17"/>
          <p:cNvSpPr txBox="1">
            <a:spLocks noGrp="1"/>
          </p:cNvSpPr>
          <p:nvPr>
            <p:ph type="body" idx="1"/>
          </p:nvPr>
        </p:nvSpPr>
        <p:spPr>
          <a:xfrm>
            <a:off x="4709159" y="2846070"/>
            <a:ext cx="4023360" cy="178308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235" name="Google Shape;235;p17"/>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7"/>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2390">
          <p15:clr>
            <a:srgbClr val="A4A3A4"/>
          </p15:clr>
        </p15:guide>
        <p15:guide id="2" orient="horz" pos="3888">
          <p15:clr>
            <a:srgbClr val="A4A3A4"/>
          </p15:clr>
        </p15:guide>
        <p15:guide id="3" orient="horz" pos="2218">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and 2 Images">
  <p:cSld name="Content and 2 Images">
    <p:spTree>
      <p:nvGrpSpPr>
        <p:cNvPr id="1" name="Shape 237"/>
        <p:cNvGrpSpPr/>
        <p:nvPr/>
      </p:nvGrpSpPr>
      <p:grpSpPr>
        <a:xfrm>
          <a:off x="0" y="0"/>
          <a:ext cx="0" cy="0"/>
          <a:chOff x="0" y="0"/>
          <a:chExt cx="0" cy="0"/>
        </a:xfrm>
      </p:grpSpPr>
      <p:sp>
        <p:nvSpPr>
          <p:cNvPr id="238" name="Google Shape;238;p18"/>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9" name="Google Shape;239;p18"/>
          <p:cNvSpPr>
            <a:spLocks noGrp="1"/>
          </p:cNvSpPr>
          <p:nvPr>
            <p:ph type="pic" idx="2"/>
          </p:nvPr>
        </p:nvSpPr>
        <p:spPr>
          <a:xfrm>
            <a:off x="411479" y="1200150"/>
            <a:ext cx="4023360" cy="1714500"/>
          </a:xfrm>
          <a:prstGeom prst="rect">
            <a:avLst/>
          </a:prstGeom>
          <a:solidFill>
            <a:srgbClr val="D5D5D7"/>
          </a:solidFill>
          <a:ln>
            <a:noFill/>
          </a:ln>
        </p:spPr>
      </p:sp>
      <p:sp>
        <p:nvSpPr>
          <p:cNvPr id="240" name="Google Shape;240;p18"/>
          <p:cNvSpPr txBox="1">
            <a:spLocks noGrp="1"/>
          </p:cNvSpPr>
          <p:nvPr>
            <p:ph type="body" idx="1"/>
          </p:nvPr>
        </p:nvSpPr>
        <p:spPr>
          <a:xfrm>
            <a:off x="411478" y="3086100"/>
            <a:ext cx="4023360"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350"/>
              <a:buFont typeface="Arial"/>
              <a:buNone/>
              <a:defRPr sz="1350" b="1"/>
            </a:lvl1pPr>
            <a:lvl2pPr marL="914400" lvl="1" indent="-228600" algn="l">
              <a:lnSpc>
                <a:spcPct val="95000"/>
              </a:lnSpc>
              <a:spcBef>
                <a:spcPts val="0"/>
              </a:spcBef>
              <a:spcAft>
                <a:spcPts val="0"/>
              </a:spcAft>
              <a:buClr>
                <a:schemeClr val="dk1"/>
              </a:buClr>
              <a:buSzPts val="1350"/>
              <a:buFont typeface="Arial"/>
              <a:buNone/>
              <a:defRPr sz="1350" b="1"/>
            </a:lvl2pPr>
            <a:lvl3pPr marL="1371600" lvl="2" indent="-228600" algn="l">
              <a:lnSpc>
                <a:spcPct val="95000"/>
              </a:lnSpc>
              <a:spcBef>
                <a:spcPts val="0"/>
              </a:spcBef>
              <a:spcAft>
                <a:spcPts val="0"/>
              </a:spcAft>
              <a:buClr>
                <a:schemeClr val="dk1"/>
              </a:buClr>
              <a:buSzPts val="1350"/>
              <a:buFont typeface="Arial"/>
              <a:buNone/>
              <a:defRPr sz="1350" b="1"/>
            </a:lvl3pPr>
            <a:lvl4pPr marL="1828800" lvl="3" indent="-228600" algn="l">
              <a:lnSpc>
                <a:spcPct val="95000"/>
              </a:lnSpc>
              <a:spcBef>
                <a:spcPts val="0"/>
              </a:spcBef>
              <a:spcAft>
                <a:spcPts val="0"/>
              </a:spcAft>
              <a:buClr>
                <a:schemeClr val="dk1"/>
              </a:buClr>
              <a:buSzPts val="1350"/>
              <a:buFont typeface="Arial"/>
              <a:buNone/>
              <a:defRPr sz="1350" b="1"/>
            </a:lvl4pPr>
            <a:lvl5pPr marL="2286000" lvl="4" indent="-228600" algn="l">
              <a:lnSpc>
                <a:spcPct val="95000"/>
              </a:lnSpc>
              <a:spcBef>
                <a:spcPts val="0"/>
              </a:spcBef>
              <a:spcAft>
                <a:spcPts val="0"/>
              </a:spcAft>
              <a:buClr>
                <a:schemeClr val="dk1"/>
              </a:buClr>
              <a:buSzPts val="1350"/>
              <a:buFont typeface="Arial"/>
              <a:buNone/>
              <a:defRPr sz="1350" b="1"/>
            </a:lvl5pPr>
            <a:lvl6pPr marL="2743200" lvl="5" indent="-228600" algn="l">
              <a:lnSpc>
                <a:spcPct val="95000"/>
              </a:lnSpc>
              <a:spcBef>
                <a:spcPts val="0"/>
              </a:spcBef>
              <a:spcAft>
                <a:spcPts val="0"/>
              </a:spcAft>
              <a:buClr>
                <a:schemeClr val="dk1"/>
              </a:buClr>
              <a:buSzPts val="1350"/>
              <a:buFont typeface="Arial"/>
              <a:buNone/>
              <a:defRPr sz="1350" b="1"/>
            </a:lvl6pPr>
            <a:lvl7pPr marL="3200400" lvl="6" indent="-228600" algn="l">
              <a:lnSpc>
                <a:spcPct val="95000"/>
              </a:lnSpc>
              <a:spcBef>
                <a:spcPts val="0"/>
              </a:spcBef>
              <a:spcAft>
                <a:spcPts val="0"/>
              </a:spcAft>
              <a:buClr>
                <a:schemeClr val="dk1"/>
              </a:buClr>
              <a:buSzPts val="1350"/>
              <a:buFont typeface="Arial"/>
              <a:buNone/>
              <a:defRPr sz="1350" b="1"/>
            </a:lvl7pPr>
            <a:lvl8pPr marL="3657600" lvl="7" indent="-228600" algn="l">
              <a:lnSpc>
                <a:spcPct val="95000"/>
              </a:lnSpc>
              <a:spcBef>
                <a:spcPts val="0"/>
              </a:spcBef>
              <a:spcAft>
                <a:spcPts val="0"/>
              </a:spcAft>
              <a:buClr>
                <a:schemeClr val="dk1"/>
              </a:buClr>
              <a:buSzPts val="1350"/>
              <a:buFont typeface="Arial"/>
              <a:buNone/>
              <a:defRPr sz="1350" b="1"/>
            </a:lvl8pPr>
            <a:lvl9pPr marL="4114800" lvl="8" indent="-228600" algn="l">
              <a:lnSpc>
                <a:spcPct val="95000"/>
              </a:lnSpc>
              <a:spcBef>
                <a:spcPts val="0"/>
              </a:spcBef>
              <a:spcAft>
                <a:spcPts val="0"/>
              </a:spcAft>
              <a:buClr>
                <a:schemeClr val="dk1"/>
              </a:buClr>
              <a:buSzPts val="1350"/>
              <a:buFont typeface="Arial"/>
              <a:buNone/>
              <a:defRPr sz="1350" b="1"/>
            </a:lvl9pPr>
          </a:lstStyle>
          <a:p>
            <a:endParaRPr/>
          </a:p>
        </p:txBody>
      </p:sp>
      <p:sp>
        <p:nvSpPr>
          <p:cNvPr id="241" name="Google Shape;241;p18"/>
          <p:cNvSpPr txBox="1">
            <a:spLocks noGrp="1"/>
          </p:cNvSpPr>
          <p:nvPr>
            <p:ph type="body" idx="3"/>
          </p:nvPr>
        </p:nvSpPr>
        <p:spPr>
          <a:xfrm>
            <a:off x="411479" y="3394710"/>
            <a:ext cx="4023360" cy="1234440"/>
          </a:xfrm>
          <a:prstGeom prst="rect">
            <a:avLst/>
          </a:prstGeom>
          <a:noFill/>
          <a:ln>
            <a:noFill/>
          </a:ln>
        </p:spPr>
        <p:txBody>
          <a:bodyPr spcFirstLastPara="1" wrap="square" lIns="0" tIns="0" rIns="0" bIns="0" anchor="t" anchorCtr="0">
            <a:noAutofit/>
          </a:bodyPr>
          <a:lstStyle>
            <a:lvl1pPr marL="457200" lvl="0" indent="-300037" algn="l">
              <a:lnSpc>
                <a:spcPct val="95000"/>
              </a:lnSpc>
              <a:spcBef>
                <a:spcPts val="750"/>
              </a:spcBef>
              <a:spcAft>
                <a:spcPts val="0"/>
              </a:spcAft>
              <a:buClr>
                <a:schemeClr val="dk1"/>
              </a:buClr>
              <a:buSzPts val="1125"/>
              <a:buChar char="▪"/>
              <a:defRPr sz="1125"/>
            </a:lvl1pPr>
            <a:lvl2pPr marL="914400" lvl="1" indent="-300037" algn="l">
              <a:lnSpc>
                <a:spcPct val="95000"/>
              </a:lnSpc>
              <a:spcBef>
                <a:spcPts val="375"/>
              </a:spcBef>
              <a:spcAft>
                <a:spcPts val="0"/>
              </a:spcAft>
              <a:buClr>
                <a:schemeClr val="dk1"/>
              </a:buClr>
              <a:buSzPts val="1125"/>
              <a:buChar char="–"/>
              <a:defRPr sz="1125"/>
            </a:lvl2pPr>
            <a:lvl3pPr marL="1371600" lvl="2" indent="-300037" algn="l">
              <a:lnSpc>
                <a:spcPct val="95000"/>
              </a:lnSpc>
              <a:spcBef>
                <a:spcPts val="375"/>
              </a:spcBef>
              <a:spcAft>
                <a:spcPts val="0"/>
              </a:spcAft>
              <a:buClr>
                <a:schemeClr val="dk1"/>
              </a:buClr>
              <a:buSzPts val="1125"/>
              <a:buChar char="–"/>
              <a:defRPr sz="1125"/>
            </a:lvl3pPr>
            <a:lvl4pPr marL="1828800" lvl="3" indent="-300037" algn="l">
              <a:lnSpc>
                <a:spcPct val="95000"/>
              </a:lnSpc>
              <a:spcBef>
                <a:spcPts val="375"/>
              </a:spcBef>
              <a:spcAft>
                <a:spcPts val="0"/>
              </a:spcAft>
              <a:buClr>
                <a:schemeClr val="dk1"/>
              </a:buClr>
              <a:buSzPts val="1125"/>
              <a:buChar char="–"/>
              <a:defRPr sz="1125"/>
            </a:lvl4pPr>
            <a:lvl5pPr marL="2286000" lvl="4" indent="-300037" algn="l">
              <a:lnSpc>
                <a:spcPct val="95000"/>
              </a:lnSpc>
              <a:spcBef>
                <a:spcPts val="375"/>
              </a:spcBef>
              <a:spcAft>
                <a:spcPts val="0"/>
              </a:spcAft>
              <a:buClr>
                <a:schemeClr val="dk1"/>
              </a:buClr>
              <a:buSzPts val="1125"/>
              <a:buChar char="–"/>
              <a:defRPr sz="1125"/>
            </a:lvl5pPr>
            <a:lvl6pPr marL="2743200" lvl="5" indent="-300037" algn="l">
              <a:lnSpc>
                <a:spcPct val="95000"/>
              </a:lnSpc>
              <a:spcBef>
                <a:spcPts val="375"/>
              </a:spcBef>
              <a:spcAft>
                <a:spcPts val="0"/>
              </a:spcAft>
              <a:buClr>
                <a:schemeClr val="dk1"/>
              </a:buClr>
              <a:buSzPts val="1125"/>
              <a:buChar char="–"/>
              <a:defRPr sz="1125"/>
            </a:lvl6pPr>
            <a:lvl7pPr marL="3200400" lvl="6" indent="-300037" algn="l">
              <a:lnSpc>
                <a:spcPct val="95000"/>
              </a:lnSpc>
              <a:spcBef>
                <a:spcPts val="375"/>
              </a:spcBef>
              <a:spcAft>
                <a:spcPts val="0"/>
              </a:spcAft>
              <a:buClr>
                <a:schemeClr val="dk1"/>
              </a:buClr>
              <a:buSzPts val="1125"/>
              <a:buChar char="–"/>
              <a:defRPr sz="1125"/>
            </a:lvl7pPr>
            <a:lvl8pPr marL="3657600" lvl="7" indent="-300037" algn="l">
              <a:lnSpc>
                <a:spcPct val="95000"/>
              </a:lnSpc>
              <a:spcBef>
                <a:spcPts val="375"/>
              </a:spcBef>
              <a:spcAft>
                <a:spcPts val="0"/>
              </a:spcAft>
              <a:buClr>
                <a:schemeClr val="dk1"/>
              </a:buClr>
              <a:buSzPts val="1125"/>
              <a:buChar char="–"/>
              <a:defRPr sz="1125"/>
            </a:lvl8pPr>
            <a:lvl9pPr marL="4114800" lvl="8" indent="-300037" algn="l">
              <a:lnSpc>
                <a:spcPct val="95000"/>
              </a:lnSpc>
              <a:spcBef>
                <a:spcPts val="375"/>
              </a:spcBef>
              <a:spcAft>
                <a:spcPts val="0"/>
              </a:spcAft>
              <a:buClr>
                <a:schemeClr val="dk1"/>
              </a:buClr>
              <a:buSzPts val="1125"/>
              <a:buChar char="–"/>
              <a:defRPr sz="1125"/>
            </a:lvl9pPr>
          </a:lstStyle>
          <a:p>
            <a:endParaRPr/>
          </a:p>
        </p:txBody>
      </p:sp>
      <p:sp>
        <p:nvSpPr>
          <p:cNvPr id="242" name="Google Shape;242;p18"/>
          <p:cNvSpPr>
            <a:spLocks noGrp="1"/>
          </p:cNvSpPr>
          <p:nvPr>
            <p:ph type="pic" idx="4"/>
          </p:nvPr>
        </p:nvSpPr>
        <p:spPr>
          <a:xfrm>
            <a:off x="4709159" y="1200150"/>
            <a:ext cx="4023360" cy="1714500"/>
          </a:xfrm>
          <a:prstGeom prst="rect">
            <a:avLst/>
          </a:prstGeom>
          <a:solidFill>
            <a:srgbClr val="D5D5D7"/>
          </a:solidFill>
          <a:ln>
            <a:noFill/>
          </a:ln>
        </p:spPr>
      </p:sp>
      <p:sp>
        <p:nvSpPr>
          <p:cNvPr id="243" name="Google Shape;243;p18"/>
          <p:cNvSpPr txBox="1">
            <a:spLocks noGrp="1"/>
          </p:cNvSpPr>
          <p:nvPr>
            <p:ph type="body" idx="5"/>
          </p:nvPr>
        </p:nvSpPr>
        <p:spPr>
          <a:xfrm>
            <a:off x="4709159" y="3086100"/>
            <a:ext cx="4023360"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350"/>
              <a:buFont typeface="Arial"/>
              <a:buNone/>
              <a:defRPr sz="1350" b="1"/>
            </a:lvl1pPr>
            <a:lvl2pPr marL="914400" lvl="1" indent="-228600" algn="l">
              <a:lnSpc>
                <a:spcPct val="95000"/>
              </a:lnSpc>
              <a:spcBef>
                <a:spcPts val="0"/>
              </a:spcBef>
              <a:spcAft>
                <a:spcPts val="0"/>
              </a:spcAft>
              <a:buClr>
                <a:schemeClr val="dk1"/>
              </a:buClr>
              <a:buSzPts val="1350"/>
              <a:buFont typeface="Arial"/>
              <a:buNone/>
              <a:defRPr sz="1350" b="1"/>
            </a:lvl2pPr>
            <a:lvl3pPr marL="1371600" lvl="2" indent="-228600" algn="l">
              <a:lnSpc>
                <a:spcPct val="95000"/>
              </a:lnSpc>
              <a:spcBef>
                <a:spcPts val="0"/>
              </a:spcBef>
              <a:spcAft>
                <a:spcPts val="0"/>
              </a:spcAft>
              <a:buClr>
                <a:schemeClr val="dk1"/>
              </a:buClr>
              <a:buSzPts val="1350"/>
              <a:buFont typeface="Arial"/>
              <a:buNone/>
              <a:defRPr sz="1350" b="1"/>
            </a:lvl3pPr>
            <a:lvl4pPr marL="1828800" lvl="3" indent="-228600" algn="l">
              <a:lnSpc>
                <a:spcPct val="95000"/>
              </a:lnSpc>
              <a:spcBef>
                <a:spcPts val="0"/>
              </a:spcBef>
              <a:spcAft>
                <a:spcPts val="0"/>
              </a:spcAft>
              <a:buClr>
                <a:schemeClr val="dk1"/>
              </a:buClr>
              <a:buSzPts val="1350"/>
              <a:buFont typeface="Arial"/>
              <a:buNone/>
              <a:defRPr sz="1350" b="1"/>
            </a:lvl4pPr>
            <a:lvl5pPr marL="2286000" lvl="4" indent="-228600" algn="l">
              <a:lnSpc>
                <a:spcPct val="95000"/>
              </a:lnSpc>
              <a:spcBef>
                <a:spcPts val="0"/>
              </a:spcBef>
              <a:spcAft>
                <a:spcPts val="0"/>
              </a:spcAft>
              <a:buClr>
                <a:schemeClr val="dk1"/>
              </a:buClr>
              <a:buSzPts val="1350"/>
              <a:buFont typeface="Arial"/>
              <a:buNone/>
              <a:defRPr sz="1350" b="1"/>
            </a:lvl5pPr>
            <a:lvl6pPr marL="2743200" lvl="5" indent="-228600" algn="l">
              <a:lnSpc>
                <a:spcPct val="95000"/>
              </a:lnSpc>
              <a:spcBef>
                <a:spcPts val="0"/>
              </a:spcBef>
              <a:spcAft>
                <a:spcPts val="0"/>
              </a:spcAft>
              <a:buClr>
                <a:schemeClr val="dk1"/>
              </a:buClr>
              <a:buSzPts val="1350"/>
              <a:buFont typeface="Arial"/>
              <a:buNone/>
              <a:defRPr sz="1350" b="1"/>
            </a:lvl6pPr>
            <a:lvl7pPr marL="3200400" lvl="6" indent="-228600" algn="l">
              <a:lnSpc>
                <a:spcPct val="95000"/>
              </a:lnSpc>
              <a:spcBef>
                <a:spcPts val="0"/>
              </a:spcBef>
              <a:spcAft>
                <a:spcPts val="0"/>
              </a:spcAft>
              <a:buClr>
                <a:schemeClr val="dk1"/>
              </a:buClr>
              <a:buSzPts val="1350"/>
              <a:buFont typeface="Arial"/>
              <a:buNone/>
              <a:defRPr sz="1350" b="1"/>
            </a:lvl7pPr>
            <a:lvl8pPr marL="3657600" lvl="7" indent="-228600" algn="l">
              <a:lnSpc>
                <a:spcPct val="95000"/>
              </a:lnSpc>
              <a:spcBef>
                <a:spcPts val="0"/>
              </a:spcBef>
              <a:spcAft>
                <a:spcPts val="0"/>
              </a:spcAft>
              <a:buClr>
                <a:schemeClr val="dk1"/>
              </a:buClr>
              <a:buSzPts val="1350"/>
              <a:buFont typeface="Arial"/>
              <a:buNone/>
              <a:defRPr sz="1350" b="1"/>
            </a:lvl8pPr>
            <a:lvl9pPr marL="4114800" lvl="8" indent="-228600" algn="l">
              <a:lnSpc>
                <a:spcPct val="95000"/>
              </a:lnSpc>
              <a:spcBef>
                <a:spcPts val="0"/>
              </a:spcBef>
              <a:spcAft>
                <a:spcPts val="0"/>
              </a:spcAft>
              <a:buClr>
                <a:schemeClr val="dk1"/>
              </a:buClr>
              <a:buSzPts val="1350"/>
              <a:buFont typeface="Arial"/>
              <a:buNone/>
              <a:defRPr sz="1350" b="1"/>
            </a:lvl9pPr>
          </a:lstStyle>
          <a:p>
            <a:endParaRPr/>
          </a:p>
        </p:txBody>
      </p:sp>
      <p:sp>
        <p:nvSpPr>
          <p:cNvPr id="244" name="Google Shape;244;p18"/>
          <p:cNvSpPr txBox="1">
            <a:spLocks noGrp="1"/>
          </p:cNvSpPr>
          <p:nvPr>
            <p:ph type="body" idx="6"/>
          </p:nvPr>
        </p:nvSpPr>
        <p:spPr>
          <a:xfrm>
            <a:off x="4709159" y="3394710"/>
            <a:ext cx="4023360" cy="1234440"/>
          </a:xfrm>
          <a:prstGeom prst="rect">
            <a:avLst/>
          </a:prstGeom>
          <a:noFill/>
          <a:ln>
            <a:noFill/>
          </a:ln>
        </p:spPr>
        <p:txBody>
          <a:bodyPr spcFirstLastPara="1" wrap="square" lIns="0" tIns="0" rIns="0" bIns="0" anchor="t" anchorCtr="0">
            <a:noAutofit/>
          </a:bodyPr>
          <a:lstStyle>
            <a:lvl1pPr marL="457200" lvl="0" indent="-300037" algn="l">
              <a:lnSpc>
                <a:spcPct val="95000"/>
              </a:lnSpc>
              <a:spcBef>
                <a:spcPts val="750"/>
              </a:spcBef>
              <a:spcAft>
                <a:spcPts val="0"/>
              </a:spcAft>
              <a:buClr>
                <a:schemeClr val="dk1"/>
              </a:buClr>
              <a:buSzPts val="1125"/>
              <a:buChar char="▪"/>
              <a:defRPr sz="1125"/>
            </a:lvl1pPr>
            <a:lvl2pPr marL="914400" lvl="1" indent="-300037" algn="l">
              <a:lnSpc>
                <a:spcPct val="95000"/>
              </a:lnSpc>
              <a:spcBef>
                <a:spcPts val="375"/>
              </a:spcBef>
              <a:spcAft>
                <a:spcPts val="0"/>
              </a:spcAft>
              <a:buClr>
                <a:schemeClr val="dk1"/>
              </a:buClr>
              <a:buSzPts val="1125"/>
              <a:buChar char="–"/>
              <a:defRPr sz="1125"/>
            </a:lvl2pPr>
            <a:lvl3pPr marL="1371600" lvl="2" indent="-300037" algn="l">
              <a:lnSpc>
                <a:spcPct val="95000"/>
              </a:lnSpc>
              <a:spcBef>
                <a:spcPts val="375"/>
              </a:spcBef>
              <a:spcAft>
                <a:spcPts val="0"/>
              </a:spcAft>
              <a:buClr>
                <a:schemeClr val="dk1"/>
              </a:buClr>
              <a:buSzPts val="1125"/>
              <a:buChar char="–"/>
              <a:defRPr sz="1125"/>
            </a:lvl3pPr>
            <a:lvl4pPr marL="1828800" lvl="3" indent="-300037" algn="l">
              <a:lnSpc>
                <a:spcPct val="95000"/>
              </a:lnSpc>
              <a:spcBef>
                <a:spcPts val="375"/>
              </a:spcBef>
              <a:spcAft>
                <a:spcPts val="0"/>
              </a:spcAft>
              <a:buClr>
                <a:schemeClr val="dk1"/>
              </a:buClr>
              <a:buSzPts val="1125"/>
              <a:buChar char="–"/>
              <a:defRPr sz="1125"/>
            </a:lvl4pPr>
            <a:lvl5pPr marL="2286000" lvl="4" indent="-300037" algn="l">
              <a:lnSpc>
                <a:spcPct val="95000"/>
              </a:lnSpc>
              <a:spcBef>
                <a:spcPts val="375"/>
              </a:spcBef>
              <a:spcAft>
                <a:spcPts val="0"/>
              </a:spcAft>
              <a:buClr>
                <a:schemeClr val="dk1"/>
              </a:buClr>
              <a:buSzPts val="1125"/>
              <a:buChar char="–"/>
              <a:defRPr sz="1125"/>
            </a:lvl5pPr>
            <a:lvl6pPr marL="2743200" lvl="5" indent="-300037" algn="l">
              <a:lnSpc>
                <a:spcPct val="95000"/>
              </a:lnSpc>
              <a:spcBef>
                <a:spcPts val="375"/>
              </a:spcBef>
              <a:spcAft>
                <a:spcPts val="0"/>
              </a:spcAft>
              <a:buClr>
                <a:schemeClr val="dk1"/>
              </a:buClr>
              <a:buSzPts val="1125"/>
              <a:buChar char="–"/>
              <a:defRPr sz="1125"/>
            </a:lvl6pPr>
            <a:lvl7pPr marL="3200400" lvl="6" indent="-300037" algn="l">
              <a:lnSpc>
                <a:spcPct val="95000"/>
              </a:lnSpc>
              <a:spcBef>
                <a:spcPts val="375"/>
              </a:spcBef>
              <a:spcAft>
                <a:spcPts val="0"/>
              </a:spcAft>
              <a:buClr>
                <a:schemeClr val="dk1"/>
              </a:buClr>
              <a:buSzPts val="1125"/>
              <a:buChar char="–"/>
              <a:defRPr sz="1125"/>
            </a:lvl7pPr>
            <a:lvl8pPr marL="3657600" lvl="7" indent="-300037" algn="l">
              <a:lnSpc>
                <a:spcPct val="95000"/>
              </a:lnSpc>
              <a:spcBef>
                <a:spcPts val="375"/>
              </a:spcBef>
              <a:spcAft>
                <a:spcPts val="0"/>
              </a:spcAft>
              <a:buClr>
                <a:schemeClr val="dk1"/>
              </a:buClr>
              <a:buSzPts val="1125"/>
              <a:buChar char="–"/>
              <a:defRPr sz="1125"/>
            </a:lvl8pPr>
            <a:lvl9pPr marL="4114800" lvl="8" indent="-300037" algn="l">
              <a:lnSpc>
                <a:spcPct val="95000"/>
              </a:lnSpc>
              <a:spcBef>
                <a:spcPts val="375"/>
              </a:spcBef>
              <a:spcAft>
                <a:spcPts val="0"/>
              </a:spcAft>
              <a:buClr>
                <a:schemeClr val="dk1"/>
              </a:buClr>
              <a:buSzPts val="1125"/>
              <a:buChar char="–"/>
              <a:defRPr sz="1125"/>
            </a:lvl9pPr>
          </a:lstStyle>
          <a:p>
            <a:endParaRPr/>
          </a:p>
        </p:txBody>
      </p:sp>
      <p:sp>
        <p:nvSpPr>
          <p:cNvPr id="245" name="Google Shape;245;p18"/>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6" name="Google Shape;246;p18"/>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guide id="3" orient="horz" pos="2592">
          <p15:clr>
            <a:srgbClr val="A4A3A4"/>
          </p15:clr>
        </p15:guide>
        <p15:guide id="4" orient="horz" pos="2448">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ent and 3 Images">
  <p:cSld name="Content and 3 Images">
    <p:spTree>
      <p:nvGrpSpPr>
        <p:cNvPr id="1" name="Shape 247"/>
        <p:cNvGrpSpPr/>
        <p:nvPr/>
      </p:nvGrpSpPr>
      <p:grpSpPr>
        <a:xfrm>
          <a:off x="0" y="0"/>
          <a:ext cx="0" cy="0"/>
          <a:chOff x="0" y="0"/>
          <a:chExt cx="0" cy="0"/>
        </a:xfrm>
      </p:grpSpPr>
      <p:sp>
        <p:nvSpPr>
          <p:cNvPr id="248" name="Google Shape;248;p19"/>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9" name="Google Shape;249;p19"/>
          <p:cNvSpPr>
            <a:spLocks noGrp="1"/>
          </p:cNvSpPr>
          <p:nvPr>
            <p:ph type="pic" idx="2"/>
          </p:nvPr>
        </p:nvSpPr>
        <p:spPr>
          <a:xfrm>
            <a:off x="411479" y="1200150"/>
            <a:ext cx="2587752" cy="1268730"/>
          </a:xfrm>
          <a:prstGeom prst="rect">
            <a:avLst/>
          </a:prstGeom>
          <a:solidFill>
            <a:srgbClr val="D5D5D7"/>
          </a:solidFill>
          <a:ln>
            <a:noFill/>
          </a:ln>
        </p:spPr>
      </p:sp>
      <p:sp>
        <p:nvSpPr>
          <p:cNvPr id="250" name="Google Shape;250;p19"/>
          <p:cNvSpPr txBox="1">
            <a:spLocks noGrp="1"/>
          </p:cNvSpPr>
          <p:nvPr>
            <p:ph type="body" idx="1"/>
          </p:nvPr>
        </p:nvSpPr>
        <p:spPr>
          <a:xfrm>
            <a:off x="411478" y="2640330"/>
            <a:ext cx="2587752"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350"/>
              <a:buFont typeface="Arial"/>
              <a:buNone/>
              <a:defRPr sz="1350" b="1"/>
            </a:lvl1pPr>
            <a:lvl2pPr marL="914400" lvl="1" indent="-228600" algn="l">
              <a:lnSpc>
                <a:spcPct val="95000"/>
              </a:lnSpc>
              <a:spcBef>
                <a:spcPts val="0"/>
              </a:spcBef>
              <a:spcAft>
                <a:spcPts val="0"/>
              </a:spcAft>
              <a:buClr>
                <a:schemeClr val="dk1"/>
              </a:buClr>
              <a:buSzPts val="1350"/>
              <a:buFont typeface="Arial"/>
              <a:buNone/>
              <a:defRPr sz="1350" b="1"/>
            </a:lvl2pPr>
            <a:lvl3pPr marL="1371600" lvl="2" indent="-228600" algn="l">
              <a:lnSpc>
                <a:spcPct val="95000"/>
              </a:lnSpc>
              <a:spcBef>
                <a:spcPts val="0"/>
              </a:spcBef>
              <a:spcAft>
                <a:spcPts val="0"/>
              </a:spcAft>
              <a:buClr>
                <a:schemeClr val="dk1"/>
              </a:buClr>
              <a:buSzPts val="1350"/>
              <a:buFont typeface="Arial"/>
              <a:buNone/>
              <a:defRPr sz="1350" b="1"/>
            </a:lvl3pPr>
            <a:lvl4pPr marL="1828800" lvl="3" indent="-228600" algn="l">
              <a:lnSpc>
                <a:spcPct val="95000"/>
              </a:lnSpc>
              <a:spcBef>
                <a:spcPts val="0"/>
              </a:spcBef>
              <a:spcAft>
                <a:spcPts val="0"/>
              </a:spcAft>
              <a:buClr>
                <a:schemeClr val="dk1"/>
              </a:buClr>
              <a:buSzPts val="1350"/>
              <a:buFont typeface="Arial"/>
              <a:buNone/>
              <a:defRPr sz="1350" b="1"/>
            </a:lvl4pPr>
            <a:lvl5pPr marL="2286000" lvl="4" indent="-228600" algn="l">
              <a:lnSpc>
                <a:spcPct val="95000"/>
              </a:lnSpc>
              <a:spcBef>
                <a:spcPts val="0"/>
              </a:spcBef>
              <a:spcAft>
                <a:spcPts val="0"/>
              </a:spcAft>
              <a:buClr>
                <a:schemeClr val="dk1"/>
              </a:buClr>
              <a:buSzPts val="1350"/>
              <a:buFont typeface="Arial"/>
              <a:buNone/>
              <a:defRPr sz="1350" b="1"/>
            </a:lvl5pPr>
            <a:lvl6pPr marL="2743200" lvl="5" indent="-228600" algn="l">
              <a:lnSpc>
                <a:spcPct val="95000"/>
              </a:lnSpc>
              <a:spcBef>
                <a:spcPts val="0"/>
              </a:spcBef>
              <a:spcAft>
                <a:spcPts val="0"/>
              </a:spcAft>
              <a:buClr>
                <a:schemeClr val="dk1"/>
              </a:buClr>
              <a:buSzPts val="1350"/>
              <a:buFont typeface="Arial"/>
              <a:buNone/>
              <a:defRPr sz="1350" b="1"/>
            </a:lvl6pPr>
            <a:lvl7pPr marL="3200400" lvl="6" indent="-228600" algn="l">
              <a:lnSpc>
                <a:spcPct val="95000"/>
              </a:lnSpc>
              <a:spcBef>
                <a:spcPts val="0"/>
              </a:spcBef>
              <a:spcAft>
                <a:spcPts val="0"/>
              </a:spcAft>
              <a:buClr>
                <a:schemeClr val="dk1"/>
              </a:buClr>
              <a:buSzPts val="1350"/>
              <a:buFont typeface="Arial"/>
              <a:buNone/>
              <a:defRPr sz="1350" b="1"/>
            </a:lvl7pPr>
            <a:lvl8pPr marL="3657600" lvl="7" indent="-228600" algn="l">
              <a:lnSpc>
                <a:spcPct val="95000"/>
              </a:lnSpc>
              <a:spcBef>
                <a:spcPts val="0"/>
              </a:spcBef>
              <a:spcAft>
                <a:spcPts val="0"/>
              </a:spcAft>
              <a:buClr>
                <a:schemeClr val="dk1"/>
              </a:buClr>
              <a:buSzPts val="1350"/>
              <a:buFont typeface="Arial"/>
              <a:buNone/>
              <a:defRPr sz="1350" b="1"/>
            </a:lvl8pPr>
            <a:lvl9pPr marL="4114800" lvl="8" indent="-228600" algn="l">
              <a:lnSpc>
                <a:spcPct val="95000"/>
              </a:lnSpc>
              <a:spcBef>
                <a:spcPts val="0"/>
              </a:spcBef>
              <a:spcAft>
                <a:spcPts val="0"/>
              </a:spcAft>
              <a:buClr>
                <a:schemeClr val="dk1"/>
              </a:buClr>
              <a:buSzPts val="1350"/>
              <a:buFont typeface="Arial"/>
              <a:buNone/>
              <a:defRPr sz="1350" b="1"/>
            </a:lvl9pPr>
          </a:lstStyle>
          <a:p>
            <a:endParaRPr/>
          </a:p>
        </p:txBody>
      </p:sp>
      <p:sp>
        <p:nvSpPr>
          <p:cNvPr id="251" name="Google Shape;251;p19"/>
          <p:cNvSpPr txBox="1">
            <a:spLocks noGrp="1"/>
          </p:cNvSpPr>
          <p:nvPr>
            <p:ph type="body" idx="3"/>
          </p:nvPr>
        </p:nvSpPr>
        <p:spPr>
          <a:xfrm>
            <a:off x="411479" y="2948940"/>
            <a:ext cx="2587752" cy="1680210"/>
          </a:xfrm>
          <a:prstGeom prst="rect">
            <a:avLst/>
          </a:prstGeom>
          <a:noFill/>
          <a:ln>
            <a:noFill/>
          </a:ln>
        </p:spPr>
        <p:txBody>
          <a:bodyPr spcFirstLastPara="1" wrap="square" lIns="0" tIns="0" rIns="0" bIns="0" anchor="t" anchorCtr="0">
            <a:noAutofit/>
          </a:bodyPr>
          <a:lstStyle>
            <a:lvl1pPr marL="457200" lvl="0" indent="-300037" algn="l">
              <a:lnSpc>
                <a:spcPct val="95000"/>
              </a:lnSpc>
              <a:spcBef>
                <a:spcPts val="750"/>
              </a:spcBef>
              <a:spcAft>
                <a:spcPts val="0"/>
              </a:spcAft>
              <a:buClr>
                <a:schemeClr val="dk1"/>
              </a:buClr>
              <a:buSzPts val="1125"/>
              <a:buChar char="▪"/>
              <a:defRPr sz="1125"/>
            </a:lvl1pPr>
            <a:lvl2pPr marL="914400" lvl="1" indent="-300037" algn="l">
              <a:lnSpc>
                <a:spcPct val="95000"/>
              </a:lnSpc>
              <a:spcBef>
                <a:spcPts val="375"/>
              </a:spcBef>
              <a:spcAft>
                <a:spcPts val="0"/>
              </a:spcAft>
              <a:buClr>
                <a:schemeClr val="dk1"/>
              </a:buClr>
              <a:buSzPts val="1125"/>
              <a:buChar char="–"/>
              <a:defRPr sz="1125"/>
            </a:lvl2pPr>
            <a:lvl3pPr marL="1371600" lvl="2" indent="-300037" algn="l">
              <a:lnSpc>
                <a:spcPct val="95000"/>
              </a:lnSpc>
              <a:spcBef>
                <a:spcPts val="375"/>
              </a:spcBef>
              <a:spcAft>
                <a:spcPts val="0"/>
              </a:spcAft>
              <a:buClr>
                <a:schemeClr val="dk1"/>
              </a:buClr>
              <a:buSzPts val="1125"/>
              <a:buChar char="–"/>
              <a:defRPr sz="1125"/>
            </a:lvl3pPr>
            <a:lvl4pPr marL="1828800" lvl="3" indent="-300037" algn="l">
              <a:lnSpc>
                <a:spcPct val="95000"/>
              </a:lnSpc>
              <a:spcBef>
                <a:spcPts val="375"/>
              </a:spcBef>
              <a:spcAft>
                <a:spcPts val="0"/>
              </a:spcAft>
              <a:buClr>
                <a:schemeClr val="dk1"/>
              </a:buClr>
              <a:buSzPts val="1125"/>
              <a:buChar char="–"/>
              <a:defRPr sz="1125"/>
            </a:lvl4pPr>
            <a:lvl5pPr marL="2286000" lvl="4" indent="-300037" algn="l">
              <a:lnSpc>
                <a:spcPct val="95000"/>
              </a:lnSpc>
              <a:spcBef>
                <a:spcPts val="375"/>
              </a:spcBef>
              <a:spcAft>
                <a:spcPts val="0"/>
              </a:spcAft>
              <a:buClr>
                <a:schemeClr val="dk1"/>
              </a:buClr>
              <a:buSzPts val="1125"/>
              <a:buChar char="–"/>
              <a:defRPr sz="1125"/>
            </a:lvl5pPr>
            <a:lvl6pPr marL="2743200" lvl="5" indent="-300037" algn="l">
              <a:lnSpc>
                <a:spcPct val="95000"/>
              </a:lnSpc>
              <a:spcBef>
                <a:spcPts val="375"/>
              </a:spcBef>
              <a:spcAft>
                <a:spcPts val="0"/>
              </a:spcAft>
              <a:buClr>
                <a:schemeClr val="dk1"/>
              </a:buClr>
              <a:buSzPts val="1125"/>
              <a:buChar char="–"/>
              <a:defRPr sz="1125"/>
            </a:lvl6pPr>
            <a:lvl7pPr marL="3200400" lvl="6" indent="-300037" algn="l">
              <a:lnSpc>
                <a:spcPct val="95000"/>
              </a:lnSpc>
              <a:spcBef>
                <a:spcPts val="375"/>
              </a:spcBef>
              <a:spcAft>
                <a:spcPts val="0"/>
              </a:spcAft>
              <a:buClr>
                <a:schemeClr val="dk1"/>
              </a:buClr>
              <a:buSzPts val="1125"/>
              <a:buChar char="–"/>
              <a:defRPr sz="1125"/>
            </a:lvl7pPr>
            <a:lvl8pPr marL="3657600" lvl="7" indent="-300037" algn="l">
              <a:lnSpc>
                <a:spcPct val="95000"/>
              </a:lnSpc>
              <a:spcBef>
                <a:spcPts val="375"/>
              </a:spcBef>
              <a:spcAft>
                <a:spcPts val="0"/>
              </a:spcAft>
              <a:buClr>
                <a:schemeClr val="dk1"/>
              </a:buClr>
              <a:buSzPts val="1125"/>
              <a:buChar char="–"/>
              <a:defRPr sz="1125"/>
            </a:lvl8pPr>
            <a:lvl9pPr marL="4114800" lvl="8" indent="-300037" algn="l">
              <a:lnSpc>
                <a:spcPct val="95000"/>
              </a:lnSpc>
              <a:spcBef>
                <a:spcPts val="375"/>
              </a:spcBef>
              <a:spcAft>
                <a:spcPts val="0"/>
              </a:spcAft>
              <a:buClr>
                <a:schemeClr val="dk1"/>
              </a:buClr>
              <a:buSzPts val="1125"/>
              <a:buChar char="–"/>
              <a:defRPr sz="1125"/>
            </a:lvl9pPr>
          </a:lstStyle>
          <a:p>
            <a:endParaRPr/>
          </a:p>
        </p:txBody>
      </p:sp>
      <p:sp>
        <p:nvSpPr>
          <p:cNvPr id="252" name="Google Shape;252;p19"/>
          <p:cNvSpPr>
            <a:spLocks noGrp="1"/>
          </p:cNvSpPr>
          <p:nvPr>
            <p:ph type="pic" idx="4"/>
          </p:nvPr>
        </p:nvSpPr>
        <p:spPr>
          <a:xfrm>
            <a:off x="3278123" y="1200150"/>
            <a:ext cx="2587752" cy="1268730"/>
          </a:xfrm>
          <a:prstGeom prst="rect">
            <a:avLst/>
          </a:prstGeom>
          <a:solidFill>
            <a:srgbClr val="D5D5D7"/>
          </a:solidFill>
          <a:ln>
            <a:noFill/>
          </a:ln>
        </p:spPr>
      </p:sp>
      <p:sp>
        <p:nvSpPr>
          <p:cNvPr id="253" name="Google Shape;253;p19"/>
          <p:cNvSpPr txBox="1">
            <a:spLocks noGrp="1"/>
          </p:cNvSpPr>
          <p:nvPr>
            <p:ph type="body" idx="5"/>
          </p:nvPr>
        </p:nvSpPr>
        <p:spPr>
          <a:xfrm>
            <a:off x="3278123" y="2640330"/>
            <a:ext cx="2587752"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350"/>
              <a:buFont typeface="Arial"/>
              <a:buNone/>
              <a:defRPr sz="1350" b="1"/>
            </a:lvl1pPr>
            <a:lvl2pPr marL="914400" lvl="1" indent="-228600" algn="l">
              <a:lnSpc>
                <a:spcPct val="95000"/>
              </a:lnSpc>
              <a:spcBef>
                <a:spcPts val="0"/>
              </a:spcBef>
              <a:spcAft>
                <a:spcPts val="0"/>
              </a:spcAft>
              <a:buClr>
                <a:schemeClr val="dk1"/>
              </a:buClr>
              <a:buSzPts val="1350"/>
              <a:buFont typeface="Arial"/>
              <a:buNone/>
              <a:defRPr sz="1350" b="1"/>
            </a:lvl2pPr>
            <a:lvl3pPr marL="1371600" lvl="2" indent="-228600" algn="l">
              <a:lnSpc>
                <a:spcPct val="95000"/>
              </a:lnSpc>
              <a:spcBef>
                <a:spcPts val="0"/>
              </a:spcBef>
              <a:spcAft>
                <a:spcPts val="0"/>
              </a:spcAft>
              <a:buClr>
                <a:schemeClr val="dk1"/>
              </a:buClr>
              <a:buSzPts val="1350"/>
              <a:buFont typeface="Arial"/>
              <a:buNone/>
              <a:defRPr sz="1350" b="1"/>
            </a:lvl3pPr>
            <a:lvl4pPr marL="1828800" lvl="3" indent="-228600" algn="l">
              <a:lnSpc>
                <a:spcPct val="95000"/>
              </a:lnSpc>
              <a:spcBef>
                <a:spcPts val="0"/>
              </a:spcBef>
              <a:spcAft>
                <a:spcPts val="0"/>
              </a:spcAft>
              <a:buClr>
                <a:schemeClr val="dk1"/>
              </a:buClr>
              <a:buSzPts val="1350"/>
              <a:buFont typeface="Arial"/>
              <a:buNone/>
              <a:defRPr sz="1350" b="1"/>
            </a:lvl4pPr>
            <a:lvl5pPr marL="2286000" lvl="4" indent="-228600" algn="l">
              <a:lnSpc>
                <a:spcPct val="95000"/>
              </a:lnSpc>
              <a:spcBef>
                <a:spcPts val="0"/>
              </a:spcBef>
              <a:spcAft>
                <a:spcPts val="0"/>
              </a:spcAft>
              <a:buClr>
                <a:schemeClr val="dk1"/>
              </a:buClr>
              <a:buSzPts val="1350"/>
              <a:buFont typeface="Arial"/>
              <a:buNone/>
              <a:defRPr sz="1350" b="1"/>
            </a:lvl5pPr>
            <a:lvl6pPr marL="2743200" lvl="5" indent="-228600" algn="l">
              <a:lnSpc>
                <a:spcPct val="95000"/>
              </a:lnSpc>
              <a:spcBef>
                <a:spcPts val="0"/>
              </a:spcBef>
              <a:spcAft>
                <a:spcPts val="0"/>
              </a:spcAft>
              <a:buClr>
                <a:schemeClr val="dk1"/>
              </a:buClr>
              <a:buSzPts val="1350"/>
              <a:buFont typeface="Arial"/>
              <a:buNone/>
              <a:defRPr sz="1350" b="1"/>
            </a:lvl6pPr>
            <a:lvl7pPr marL="3200400" lvl="6" indent="-228600" algn="l">
              <a:lnSpc>
                <a:spcPct val="95000"/>
              </a:lnSpc>
              <a:spcBef>
                <a:spcPts val="0"/>
              </a:spcBef>
              <a:spcAft>
                <a:spcPts val="0"/>
              </a:spcAft>
              <a:buClr>
                <a:schemeClr val="dk1"/>
              </a:buClr>
              <a:buSzPts val="1350"/>
              <a:buFont typeface="Arial"/>
              <a:buNone/>
              <a:defRPr sz="1350" b="1"/>
            </a:lvl7pPr>
            <a:lvl8pPr marL="3657600" lvl="7" indent="-228600" algn="l">
              <a:lnSpc>
                <a:spcPct val="95000"/>
              </a:lnSpc>
              <a:spcBef>
                <a:spcPts val="0"/>
              </a:spcBef>
              <a:spcAft>
                <a:spcPts val="0"/>
              </a:spcAft>
              <a:buClr>
                <a:schemeClr val="dk1"/>
              </a:buClr>
              <a:buSzPts val="1350"/>
              <a:buFont typeface="Arial"/>
              <a:buNone/>
              <a:defRPr sz="1350" b="1"/>
            </a:lvl8pPr>
            <a:lvl9pPr marL="4114800" lvl="8" indent="-228600" algn="l">
              <a:lnSpc>
                <a:spcPct val="95000"/>
              </a:lnSpc>
              <a:spcBef>
                <a:spcPts val="0"/>
              </a:spcBef>
              <a:spcAft>
                <a:spcPts val="0"/>
              </a:spcAft>
              <a:buClr>
                <a:schemeClr val="dk1"/>
              </a:buClr>
              <a:buSzPts val="1350"/>
              <a:buFont typeface="Arial"/>
              <a:buNone/>
              <a:defRPr sz="1350" b="1"/>
            </a:lvl9pPr>
          </a:lstStyle>
          <a:p>
            <a:endParaRPr/>
          </a:p>
        </p:txBody>
      </p:sp>
      <p:sp>
        <p:nvSpPr>
          <p:cNvPr id="254" name="Google Shape;254;p19"/>
          <p:cNvSpPr txBox="1">
            <a:spLocks noGrp="1"/>
          </p:cNvSpPr>
          <p:nvPr>
            <p:ph type="body" idx="6"/>
          </p:nvPr>
        </p:nvSpPr>
        <p:spPr>
          <a:xfrm>
            <a:off x="3278123" y="2948940"/>
            <a:ext cx="2587752" cy="1680210"/>
          </a:xfrm>
          <a:prstGeom prst="rect">
            <a:avLst/>
          </a:prstGeom>
          <a:noFill/>
          <a:ln>
            <a:noFill/>
          </a:ln>
        </p:spPr>
        <p:txBody>
          <a:bodyPr spcFirstLastPara="1" wrap="square" lIns="0" tIns="0" rIns="0" bIns="0" anchor="t" anchorCtr="0">
            <a:noAutofit/>
          </a:bodyPr>
          <a:lstStyle>
            <a:lvl1pPr marL="457200" lvl="0" indent="-300037" algn="l">
              <a:lnSpc>
                <a:spcPct val="95000"/>
              </a:lnSpc>
              <a:spcBef>
                <a:spcPts val="750"/>
              </a:spcBef>
              <a:spcAft>
                <a:spcPts val="0"/>
              </a:spcAft>
              <a:buClr>
                <a:schemeClr val="dk1"/>
              </a:buClr>
              <a:buSzPts val="1125"/>
              <a:buChar char="▪"/>
              <a:defRPr sz="1125"/>
            </a:lvl1pPr>
            <a:lvl2pPr marL="914400" lvl="1" indent="-300037" algn="l">
              <a:lnSpc>
                <a:spcPct val="95000"/>
              </a:lnSpc>
              <a:spcBef>
                <a:spcPts val="375"/>
              </a:spcBef>
              <a:spcAft>
                <a:spcPts val="0"/>
              </a:spcAft>
              <a:buClr>
                <a:schemeClr val="dk1"/>
              </a:buClr>
              <a:buSzPts val="1125"/>
              <a:buChar char="–"/>
              <a:defRPr sz="1125"/>
            </a:lvl2pPr>
            <a:lvl3pPr marL="1371600" lvl="2" indent="-300037" algn="l">
              <a:lnSpc>
                <a:spcPct val="95000"/>
              </a:lnSpc>
              <a:spcBef>
                <a:spcPts val="375"/>
              </a:spcBef>
              <a:spcAft>
                <a:spcPts val="0"/>
              </a:spcAft>
              <a:buClr>
                <a:schemeClr val="dk1"/>
              </a:buClr>
              <a:buSzPts val="1125"/>
              <a:buChar char="–"/>
              <a:defRPr sz="1125"/>
            </a:lvl3pPr>
            <a:lvl4pPr marL="1828800" lvl="3" indent="-300037" algn="l">
              <a:lnSpc>
                <a:spcPct val="95000"/>
              </a:lnSpc>
              <a:spcBef>
                <a:spcPts val="375"/>
              </a:spcBef>
              <a:spcAft>
                <a:spcPts val="0"/>
              </a:spcAft>
              <a:buClr>
                <a:schemeClr val="dk1"/>
              </a:buClr>
              <a:buSzPts val="1125"/>
              <a:buChar char="–"/>
              <a:defRPr sz="1125"/>
            </a:lvl4pPr>
            <a:lvl5pPr marL="2286000" lvl="4" indent="-300037" algn="l">
              <a:lnSpc>
                <a:spcPct val="95000"/>
              </a:lnSpc>
              <a:spcBef>
                <a:spcPts val="375"/>
              </a:spcBef>
              <a:spcAft>
                <a:spcPts val="0"/>
              </a:spcAft>
              <a:buClr>
                <a:schemeClr val="dk1"/>
              </a:buClr>
              <a:buSzPts val="1125"/>
              <a:buChar char="–"/>
              <a:defRPr sz="1125"/>
            </a:lvl5pPr>
            <a:lvl6pPr marL="2743200" lvl="5" indent="-300037" algn="l">
              <a:lnSpc>
                <a:spcPct val="95000"/>
              </a:lnSpc>
              <a:spcBef>
                <a:spcPts val="375"/>
              </a:spcBef>
              <a:spcAft>
                <a:spcPts val="0"/>
              </a:spcAft>
              <a:buClr>
                <a:schemeClr val="dk1"/>
              </a:buClr>
              <a:buSzPts val="1125"/>
              <a:buChar char="–"/>
              <a:defRPr sz="1125"/>
            </a:lvl6pPr>
            <a:lvl7pPr marL="3200400" lvl="6" indent="-300037" algn="l">
              <a:lnSpc>
                <a:spcPct val="95000"/>
              </a:lnSpc>
              <a:spcBef>
                <a:spcPts val="375"/>
              </a:spcBef>
              <a:spcAft>
                <a:spcPts val="0"/>
              </a:spcAft>
              <a:buClr>
                <a:schemeClr val="dk1"/>
              </a:buClr>
              <a:buSzPts val="1125"/>
              <a:buChar char="–"/>
              <a:defRPr sz="1125"/>
            </a:lvl7pPr>
            <a:lvl8pPr marL="3657600" lvl="7" indent="-300037" algn="l">
              <a:lnSpc>
                <a:spcPct val="95000"/>
              </a:lnSpc>
              <a:spcBef>
                <a:spcPts val="375"/>
              </a:spcBef>
              <a:spcAft>
                <a:spcPts val="0"/>
              </a:spcAft>
              <a:buClr>
                <a:schemeClr val="dk1"/>
              </a:buClr>
              <a:buSzPts val="1125"/>
              <a:buChar char="–"/>
              <a:defRPr sz="1125"/>
            </a:lvl8pPr>
            <a:lvl9pPr marL="4114800" lvl="8" indent="-300037" algn="l">
              <a:lnSpc>
                <a:spcPct val="95000"/>
              </a:lnSpc>
              <a:spcBef>
                <a:spcPts val="375"/>
              </a:spcBef>
              <a:spcAft>
                <a:spcPts val="0"/>
              </a:spcAft>
              <a:buClr>
                <a:schemeClr val="dk1"/>
              </a:buClr>
              <a:buSzPts val="1125"/>
              <a:buChar char="–"/>
              <a:defRPr sz="1125"/>
            </a:lvl9pPr>
          </a:lstStyle>
          <a:p>
            <a:endParaRPr/>
          </a:p>
        </p:txBody>
      </p:sp>
      <p:sp>
        <p:nvSpPr>
          <p:cNvPr id="255" name="Google Shape;255;p19"/>
          <p:cNvSpPr>
            <a:spLocks noGrp="1"/>
          </p:cNvSpPr>
          <p:nvPr>
            <p:ph type="pic" idx="7"/>
          </p:nvPr>
        </p:nvSpPr>
        <p:spPr>
          <a:xfrm>
            <a:off x="6144767" y="1200150"/>
            <a:ext cx="2587752" cy="1268730"/>
          </a:xfrm>
          <a:prstGeom prst="rect">
            <a:avLst/>
          </a:prstGeom>
          <a:solidFill>
            <a:srgbClr val="D5D5D7"/>
          </a:solidFill>
          <a:ln>
            <a:noFill/>
          </a:ln>
        </p:spPr>
      </p:sp>
      <p:sp>
        <p:nvSpPr>
          <p:cNvPr id="256" name="Google Shape;256;p19"/>
          <p:cNvSpPr txBox="1">
            <a:spLocks noGrp="1"/>
          </p:cNvSpPr>
          <p:nvPr>
            <p:ph type="body" idx="8"/>
          </p:nvPr>
        </p:nvSpPr>
        <p:spPr>
          <a:xfrm>
            <a:off x="6144767" y="2640330"/>
            <a:ext cx="2587752"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350"/>
              <a:buFont typeface="Arial"/>
              <a:buNone/>
              <a:defRPr sz="1350" b="1"/>
            </a:lvl1pPr>
            <a:lvl2pPr marL="914400" lvl="1" indent="-228600" algn="l">
              <a:lnSpc>
                <a:spcPct val="95000"/>
              </a:lnSpc>
              <a:spcBef>
                <a:spcPts val="0"/>
              </a:spcBef>
              <a:spcAft>
                <a:spcPts val="0"/>
              </a:spcAft>
              <a:buClr>
                <a:schemeClr val="dk1"/>
              </a:buClr>
              <a:buSzPts val="1350"/>
              <a:buFont typeface="Arial"/>
              <a:buNone/>
              <a:defRPr sz="1350" b="1"/>
            </a:lvl2pPr>
            <a:lvl3pPr marL="1371600" lvl="2" indent="-228600" algn="l">
              <a:lnSpc>
                <a:spcPct val="95000"/>
              </a:lnSpc>
              <a:spcBef>
                <a:spcPts val="0"/>
              </a:spcBef>
              <a:spcAft>
                <a:spcPts val="0"/>
              </a:spcAft>
              <a:buClr>
                <a:schemeClr val="dk1"/>
              </a:buClr>
              <a:buSzPts val="1350"/>
              <a:buFont typeface="Arial"/>
              <a:buNone/>
              <a:defRPr sz="1350" b="1"/>
            </a:lvl3pPr>
            <a:lvl4pPr marL="1828800" lvl="3" indent="-228600" algn="l">
              <a:lnSpc>
                <a:spcPct val="95000"/>
              </a:lnSpc>
              <a:spcBef>
                <a:spcPts val="0"/>
              </a:spcBef>
              <a:spcAft>
                <a:spcPts val="0"/>
              </a:spcAft>
              <a:buClr>
                <a:schemeClr val="dk1"/>
              </a:buClr>
              <a:buSzPts val="1350"/>
              <a:buFont typeface="Arial"/>
              <a:buNone/>
              <a:defRPr sz="1350" b="1"/>
            </a:lvl4pPr>
            <a:lvl5pPr marL="2286000" lvl="4" indent="-228600" algn="l">
              <a:lnSpc>
                <a:spcPct val="95000"/>
              </a:lnSpc>
              <a:spcBef>
                <a:spcPts val="0"/>
              </a:spcBef>
              <a:spcAft>
                <a:spcPts val="0"/>
              </a:spcAft>
              <a:buClr>
                <a:schemeClr val="dk1"/>
              </a:buClr>
              <a:buSzPts val="1350"/>
              <a:buFont typeface="Arial"/>
              <a:buNone/>
              <a:defRPr sz="1350" b="1"/>
            </a:lvl5pPr>
            <a:lvl6pPr marL="2743200" lvl="5" indent="-228600" algn="l">
              <a:lnSpc>
                <a:spcPct val="95000"/>
              </a:lnSpc>
              <a:spcBef>
                <a:spcPts val="0"/>
              </a:spcBef>
              <a:spcAft>
                <a:spcPts val="0"/>
              </a:spcAft>
              <a:buClr>
                <a:schemeClr val="dk1"/>
              </a:buClr>
              <a:buSzPts val="1350"/>
              <a:buFont typeface="Arial"/>
              <a:buNone/>
              <a:defRPr sz="1350" b="1"/>
            </a:lvl6pPr>
            <a:lvl7pPr marL="3200400" lvl="6" indent="-228600" algn="l">
              <a:lnSpc>
                <a:spcPct val="95000"/>
              </a:lnSpc>
              <a:spcBef>
                <a:spcPts val="0"/>
              </a:spcBef>
              <a:spcAft>
                <a:spcPts val="0"/>
              </a:spcAft>
              <a:buClr>
                <a:schemeClr val="dk1"/>
              </a:buClr>
              <a:buSzPts val="1350"/>
              <a:buFont typeface="Arial"/>
              <a:buNone/>
              <a:defRPr sz="1350" b="1"/>
            </a:lvl7pPr>
            <a:lvl8pPr marL="3657600" lvl="7" indent="-228600" algn="l">
              <a:lnSpc>
                <a:spcPct val="95000"/>
              </a:lnSpc>
              <a:spcBef>
                <a:spcPts val="0"/>
              </a:spcBef>
              <a:spcAft>
                <a:spcPts val="0"/>
              </a:spcAft>
              <a:buClr>
                <a:schemeClr val="dk1"/>
              </a:buClr>
              <a:buSzPts val="1350"/>
              <a:buFont typeface="Arial"/>
              <a:buNone/>
              <a:defRPr sz="1350" b="1"/>
            </a:lvl8pPr>
            <a:lvl9pPr marL="4114800" lvl="8" indent="-228600" algn="l">
              <a:lnSpc>
                <a:spcPct val="95000"/>
              </a:lnSpc>
              <a:spcBef>
                <a:spcPts val="0"/>
              </a:spcBef>
              <a:spcAft>
                <a:spcPts val="0"/>
              </a:spcAft>
              <a:buClr>
                <a:schemeClr val="dk1"/>
              </a:buClr>
              <a:buSzPts val="1350"/>
              <a:buFont typeface="Arial"/>
              <a:buNone/>
              <a:defRPr sz="1350" b="1"/>
            </a:lvl9pPr>
          </a:lstStyle>
          <a:p>
            <a:endParaRPr/>
          </a:p>
        </p:txBody>
      </p:sp>
      <p:sp>
        <p:nvSpPr>
          <p:cNvPr id="257" name="Google Shape;257;p19"/>
          <p:cNvSpPr txBox="1">
            <a:spLocks noGrp="1"/>
          </p:cNvSpPr>
          <p:nvPr>
            <p:ph type="body" idx="9"/>
          </p:nvPr>
        </p:nvSpPr>
        <p:spPr>
          <a:xfrm>
            <a:off x="6144767" y="2948940"/>
            <a:ext cx="2587752" cy="1680210"/>
          </a:xfrm>
          <a:prstGeom prst="rect">
            <a:avLst/>
          </a:prstGeom>
          <a:noFill/>
          <a:ln>
            <a:noFill/>
          </a:ln>
        </p:spPr>
        <p:txBody>
          <a:bodyPr spcFirstLastPara="1" wrap="square" lIns="0" tIns="0" rIns="0" bIns="0" anchor="t" anchorCtr="0">
            <a:noAutofit/>
          </a:bodyPr>
          <a:lstStyle>
            <a:lvl1pPr marL="457200" lvl="0" indent="-300037" algn="l">
              <a:lnSpc>
                <a:spcPct val="95000"/>
              </a:lnSpc>
              <a:spcBef>
                <a:spcPts val="750"/>
              </a:spcBef>
              <a:spcAft>
                <a:spcPts val="0"/>
              </a:spcAft>
              <a:buClr>
                <a:schemeClr val="dk1"/>
              </a:buClr>
              <a:buSzPts val="1125"/>
              <a:buChar char="▪"/>
              <a:defRPr sz="1125"/>
            </a:lvl1pPr>
            <a:lvl2pPr marL="914400" lvl="1" indent="-300037" algn="l">
              <a:lnSpc>
                <a:spcPct val="95000"/>
              </a:lnSpc>
              <a:spcBef>
                <a:spcPts val="375"/>
              </a:spcBef>
              <a:spcAft>
                <a:spcPts val="0"/>
              </a:spcAft>
              <a:buClr>
                <a:schemeClr val="dk1"/>
              </a:buClr>
              <a:buSzPts val="1125"/>
              <a:buChar char="–"/>
              <a:defRPr sz="1125"/>
            </a:lvl2pPr>
            <a:lvl3pPr marL="1371600" lvl="2" indent="-300037" algn="l">
              <a:lnSpc>
                <a:spcPct val="95000"/>
              </a:lnSpc>
              <a:spcBef>
                <a:spcPts val="375"/>
              </a:spcBef>
              <a:spcAft>
                <a:spcPts val="0"/>
              </a:spcAft>
              <a:buClr>
                <a:schemeClr val="dk1"/>
              </a:buClr>
              <a:buSzPts val="1125"/>
              <a:buChar char="–"/>
              <a:defRPr sz="1125"/>
            </a:lvl3pPr>
            <a:lvl4pPr marL="1828800" lvl="3" indent="-300037" algn="l">
              <a:lnSpc>
                <a:spcPct val="95000"/>
              </a:lnSpc>
              <a:spcBef>
                <a:spcPts val="375"/>
              </a:spcBef>
              <a:spcAft>
                <a:spcPts val="0"/>
              </a:spcAft>
              <a:buClr>
                <a:schemeClr val="dk1"/>
              </a:buClr>
              <a:buSzPts val="1125"/>
              <a:buChar char="–"/>
              <a:defRPr sz="1125"/>
            </a:lvl4pPr>
            <a:lvl5pPr marL="2286000" lvl="4" indent="-300037" algn="l">
              <a:lnSpc>
                <a:spcPct val="95000"/>
              </a:lnSpc>
              <a:spcBef>
                <a:spcPts val="375"/>
              </a:spcBef>
              <a:spcAft>
                <a:spcPts val="0"/>
              </a:spcAft>
              <a:buClr>
                <a:schemeClr val="dk1"/>
              </a:buClr>
              <a:buSzPts val="1125"/>
              <a:buChar char="–"/>
              <a:defRPr sz="1125"/>
            </a:lvl5pPr>
            <a:lvl6pPr marL="2743200" lvl="5" indent="-300037" algn="l">
              <a:lnSpc>
                <a:spcPct val="95000"/>
              </a:lnSpc>
              <a:spcBef>
                <a:spcPts val="375"/>
              </a:spcBef>
              <a:spcAft>
                <a:spcPts val="0"/>
              </a:spcAft>
              <a:buClr>
                <a:schemeClr val="dk1"/>
              </a:buClr>
              <a:buSzPts val="1125"/>
              <a:buChar char="–"/>
              <a:defRPr sz="1125"/>
            </a:lvl6pPr>
            <a:lvl7pPr marL="3200400" lvl="6" indent="-300037" algn="l">
              <a:lnSpc>
                <a:spcPct val="95000"/>
              </a:lnSpc>
              <a:spcBef>
                <a:spcPts val="375"/>
              </a:spcBef>
              <a:spcAft>
                <a:spcPts val="0"/>
              </a:spcAft>
              <a:buClr>
                <a:schemeClr val="dk1"/>
              </a:buClr>
              <a:buSzPts val="1125"/>
              <a:buChar char="–"/>
              <a:defRPr sz="1125"/>
            </a:lvl7pPr>
            <a:lvl8pPr marL="3657600" lvl="7" indent="-300037" algn="l">
              <a:lnSpc>
                <a:spcPct val="95000"/>
              </a:lnSpc>
              <a:spcBef>
                <a:spcPts val="375"/>
              </a:spcBef>
              <a:spcAft>
                <a:spcPts val="0"/>
              </a:spcAft>
              <a:buClr>
                <a:schemeClr val="dk1"/>
              </a:buClr>
              <a:buSzPts val="1125"/>
              <a:buChar char="–"/>
              <a:defRPr sz="1125"/>
            </a:lvl8pPr>
            <a:lvl9pPr marL="4114800" lvl="8" indent="-300037" algn="l">
              <a:lnSpc>
                <a:spcPct val="95000"/>
              </a:lnSpc>
              <a:spcBef>
                <a:spcPts val="375"/>
              </a:spcBef>
              <a:spcAft>
                <a:spcPts val="0"/>
              </a:spcAft>
              <a:buClr>
                <a:schemeClr val="dk1"/>
              </a:buClr>
              <a:buSzPts val="1125"/>
              <a:buChar char="–"/>
              <a:defRPr sz="1125"/>
            </a:lvl9pPr>
          </a:lstStyle>
          <a:p>
            <a:endParaRPr/>
          </a:p>
        </p:txBody>
      </p:sp>
      <p:sp>
        <p:nvSpPr>
          <p:cNvPr id="258" name="Google Shape;258;p19"/>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9" name="Google Shape;259;p19"/>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2218">
          <p15:clr>
            <a:srgbClr val="A4A3A4"/>
          </p15:clr>
        </p15:guide>
        <p15:guide id="3" orient="horz" pos="3888">
          <p15:clr>
            <a:srgbClr val="A4A3A4"/>
          </p15:clr>
        </p15:guide>
        <p15:guide id="4" orient="horz" pos="2074">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ntent and 4 Images">
  <p:cSld name="Content and 4 Images">
    <p:spTree>
      <p:nvGrpSpPr>
        <p:cNvPr id="1" name="Shape 260"/>
        <p:cNvGrpSpPr/>
        <p:nvPr/>
      </p:nvGrpSpPr>
      <p:grpSpPr>
        <a:xfrm>
          <a:off x="0" y="0"/>
          <a:ext cx="0" cy="0"/>
          <a:chOff x="0" y="0"/>
          <a:chExt cx="0" cy="0"/>
        </a:xfrm>
      </p:grpSpPr>
      <p:sp>
        <p:nvSpPr>
          <p:cNvPr id="261" name="Google Shape;261;p20"/>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2" name="Google Shape;262;p20"/>
          <p:cNvSpPr>
            <a:spLocks noGrp="1"/>
          </p:cNvSpPr>
          <p:nvPr>
            <p:ph type="pic" idx="2"/>
          </p:nvPr>
        </p:nvSpPr>
        <p:spPr>
          <a:xfrm>
            <a:off x="411481" y="1200150"/>
            <a:ext cx="1874519" cy="925830"/>
          </a:xfrm>
          <a:prstGeom prst="rect">
            <a:avLst/>
          </a:prstGeom>
          <a:solidFill>
            <a:srgbClr val="D5D5D7"/>
          </a:solidFill>
          <a:ln>
            <a:noFill/>
          </a:ln>
        </p:spPr>
      </p:sp>
      <p:sp>
        <p:nvSpPr>
          <p:cNvPr id="263" name="Google Shape;263;p20"/>
          <p:cNvSpPr txBox="1">
            <a:spLocks noGrp="1"/>
          </p:cNvSpPr>
          <p:nvPr>
            <p:ph type="body" idx="1"/>
          </p:nvPr>
        </p:nvSpPr>
        <p:spPr>
          <a:xfrm>
            <a:off x="411480" y="2297430"/>
            <a:ext cx="1874519"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200"/>
              <a:buFont typeface="Arial"/>
              <a:buNone/>
              <a:defRPr sz="1200" b="1"/>
            </a:lvl1pPr>
            <a:lvl2pPr marL="914400" lvl="1" indent="-228600" algn="l">
              <a:lnSpc>
                <a:spcPct val="95000"/>
              </a:lnSpc>
              <a:spcBef>
                <a:spcPts val="0"/>
              </a:spcBef>
              <a:spcAft>
                <a:spcPts val="0"/>
              </a:spcAft>
              <a:buClr>
                <a:schemeClr val="dk1"/>
              </a:buClr>
              <a:buSzPts val="1200"/>
              <a:buFont typeface="Arial"/>
              <a:buNone/>
              <a:defRPr sz="1200" b="1"/>
            </a:lvl2pPr>
            <a:lvl3pPr marL="1371600" lvl="2" indent="-228600" algn="l">
              <a:lnSpc>
                <a:spcPct val="95000"/>
              </a:lnSpc>
              <a:spcBef>
                <a:spcPts val="0"/>
              </a:spcBef>
              <a:spcAft>
                <a:spcPts val="0"/>
              </a:spcAft>
              <a:buClr>
                <a:schemeClr val="dk1"/>
              </a:buClr>
              <a:buSzPts val="1200"/>
              <a:buFont typeface="Arial"/>
              <a:buNone/>
              <a:defRPr sz="1200" b="1"/>
            </a:lvl3pPr>
            <a:lvl4pPr marL="1828800" lvl="3" indent="-228600" algn="l">
              <a:lnSpc>
                <a:spcPct val="95000"/>
              </a:lnSpc>
              <a:spcBef>
                <a:spcPts val="0"/>
              </a:spcBef>
              <a:spcAft>
                <a:spcPts val="0"/>
              </a:spcAft>
              <a:buClr>
                <a:schemeClr val="dk1"/>
              </a:buClr>
              <a:buSzPts val="1200"/>
              <a:buFont typeface="Arial"/>
              <a:buNone/>
              <a:defRPr sz="1200" b="1"/>
            </a:lvl4pPr>
            <a:lvl5pPr marL="2286000" lvl="4" indent="-228600" algn="l">
              <a:lnSpc>
                <a:spcPct val="95000"/>
              </a:lnSpc>
              <a:spcBef>
                <a:spcPts val="0"/>
              </a:spcBef>
              <a:spcAft>
                <a:spcPts val="0"/>
              </a:spcAft>
              <a:buClr>
                <a:schemeClr val="dk1"/>
              </a:buClr>
              <a:buSzPts val="1200"/>
              <a:buFont typeface="Arial"/>
              <a:buNone/>
              <a:defRPr sz="1200" b="1"/>
            </a:lvl5pPr>
            <a:lvl6pPr marL="2743200" lvl="5" indent="-228600" algn="l">
              <a:lnSpc>
                <a:spcPct val="95000"/>
              </a:lnSpc>
              <a:spcBef>
                <a:spcPts val="0"/>
              </a:spcBef>
              <a:spcAft>
                <a:spcPts val="0"/>
              </a:spcAft>
              <a:buClr>
                <a:schemeClr val="dk1"/>
              </a:buClr>
              <a:buSzPts val="1200"/>
              <a:buFont typeface="Arial"/>
              <a:buNone/>
              <a:defRPr sz="1200" b="1"/>
            </a:lvl6pPr>
            <a:lvl7pPr marL="3200400" lvl="6" indent="-228600" algn="l">
              <a:lnSpc>
                <a:spcPct val="95000"/>
              </a:lnSpc>
              <a:spcBef>
                <a:spcPts val="0"/>
              </a:spcBef>
              <a:spcAft>
                <a:spcPts val="0"/>
              </a:spcAft>
              <a:buClr>
                <a:schemeClr val="dk1"/>
              </a:buClr>
              <a:buSzPts val="1200"/>
              <a:buFont typeface="Arial"/>
              <a:buNone/>
              <a:defRPr sz="1200" b="1"/>
            </a:lvl7pPr>
            <a:lvl8pPr marL="3657600" lvl="7" indent="-228600" algn="l">
              <a:lnSpc>
                <a:spcPct val="95000"/>
              </a:lnSpc>
              <a:spcBef>
                <a:spcPts val="0"/>
              </a:spcBef>
              <a:spcAft>
                <a:spcPts val="0"/>
              </a:spcAft>
              <a:buClr>
                <a:schemeClr val="dk1"/>
              </a:buClr>
              <a:buSzPts val="1200"/>
              <a:buFont typeface="Arial"/>
              <a:buNone/>
              <a:defRPr sz="1200" b="1"/>
            </a:lvl8pPr>
            <a:lvl9pPr marL="4114800" lvl="8" indent="-228600" algn="l">
              <a:lnSpc>
                <a:spcPct val="95000"/>
              </a:lnSpc>
              <a:spcBef>
                <a:spcPts val="0"/>
              </a:spcBef>
              <a:spcAft>
                <a:spcPts val="0"/>
              </a:spcAft>
              <a:buClr>
                <a:schemeClr val="dk1"/>
              </a:buClr>
              <a:buSzPts val="1200"/>
              <a:buFont typeface="Arial"/>
              <a:buNone/>
              <a:defRPr sz="1200" b="1"/>
            </a:lvl9pPr>
          </a:lstStyle>
          <a:p>
            <a:endParaRPr/>
          </a:p>
        </p:txBody>
      </p:sp>
      <p:sp>
        <p:nvSpPr>
          <p:cNvPr id="264" name="Google Shape;264;p20"/>
          <p:cNvSpPr txBox="1">
            <a:spLocks noGrp="1"/>
          </p:cNvSpPr>
          <p:nvPr>
            <p:ph type="body" idx="3"/>
          </p:nvPr>
        </p:nvSpPr>
        <p:spPr>
          <a:xfrm>
            <a:off x="411481" y="2606040"/>
            <a:ext cx="1874519" cy="202311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265" name="Google Shape;265;p20"/>
          <p:cNvSpPr>
            <a:spLocks noGrp="1"/>
          </p:cNvSpPr>
          <p:nvPr>
            <p:ph type="pic" idx="4"/>
          </p:nvPr>
        </p:nvSpPr>
        <p:spPr>
          <a:xfrm>
            <a:off x="2571604" y="1200150"/>
            <a:ext cx="1874519" cy="925830"/>
          </a:xfrm>
          <a:prstGeom prst="rect">
            <a:avLst/>
          </a:prstGeom>
          <a:solidFill>
            <a:srgbClr val="D5D5D7"/>
          </a:solidFill>
          <a:ln>
            <a:noFill/>
          </a:ln>
        </p:spPr>
      </p:sp>
      <p:sp>
        <p:nvSpPr>
          <p:cNvPr id="266" name="Google Shape;266;p20"/>
          <p:cNvSpPr txBox="1">
            <a:spLocks noGrp="1"/>
          </p:cNvSpPr>
          <p:nvPr>
            <p:ph type="body" idx="5"/>
          </p:nvPr>
        </p:nvSpPr>
        <p:spPr>
          <a:xfrm>
            <a:off x="2571604" y="2297430"/>
            <a:ext cx="1874519"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200"/>
              <a:buFont typeface="Arial"/>
              <a:buNone/>
              <a:defRPr sz="1200" b="1"/>
            </a:lvl1pPr>
            <a:lvl2pPr marL="914400" lvl="1" indent="-228600" algn="l">
              <a:lnSpc>
                <a:spcPct val="95000"/>
              </a:lnSpc>
              <a:spcBef>
                <a:spcPts val="0"/>
              </a:spcBef>
              <a:spcAft>
                <a:spcPts val="0"/>
              </a:spcAft>
              <a:buClr>
                <a:schemeClr val="dk1"/>
              </a:buClr>
              <a:buSzPts val="1200"/>
              <a:buFont typeface="Arial"/>
              <a:buNone/>
              <a:defRPr sz="1200" b="1"/>
            </a:lvl2pPr>
            <a:lvl3pPr marL="1371600" lvl="2" indent="-228600" algn="l">
              <a:lnSpc>
                <a:spcPct val="95000"/>
              </a:lnSpc>
              <a:spcBef>
                <a:spcPts val="0"/>
              </a:spcBef>
              <a:spcAft>
                <a:spcPts val="0"/>
              </a:spcAft>
              <a:buClr>
                <a:schemeClr val="dk1"/>
              </a:buClr>
              <a:buSzPts val="1200"/>
              <a:buFont typeface="Arial"/>
              <a:buNone/>
              <a:defRPr sz="1200" b="1"/>
            </a:lvl3pPr>
            <a:lvl4pPr marL="1828800" lvl="3" indent="-228600" algn="l">
              <a:lnSpc>
                <a:spcPct val="95000"/>
              </a:lnSpc>
              <a:spcBef>
                <a:spcPts val="0"/>
              </a:spcBef>
              <a:spcAft>
                <a:spcPts val="0"/>
              </a:spcAft>
              <a:buClr>
                <a:schemeClr val="dk1"/>
              </a:buClr>
              <a:buSzPts val="1200"/>
              <a:buFont typeface="Arial"/>
              <a:buNone/>
              <a:defRPr sz="1200" b="1"/>
            </a:lvl4pPr>
            <a:lvl5pPr marL="2286000" lvl="4" indent="-228600" algn="l">
              <a:lnSpc>
                <a:spcPct val="95000"/>
              </a:lnSpc>
              <a:spcBef>
                <a:spcPts val="0"/>
              </a:spcBef>
              <a:spcAft>
                <a:spcPts val="0"/>
              </a:spcAft>
              <a:buClr>
                <a:schemeClr val="dk1"/>
              </a:buClr>
              <a:buSzPts val="1200"/>
              <a:buFont typeface="Arial"/>
              <a:buNone/>
              <a:defRPr sz="1200" b="1"/>
            </a:lvl5pPr>
            <a:lvl6pPr marL="2743200" lvl="5" indent="-228600" algn="l">
              <a:lnSpc>
                <a:spcPct val="95000"/>
              </a:lnSpc>
              <a:spcBef>
                <a:spcPts val="0"/>
              </a:spcBef>
              <a:spcAft>
                <a:spcPts val="0"/>
              </a:spcAft>
              <a:buClr>
                <a:schemeClr val="dk1"/>
              </a:buClr>
              <a:buSzPts val="1200"/>
              <a:buFont typeface="Arial"/>
              <a:buNone/>
              <a:defRPr sz="1200" b="1"/>
            </a:lvl6pPr>
            <a:lvl7pPr marL="3200400" lvl="6" indent="-228600" algn="l">
              <a:lnSpc>
                <a:spcPct val="95000"/>
              </a:lnSpc>
              <a:spcBef>
                <a:spcPts val="0"/>
              </a:spcBef>
              <a:spcAft>
                <a:spcPts val="0"/>
              </a:spcAft>
              <a:buClr>
                <a:schemeClr val="dk1"/>
              </a:buClr>
              <a:buSzPts val="1200"/>
              <a:buFont typeface="Arial"/>
              <a:buNone/>
              <a:defRPr sz="1200" b="1"/>
            </a:lvl7pPr>
            <a:lvl8pPr marL="3657600" lvl="7" indent="-228600" algn="l">
              <a:lnSpc>
                <a:spcPct val="95000"/>
              </a:lnSpc>
              <a:spcBef>
                <a:spcPts val="0"/>
              </a:spcBef>
              <a:spcAft>
                <a:spcPts val="0"/>
              </a:spcAft>
              <a:buClr>
                <a:schemeClr val="dk1"/>
              </a:buClr>
              <a:buSzPts val="1200"/>
              <a:buFont typeface="Arial"/>
              <a:buNone/>
              <a:defRPr sz="1200" b="1"/>
            </a:lvl8pPr>
            <a:lvl9pPr marL="4114800" lvl="8" indent="-228600" algn="l">
              <a:lnSpc>
                <a:spcPct val="95000"/>
              </a:lnSpc>
              <a:spcBef>
                <a:spcPts val="0"/>
              </a:spcBef>
              <a:spcAft>
                <a:spcPts val="0"/>
              </a:spcAft>
              <a:buClr>
                <a:schemeClr val="dk1"/>
              </a:buClr>
              <a:buSzPts val="1200"/>
              <a:buFont typeface="Arial"/>
              <a:buNone/>
              <a:defRPr sz="1200" b="1"/>
            </a:lvl9pPr>
          </a:lstStyle>
          <a:p>
            <a:endParaRPr/>
          </a:p>
        </p:txBody>
      </p:sp>
      <p:sp>
        <p:nvSpPr>
          <p:cNvPr id="267" name="Google Shape;267;p20"/>
          <p:cNvSpPr txBox="1">
            <a:spLocks noGrp="1"/>
          </p:cNvSpPr>
          <p:nvPr>
            <p:ph type="body" idx="6"/>
          </p:nvPr>
        </p:nvSpPr>
        <p:spPr>
          <a:xfrm>
            <a:off x="2571604" y="2606040"/>
            <a:ext cx="1874519" cy="202311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268" name="Google Shape;268;p20"/>
          <p:cNvSpPr>
            <a:spLocks noGrp="1"/>
          </p:cNvSpPr>
          <p:nvPr>
            <p:ph type="pic" idx="7"/>
          </p:nvPr>
        </p:nvSpPr>
        <p:spPr>
          <a:xfrm>
            <a:off x="4697881" y="1200150"/>
            <a:ext cx="1874519" cy="925830"/>
          </a:xfrm>
          <a:prstGeom prst="rect">
            <a:avLst/>
          </a:prstGeom>
          <a:solidFill>
            <a:srgbClr val="D5D5D7"/>
          </a:solidFill>
          <a:ln>
            <a:noFill/>
          </a:ln>
        </p:spPr>
      </p:sp>
      <p:sp>
        <p:nvSpPr>
          <p:cNvPr id="269" name="Google Shape;269;p20"/>
          <p:cNvSpPr txBox="1">
            <a:spLocks noGrp="1"/>
          </p:cNvSpPr>
          <p:nvPr>
            <p:ph type="body" idx="8"/>
          </p:nvPr>
        </p:nvSpPr>
        <p:spPr>
          <a:xfrm>
            <a:off x="4697881" y="2297430"/>
            <a:ext cx="1874519"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200"/>
              <a:buFont typeface="Arial"/>
              <a:buNone/>
              <a:defRPr sz="1200" b="1"/>
            </a:lvl1pPr>
            <a:lvl2pPr marL="914400" lvl="1" indent="-228600" algn="l">
              <a:lnSpc>
                <a:spcPct val="95000"/>
              </a:lnSpc>
              <a:spcBef>
                <a:spcPts val="0"/>
              </a:spcBef>
              <a:spcAft>
                <a:spcPts val="0"/>
              </a:spcAft>
              <a:buClr>
                <a:schemeClr val="dk1"/>
              </a:buClr>
              <a:buSzPts val="1200"/>
              <a:buFont typeface="Arial"/>
              <a:buNone/>
              <a:defRPr sz="1200" b="1"/>
            </a:lvl2pPr>
            <a:lvl3pPr marL="1371600" lvl="2" indent="-228600" algn="l">
              <a:lnSpc>
                <a:spcPct val="95000"/>
              </a:lnSpc>
              <a:spcBef>
                <a:spcPts val="0"/>
              </a:spcBef>
              <a:spcAft>
                <a:spcPts val="0"/>
              </a:spcAft>
              <a:buClr>
                <a:schemeClr val="dk1"/>
              </a:buClr>
              <a:buSzPts val="1200"/>
              <a:buFont typeface="Arial"/>
              <a:buNone/>
              <a:defRPr sz="1200" b="1"/>
            </a:lvl3pPr>
            <a:lvl4pPr marL="1828800" lvl="3" indent="-228600" algn="l">
              <a:lnSpc>
                <a:spcPct val="95000"/>
              </a:lnSpc>
              <a:spcBef>
                <a:spcPts val="0"/>
              </a:spcBef>
              <a:spcAft>
                <a:spcPts val="0"/>
              </a:spcAft>
              <a:buClr>
                <a:schemeClr val="dk1"/>
              </a:buClr>
              <a:buSzPts val="1200"/>
              <a:buFont typeface="Arial"/>
              <a:buNone/>
              <a:defRPr sz="1200" b="1"/>
            </a:lvl4pPr>
            <a:lvl5pPr marL="2286000" lvl="4" indent="-228600" algn="l">
              <a:lnSpc>
                <a:spcPct val="95000"/>
              </a:lnSpc>
              <a:spcBef>
                <a:spcPts val="0"/>
              </a:spcBef>
              <a:spcAft>
                <a:spcPts val="0"/>
              </a:spcAft>
              <a:buClr>
                <a:schemeClr val="dk1"/>
              </a:buClr>
              <a:buSzPts val="1200"/>
              <a:buFont typeface="Arial"/>
              <a:buNone/>
              <a:defRPr sz="1200" b="1"/>
            </a:lvl5pPr>
            <a:lvl6pPr marL="2743200" lvl="5" indent="-228600" algn="l">
              <a:lnSpc>
                <a:spcPct val="95000"/>
              </a:lnSpc>
              <a:spcBef>
                <a:spcPts val="0"/>
              </a:spcBef>
              <a:spcAft>
                <a:spcPts val="0"/>
              </a:spcAft>
              <a:buClr>
                <a:schemeClr val="dk1"/>
              </a:buClr>
              <a:buSzPts val="1200"/>
              <a:buFont typeface="Arial"/>
              <a:buNone/>
              <a:defRPr sz="1200" b="1"/>
            </a:lvl6pPr>
            <a:lvl7pPr marL="3200400" lvl="6" indent="-228600" algn="l">
              <a:lnSpc>
                <a:spcPct val="95000"/>
              </a:lnSpc>
              <a:spcBef>
                <a:spcPts val="0"/>
              </a:spcBef>
              <a:spcAft>
                <a:spcPts val="0"/>
              </a:spcAft>
              <a:buClr>
                <a:schemeClr val="dk1"/>
              </a:buClr>
              <a:buSzPts val="1200"/>
              <a:buFont typeface="Arial"/>
              <a:buNone/>
              <a:defRPr sz="1200" b="1"/>
            </a:lvl7pPr>
            <a:lvl8pPr marL="3657600" lvl="7" indent="-228600" algn="l">
              <a:lnSpc>
                <a:spcPct val="95000"/>
              </a:lnSpc>
              <a:spcBef>
                <a:spcPts val="0"/>
              </a:spcBef>
              <a:spcAft>
                <a:spcPts val="0"/>
              </a:spcAft>
              <a:buClr>
                <a:schemeClr val="dk1"/>
              </a:buClr>
              <a:buSzPts val="1200"/>
              <a:buFont typeface="Arial"/>
              <a:buNone/>
              <a:defRPr sz="1200" b="1"/>
            </a:lvl8pPr>
            <a:lvl9pPr marL="4114800" lvl="8" indent="-228600" algn="l">
              <a:lnSpc>
                <a:spcPct val="95000"/>
              </a:lnSpc>
              <a:spcBef>
                <a:spcPts val="0"/>
              </a:spcBef>
              <a:spcAft>
                <a:spcPts val="0"/>
              </a:spcAft>
              <a:buClr>
                <a:schemeClr val="dk1"/>
              </a:buClr>
              <a:buSzPts val="1200"/>
              <a:buFont typeface="Arial"/>
              <a:buNone/>
              <a:defRPr sz="1200" b="1"/>
            </a:lvl9pPr>
          </a:lstStyle>
          <a:p>
            <a:endParaRPr/>
          </a:p>
        </p:txBody>
      </p:sp>
      <p:sp>
        <p:nvSpPr>
          <p:cNvPr id="270" name="Google Shape;270;p20"/>
          <p:cNvSpPr txBox="1">
            <a:spLocks noGrp="1"/>
          </p:cNvSpPr>
          <p:nvPr>
            <p:ph type="body" idx="9"/>
          </p:nvPr>
        </p:nvSpPr>
        <p:spPr>
          <a:xfrm>
            <a:off x="4697881" y="2606040"/>
            <a:ext cx="1874519" cy="202311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271" name="Google Shape;271;p20"/>
          <p:cNvSpPr>
            <a:spLocks noGrp="1"/>
          </p:cNvSpPr>
          <p:nvPr>
            <p:ph type="pic" idx="13"/>
          </p:nvPr>
        </p:nvSpPr>
        <p:spPr>
          <a:xfrm>
            <a:off x="6858001" y="1200150"/>
            <a:ext cx="1874519" cy="925830"/>
          </a:xfrm>
          <a:prstGeom prst="rect">
            <a:avLst/>
          </a:prstGeom>
          <a:solidFill>
            <a:srgbClr val="D5D5D7"/>
          </a:solidFill>
          <a:ln>
            <a:noFill/>
          </a:ln>
        </p:spPr>
      </p:sp>
      <p:sp>
        <p:nvSpPr>
          <p:cNvPr id="272" name="Google Shape;272;p20"/>
          <p:cNvSpPr txBox="1">
            <a:spLocks noGrp="1"/>
          </p:cNvSpPr>
          <p:nvPr>
            <p:ph type="body" idx="14"/>
          </p:nvPr>
        </p:nvSpPr>
        <p:spPr>
          <a:xfrm>
            <a:off x="6858001" y="2297430"/>
            <a:ext cx="1874519"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200"/>
              <a:buFont typeface="Arial"/>
              <a:buNone/>
              <a:defRPr sz="1200" b="1"/>
            </a:lvl1pPr>
            <a:lvl2pPr marL="914400" lvl="1" indent="-228600" algn="l">
              <a:lnSpc>
                <a:spcPct val="95000"/>
              </a:lnSpc>
              <a:spcBef>
                <a:spcPts val="0"/>
              </a:spcBef>
              <a:spcAft>
                <a:spcPts val="0"/>
              </a:spcAft>
              <a:buClr>
                <a:schemeClr val="dk1"/>
              </a:buClr>
              <a:buSzPts val="1200"/>
              <a:buFont typeface="Arial"/>
              <a:buNone/>
              <a:defRPr sz="1200" b="1"/>
            </a:lvl2pPr>
            <a:lvl3pPr marL="1371600" lvl="2" indent="-228600" algn="l">
              <a:lnSpc>
                <a:spcPct val="95000"/>
              </a:lnSpc>
              <a:spcBef>
                <a:spcPts val="0"/>
              </a:spcBef>
              <a:spcAft>
                <a:spcPts val="0"/>
              </a:spcAft>
              <a:buClr>
                <a:schemeClr val="dk1"/>
              </a:buClr>
              <a:buSzPts val="1200"/>
              <a:buFont typeface="Arial"/>
              <a:buNone/>
              <a:defRPr sz="1200" b="1"/>
            </a:lvl3pPr>
            <a:lvl4pPr marL="1828800" lvl="3" indent="-228600" algn="l">
              <a:lnSpc>
                <a:spcPct val="95000"/>
              </a:lnSpc>
              <a:spcBef>
                <a:spcPts val="0"/>
              </a:spcBef>
              <a:spcAft>
                <a:spcPts val="0"/>
              </a:spcAft>
              <a:buClr>
                <a:schemeClr val="dk1"/>
              </a:buClr>
              <a:buSzPts val="1200"/>
              <a:buFont typeface="Arial"/>
              <a:buNone/>
              <a:defRPr sz="1200" b="1"/>
            </a:lvl4pPr>
            <a:lvl5pPr marL="2286000" lvl="4" indent="-228600" algn="l">
              <a:lnSpc>
                <a:spcPct val="95000"/>
              </a:lnSpc>
              <a:spcBef>
                <a:spcPts val="0"/>
              </a:spcBef>
              <a:spcAft>
                <a:spcPts val="0"/>
              </a:spcAft>
              <a:buClr>
                <a:schemeClr val="dk1"/>
              </a:buClr>
              <a:buSzPts val="1200"/>
              <a:buFont typeface="Arial"/>
              <a:buNone/>
              <a:defRPr sz="1200" b="1"/>
            </a:lvl5pPr>
            <a:lvl6pPr marL="2743200" lvl="5" indent="-228600" algn="l">
              <a:lnSpc>
                <a:spcPct val="95000"/>
              </a:lnSpc>
              <a:spcBef>
                <a:spcPts val="0"/>
              </a:spcBef>
              <a:spcAft>
                <a:spcPts val="0"/>
              </a:spcAft>
              <a:buClr>
                <a:schemeClr val="dk1"/>
              </a:buClr>
              <a:buSzPts val="1200"/>
              <a:buFont typeface="Arial"/>
              <a:buNone/>
              <a:defRPr sz="1200" b="1"/>
            </a:lvl6pPr>
            <a:lvl7pPr marL="3200400" lvl="6" indent="-228600" algn="l">
              <a:lnSpc>
                <a:spcPct val="95000"/>
              </a:lnSpc>
              <a:spcBef>
                <a:spcPts val="0"/>
              </a:spcBef>
              <a:spcAft>
                <a:spcPts val="0"/>
              </a:spcAft>
              <a:buClr>
                <a:schemeClr val="dk1"/>
              </a:buClr>
              <a:buSzPts val="1200"/>
              <a:buFont typeface="Arial"/>
              <a:buNone/>
              <a:defRPr sz="1200" b="1"/>
            </a:lvl7pPr>
            <a:lvl8pPr marL="3657600" lvl="7" indent="-228600" algn="l">
              <a:lnSpc>
                <a:spcPct val="95000"/>
              </a:lnSpc>
              <a:spcBef>
                <a:spcPts val="0"/>
              </a:spcBef>
              <a:spcAft>
                <a:spcPts val="0"/>
              </a:spcAft>
              <a:buClr>
                <a:schemeClr val="dk1"/>
              </a:buClr>
              <a:buSzPts val="1200"/>
              <a:buFont typeface="Arial"/>
              <a:buNone/>
              <a:defRPr sz="1200" b="1"/>
            </a:lvl8pPr>
            <a:lvl9pPr marL="4114800" lvl="8" indent="-228600" algn="l">
              <a:lnSpc>
                <a:spcPct val="95000"/>
              </a:lnSpc>
              <a:spcBef>
                <a:spcPts val="0"/>
              </a:spcBef>
              <a:spcAft>
                <a:spcPts val="0"/>
              </a:spcAft>
              <a:buClr>
                <a:schemeClr val="dk1"/>
              </a:buClr>
              <a:buSzPts val="1200"/>
              <a:buFont typeface="Arial"/>
              <a:buNone/>
              <a:defRPr sz="1200" b="1"/>
            </a:lvl9pPr>
          </a:lstStyle>
          <a:p>
            <a:endParaRPr/>
          </a:p>
        </p:txBody>
      </p:sp>
      <p:sp>
        <p:nvSpPr>
          <p:cNvPr id="273" name="Google Shape;273;p20"/>
          <p:cNvSpPr txBox="1">
            <a:spLocks noGrp="1"/>
          </p:cNvSpPr>
          <p:nvPr>
            <p:ph type="body" idx="15"/>
          </p:nvPr>
        </p:nvSpPr>
        <p:spPr>
          <a:xfrm>
            <a:off x="6858001" y="2606040"/>
            <a:ext cx="1874519" cy="202311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274" name="Google Shape;274;p20"/>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5" name="Google Shape;275;p20"/>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1786">
          <p15:clr>
            <a:srgbClr val="A4A3A4"/>
          </p15:clr>
        </p15:guide>
        <p15:guide id="3" orient="horz" pos="3888">
          <p15:clr>
            <a:srgbClr val="A4A3A4"/>
          </p15:clr>
        </p15:guide>
        <p15:guide id="4" orient="horz" pos="1930">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 Image">
  <p:cSld name="Section Header - Image">
    <p:bg>
      <p:bgPr>
        <a:solidFill>
          <a:schemeClr val="lt1"/>
        </a:solidFill>
        <a:effectLst/>
      </p:bgPr>
    </p:bg>
    <p:spTree>
      <p:nvGrpSpPr>
        <p:cNvPr id="1" name="Shape 284"/>
        <p:cNvGrpSpPr/>
        <p:nvPr/>
      </p:nvGrpSpPr>
      <p:grpSpPr>
        <a:xfrm>
          <a:off x="0" y="0"/>
          <a:ext cx="0" cy="0"/>
          <a:chOff x="0" y="0"/>
          <a:chExt cx="0" cy="0"/>
        </a:xfrm>
      </p:grpSpPr>
      <p:sp>
        <p:nvSpPr>
          <p:cNvPr id="285" name="Google Shape;285;p22"/>
          <p:cNvSpPr>
            <a:spLocks noGrp="1"/>
          </p:cNvSpPr>
          <p:nvPr>
            <p:ph type="pic" idx="2"/>
          </p:nvPr>
        </p:nvSpPr>
        <p:spPr>
          <a:xfrm>
            <a:off x="0" y="171450"/>
            <a:ext cx="9144000" cy="4800600"/>
          </a:xfrm>
          <a:prstGeom prst="rect">
            <a:avLst/>
          </a:prstGeom>
          <a:solidFill>
            <a:srgbClr val="565557"/>
          </a:solidFill>
          <a:ln>
            <a:noFill/>
          </a:ln>
        </p:spPr>
      </p:sp>
      <p:sp>
        <p:nvSpPr>
          <p:cNvPr id="286" name="Google Shape;286;p22"/>
          <p:cNvSpPr txBox="1">
            <a:spLocks noGrp="1"/>
          </p:cNvSpPr>
          <p:nvPr>
            <p:ph type="title"/>
          </p:nvPr>
        </p:nvSpPr>
        <p:spPr>
          <a:xfrm>
            <a:off x="411480" y="308611"/>
            <a:ext cx="6173470" cy="891778"/>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2"/>
              </a:buClr>
              <a:buSzPts val="3000"/>
              <a:buFont typeface="Arial"/>
              <a:buNone/>
              <a:defRPr sz="30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22"/>
          <p:cNvSpPr txBox="1">
            <a:spLocks noGrp="1"/>
          </p:cNvSpPr>
          <p:nvPr>
            <p:ph type="body" idx="1"/>
          </p:nvPr>
        </p:nvSpPr>
        <p:spPr>
          <a:xfrm>
            <a:off x="411480" y="1611630"/>
            <a:ext cx="5096351" cy="68580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lt1"/>
              </a:buClr>
              <a:buSzPts val="2100"/>
              <a:buFont typeface="Arial"/>
              <a:buNone/>
              <a:defRPr sz="2100"/>
            </a:lvl1pPr>
            <a:lvl2pPr marL="914400" lvl="1" indent="-309562" algn="l">
              <a:lnSpc>
                <a:spcPct val="95000"/>
              </a:lnSpc>
              <a:spcBef>
                <a:spcPts val="750"/>
              </a:spcBef>
              <a:spcAft>
                <a:spcPts val="0"/>
              </a:spcAft>
              <a:buClr>
                <a:schemeClr val="lt1"/>
              </a:buClr>
              <a:buSzPts val="1275"/>
              <a:buFont typeface="Arial"/>
              <a:buChar char="▪"/>
              <a:defRPr/>
            </a:lvl2pPr>
            <a:lvl3pPr marL="1371600" lvl="2" indent="-309562" algn="l">
              <a:lnSpc>
                <a:spcPct val="95000"/>
              </a:lnSpc>
              <a:spcBef>
                <a:spcPts val="375"/>
              </a:spcBef>
              <a:spcAft>
                <a:spcPts val="0"/>
              </a:spcAft>
              <a:buClr>
                <a:schemeClr val="lt1"/>
              </a:buClr>
              <a:buSzPts val="1275"/>
              <a:buChar char="–"/>
              <a:defRPr/>
            </a:lvl3pPr>
            <a:lvl4pPr marL="1828800" lvl="3" indent="-309562" algn="l">
              <a:lnSpc>
                <a:spcPct val="95000"/>
              </a:lnSpc>
              <a:spcBef>
                <a:spcPts val="375"/>
              </a:spcBef>
              <a:spcAft>
                <a:spcPts val="0"/>
              </a:spcAft>
              <a:buClr>
                <a:schemeClr val="lt1"/>
              </a:buClr>
              <a:buSzPts val="1275"/>
              <a:buChar char="–"/>
              <a:defRPr/>
            </a:lvl4pPr>
            <a:lvl5pPr marL="2286000" lvl="4" indent="-309562" algn="l">
              <a:lnSpc>
                <a:spcPct val="95000"/>
              </a:lnSpc>
              <a:spcBef>
                <a:spcPts val="375"/>
              </a:spcBef>
              <a:spcAft>
                <a:spcPts val="0"/>
              </a:spcAft>
              <a:buClr>
                <a:schemeClr val="lt1"/>
              </a:buClr>
              <a:buSzPts val="1275"/>
              <a:buChar char="–"/>
              <a:defRPr/>
            </a:lvl5pPr>
            <a:lvl6pPr marL="2743200" lvl="5" indent="-309562" algn="l">
              <a:lnSpc>
                <a:spcPct val="95000"/>
              </a:lnSpc>
              <a:spcBef>
                <a:spcPts val="375"/>
              </a:spcBef>
              <a:spcAft>
                <a:spcPts val="0"/>
              </a:spcAft>
              <a:buClr>
                <a:schemeClr val="lt1"/>
              </a:buClr>
              <a:buSzPts val="1275"/>
              <a:buChar char="–"/>
              <a:defRPr/>
            </a:lvl6pPr>
            <a:lvl7pPr marL="3200400" lvl="6" indent="-309562" algn="l">
              <a:lnSpc>
                <a:spcPct val="95000"/>
              </a:lnSpc>
              <a:spcBef>
                <a:spcPts val="375"/>
              </a:spcBef>
              <a:spcAft>
                <a:spcPts val="0"/>
              </a:spcAft>
              <a:buClr>
                <a:schemeClr val="lt1"/>
              </a:buClr>
              <a:buSzPts val="1275"/>
              <a:buChar char="–"/>
              <a:defRPr/>
            </a:lvl7pPr>
            <a:lvl8pPr marL="3657600" lvl="7" indent="-309562" algn="l">
              <a:lnSpc>
                <a:spcPct val="95000"/>
              </a:lnSpc>
              <a:spcBef>
                <a:spcPts val="375"/>
              </a:spcBef>
              <a:spcAft>
                <a:spcPts val="0"/>
              </a:spcAft>
              <a:buClr>
                <a:schemeClr val="lt1"/>
              </a:buClr>
              <a:buSzPts val="1275"/>
              <a:buChar char="–"/>
              <a:defRPr/>
            </a:lvl8pPr>
            <a:lvl9pPr marL="4114800" lvl="8" indent="-309562" algn="l">
              <a:lnSpc>
                <a:spcPct val="95000"/>
              </a:lnSpc>
              <a:spcBef>
                <a:spcPts val="375"/>
              </a:spcBef>
              <a:spcAft>
                <a:spcPts val="0"/>
              </a:spcAft>
              <a:buClr>
                <a:schemeClr val="lt1"/>
              </a:buClr>
              <a:buSzPts val="1275"/>
              <a:buChar char="–"/>
              <a:defRPr/>
            </a:lvl9pPr>
          </a:lstStyle>
          <a:p>
            <a:endParaRPr/>
          </a:p>
        </p:txBody>
      </p:sp>
      <p:sp>
        <p:nvSpPr>
          <p:cNvPr id="288" name="Google Shape;288;p22"/>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9" name="Google Shape;289;p22"/>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marR="0" lvl="0"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1pPr>
            <a:lvl2pPr marL="0" marR="0" lvl="1"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2pPr>
            <a:lvl3pPr marL="0" marR="0" lvl="2"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3pPr>
            <a:lvl4pPr marL="0" marR="0" lvl="3"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4pPr>
            <a:lvl5pPr marL="0" marR="0" lvl="4"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5pPr>
            <a:lvl6pPr marL="0" marR="0" lvl="5"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6pPr>
            <a:lvl7pPr marL="0" marR="0" lvl="6"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7pPr>
            <a:lvl8pPr marL="0" marR="0" lvl="7"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8pPr>
            <a:lvl9pPr marL="0" marR="0" lvl="8"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290" name="Google Shape;290;p22"/>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Header - White 01">
  <p:cSld name="Section Header - White 01">
    <p:bg>
      <p:bgPr>
        <a:solidFill>
          <a:schemeClr val="lt1"/>
        </a:solidFill>
        <a:effectLst/>
      </p:bgPr>
    </p:bg>
    <p:spTree>
      <p:nvGrpSpPr>
        <p:cNvPr id="1" name="Shape 291"/>
        <p:cNvGrpSpPr/>
        <p:nvPr/>
      </p:nvGrpSpPr>
      <p:grpSpPr>
        <a:xfrm>
          <a:off x="0" y="0"/>
          <a:ext cx="0" cy="0"/>
          <a:chOff x="0" y="0"/>
          <a:chExt cx="0" cy="0"/>
        </a:xfrm>
      </p:grpSpPr>
      <p:sp>
        <p:nvSpPr>
          <p:cNvPr id="292" name="Google Shape;292;p23"/>
          <p:cNvSpPr txBox="1">
            <a:spLocks noGrp="1"/>
          </p:cNvSpPr>
          <p:nvPr>
            <p:ph type="title"/>
          </p:nvPr>
        </p:nvSpPr>
        <p:spPr>
          <a:xfrm>
            <a:off x="411480" y="308611"/>
            <a:ext cx="6173470" cy="891778"/>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2"/>
              </a:buClr>
              <a:buSzPts val="3000"/>
              <a:buFont typeface="Arial"/>
              <a:buNone/>
              <a:defRPr sz="3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3" name="Google Shape;293;p23"/>
          <p:cNvSpPr txBox="1">
            <a:spLocks noGrp="1"/>
          </p:cNvSpPr>
          <p:nvPr>
            <p:ph type="body" idx="1"/>
          </p:nvPr>
        </p:nvSpPr>
        <p:spPr>
          <a:xfrm>
            <a:off x="411480" y="1611630"/>
            <a:ext cx="5096351" cy="30175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2100"/>
              <a:buFont typeface="Arial"/>
              <a:buNone/>
              <a:defRPr sz="2100"/>
            </a:lvl1pPr>
            <a:lvl2pPr marL="914400" lvl="1" indent="-309562" algn="l">
              <a:lnSpc>
                <a:spcPct val="95000"/>
              </a:lnSpc>
              <a:spcBef>
                <a:spcPts val="750"/>
              </a:spcBef>
              <a:spcAft>
                <a:spcPts val="0"/>
              </a:spcAft>
              <a:buClr>
                <a:schemeClr val="dk1"/>
              </a:buClr>
              <a:buSzPts val="1275"/>
              <a:buFont typeface="Arial"/>
              <a:buChar char="▪"/>
              <a:defRPr/>
            </a:lvl2pPr>
            <a:lvl3pPr marL="1371600" lvl="2" indent="-309562" algn="l">
              <a:lnSpc>
                <a:spcPct val="95000"/>
              </a:lnSpc>
              <a:spcBef>
                <a:spcPts val="375"/>
              </a:spcBef>
              <a:spcAft>
                <a:spcPts val="0"/>
              </a:spcAft>
              <a:buClr>
                <a:schemeClr val="dk1"/>
              </a:buClr>
              <a:buSzPts val="1275"/>
              <a:buChar char="–"/>
              <a:defRPr/>
            </a:lvl3pPr>
            <a:lvl4pPr marL="1828800" lvl="3" indent="-309562" algn="l">
              <a:lnSpc>
                <a:spcPct val="95000"/>
              </a:lnSpc>
              <a:spcBef>
                <a:spcPts val="375"/>
              </a:spcBef>
              <a:spcAft>
                <a:spcPts val="0"/>
              </a:spcAft>
              <a:buClr>
                <a:schemeClr val="dk1"/>
              </a:buClr>
              <a:buSzPts val="1275"/>
              <a:buChar char="–"/>
              <a:defRPr/>
            </a:lvl4pPr>
            <a:lvl5pPr marL="2286000" lvl="4" indent="-309562" algn="l">
              <a:lnSpc>
                <a:spcPct val="95000"/>
              </a:lnSpc>
              <a:spcBef>
                <a:spcPts val="375"/>
              </a:spcBef>
              <a:spcAft>
                <a:spcPts val="0"/>
              </a:spcAft>
              <a:buClr>
                <a:schemeClr val="dk1"/>
              </a:buClr>
              <a:buSzPts val="1275"/>
              <a:buChar char="–"/>
              <a:defRPr/>
            </a:lvl5pPr>
            <a:lvl6pPr marL="2743200" lvl="5" indent="-309562" algn="l">
              <a:lnSpc>
                <a:spcPct val="95000"/>
              </a:lnSpc>
              <a:spcBef>
                <a:spcPts val="375"/>
              </a:spcBef>
              <a:spcAft>
                <a:spcPts val="0"/>
              </a:spcAft>
              <a:buClr>
                <a:schemeClr val="dk1"/>
              </a:buClr>
              <a:buSzPts val="1275"/>
              <a:buChar char="–"/>
              <a:defRPr/>
            </a:lvl6pPr>
            <a:lvl7pPr marL="3200400" lvl="6" indent="-309562" algn="l">
              <a:lnSpc>
                <a:spcPct val="95000"/>
              </a:lnSpc>
              <a:spcBef>
                <a:spcPts val="375"/>
              </a:spcBef>
              <a:spcAft>
                <a:spcPts val="0"/>
              </a:spcAft>
              <a:buClr>
                <a:schemeClr val="dk1"/>
              </a:buClr>
              <a:buSzPts val="1275"/>
              <a:buChar char="–"/>
              <a:defRPr/>
            </a:lvl7pPr>
            <a:lvl8pPr marL="3657600" lvl="7" indent="-309562" algn="l">
              <a:lnSpc>
                <a:spcPct val="95000"/>
              </a:lnSpc>
              <a:spcBef>
                <a:spcPts val="375"/>
              </a:spcBef>
              <a:spcAft>
                <a:spcPts val="0"/>
              </a:spcAft>
              <a:buClr>
                <a:schemeClr val="dk1"/>
              </a:buClr>
              <a:buSzPts val="1275"/>
              <a:buChar char="–"/>
              <a:defRPr/>
            </a:lvl8pPr>
            <a:lvl9pPr marL="4114800" lvl="8" indent="-309562" algn="l">
              <a:lnSpc>
                <a:spcPct val="95000"/>
              </a:lnSpc>
              <a:spcBef>
                <a:spcPts val="375"/>
              </a:spcBef>
              <a:spcAft>
                <a:spcPts val="0"/>
              </a:spcAft>
              <a:buClr>
                <a:schemeClr val="dk1"/>
              </a:buClr>
              <a:buSzPts val="1275"/>
              <a:buChar char="–"/>
              <a:defRPr/>
            </a:lvl9pPr>
          </a:lstStyle>
          <a:p>
            <a:endParaRPr/>
          </a:p>
        </p:txBody>
      </p:sp>
      <p:sp>
        <p:nvSpPr>
          <p:cNvPr id="294" name="Google Shape;294;p23"/>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5" name="Google Shape;295;p23"/>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 White 02">
  <p:cSld name="Section Header - White 02">
    <p:bg>
      <p:bgPr>
        <a:solidFill>
          <a:schemeClr val="lt1"/>
        </a:solidFill>
        <a:effectLst/>
      </p:bgPr>
    </p:bg>
    <p:spTree>
      <p:nvGrpSpPr>
        <p:cNvPr id="1" name="Shape 296"/>
        <p:cNvGrpSpPr/>
        <p:nvPr/>
      </p:nvGrpSpPr>
      <p:grpSpPr>
        <a:xfrm>
          <a:off x="0" y="0"/>
          <a:ext cx="0" cy="0"/>
          <a:chOff x="0" y="0"/>
          <a:chExt cx="0" cy="0"/>
        </a:xfrm>
      </p:grpSpPr>
      <p:sp>
        <p:nvSpPr>
          <p:cNvPr id="297" name="Google Shape;297;p24"/>
          <p:cNvSpPr txBox="1">
            <a:spLocks noGrp="1"/>
          </p:cNvSpPr>
          <p:nvPr>
            <p:ph type="title"/>
          </p:nvPr>
        </p:nvSpPr>
        <p:spPr>
          <a:xfrm>
            <a:off x="411481" y="308610"/>
            <a:ext cx="4023995"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Font typeface="Arial"/>
              <a:buNone/>
              <a:defRPr sz="18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8" name="Google Shape;298;p24"/>
          <p:cNvSpPr txBox="1">
            <a:spLocks noGrp="1"/>
          </p:cNvSpPr>
          <p:nvPr>
            <p:ph type="body" idx="1"/>
          </p:nvPr>
        </p:nvSpPr>
        <p:spPr>
          <a:xfrm>
            <a:off x="411480" y="1200150"/>
            <a:ext cx="5096351" cy="3429000"/>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0"/>
              </a:spcBef>
              <a:spcAft>
                <a:spcPts val="0"/>
              </a:spcAft>
              <a:buClr>
                <a:schemeClr val="dk1"/>
              </a:buClr>
              <a:buSzPts val="2700"/>
              <a:buFont typeface="Arial"/>
              <a:buNone/>
              <a:defRPr sz="2700"/>
            </a:lvl1pPr>
            <a:lvl2pPr marL="914400" lvl="1" indent="-309562" algn="l">
              <a:lnSpc>
                <a:spcPct val="95000"/>
              </a:lnSpc>
              <a:spcBef>
                <a:spcPts val="750"/>
              </a:spcBef>
              <a:spcAft>
                <a:spcPts val="0"/>
              </a:spcAft>
              <a:buClr>
                <a:schemeClr val="dk1"/>
              </a:buClr>
              <a:buSzPts val="1275"/>
              <a:buFont typeface="Arial"/>
              <a:buChar char="▪"/>
              <a:defRPr/>
            </a:lvl2pPr>
            <a:lvl3pPr marL="1371600" lvl="2" indent="-309562" algn="l">
              <a:lnSpc>
                <a:spcPct val="95000"/>
              </a:lnSpc>
              <a:spcBef>
                <a:spcPts val="375"/>
              </a:spcBef>
              <a:spcAft>
                <a:spcPts val="0"/>
              </a:spcAft>
              <a:buClr>
                <a:schemeClr val="dk1"/>
              </a:buClr>
              <a:buSzPts val="1275"/>
              <a:buChar char="–"/>
              <a:defRPr/>
            </a:lvl3pPr>
            <a:lvl4pPr marL="1828800" lvl="3" indent="-309562" algn="l">
              <a:lnSpc>
                <a:spcPct val="95000"/>
              </a:lnSpc>
              <a:spcBef>
                <a:spcPts val="375"/>
              </a:spcBef>
              <a:spcAft>
                <a:spcPts val="0"/>
              </a:spcAft>
              <a:buClr>
                <a:schemeClr val="dk1"/>
              </a:buClr>
              <a:buSzPts val="1275"/>
              <a:buChar char="–"/>
              <a:defRPr/>
            </a:lvl4pPr>
            <a:lvl5pPr marL="2286000" lvl="4" indent="-309562" algn="l">
              <a:lnSpc>
                <a:spcPct val="95000"/>
              </a:lnSpc>
              <a:spcBef>
                <a:spcPts val="375"/>
              </a:spcBef>
              <a:spcAft>
                <a:spcPts val="0"/>
              </a:spcAft>
              <a:buClr>
                <a:schemeClr val="dk1"/>
              </a:buClr>
              <a:buSzPts val="1275"/>
              <a:buChar char="–"/>
              <a:defRPr/>
            </a:lvl5pPr>
            <a:lvl6pPr marL="2743200" lvl="5" indent="-309562" algn="l">
              <a:lnSpc>
                <a:spcPct val="95000"/>
              </a:lnSpc>
              <a:spcBef>
                <a:spcPts val="375"/>
              </a:spcBef>
              <a:spcAft>
                <a:spcPts val="0"/>
              </a:spcAft>
              <a:buClr>
                <a:schemeClr val="dk1"/>
              </a:buClr>
              <a:buSzPts val="1275"/>
              <a:buChar char="–"/>
              <a:defRPr/>
            </a:lvl6pPr>
            <a:lvl7pPr marL="3200400" lvl="6" indent="-309562" algn="l">
              <a:lnSpc>
                <a:spcPct val="95000"/>
              </a:lnSpc>
              <a:spcBef>
                <a:spcPts val="375"/>
              </a:spcBef>
              <a:spcAft>
                <a:spcPts val="0"/>
              </a:spcAft>
              <a:buClr>
                <a:schemeClr val="dk1"/>
              </a:buClr>
              <a:buSzPts val="1275"/>
              <a:buChar char="–"/>
              <a:defRPr/>
            </a:lvl7pPr>
            <a:lvl8pPr marL="3657600" lvl="7" indent="-309562" algn="l">
              <a:lnSpc>
                <a:spcPct val="95000"/>
              </a:lnSpc>
              <a:spcBef>
                <a:spcPts val="375"/>
              </a:spcBef>
              <a:spcAft>
                <a:spcPts val="0"/>
              </a:spcAft>
              <a:buClr>
                <a:schemeClr val="dk1"/>
              </a:buClr>
              <a:buSzPts val="1275"/>
              <a:buChar char="–"/>
              <a:defRPr/>
            </a:lvl8pPr>
            <a:lvl9pPr marL="4114800" lvl="8" indent="-309562" algn="l">
              <a:lnSpc>
                <a:spcPct val="95000"/>
              </a:lnSpc>
              <a:spcBef>
                <a:spcPts val="375"/>
              </a:spcBef>
              <a:spcAft>
                <a:spcPts val="0"/>
              </a:spcAft>
              <a:buClr>
                <a:schemeClr val="dk1"/>
              </a:buClr>
              <a:buSzPts val="1275"/>
              <a:buChar char="–"/>
              <a:defRPr/>
            </a:lvl9pPr>
          </a:lstStyle>
          <a:p>
            <a:endParaRPr/>
          </a:p>
        </p:txBody>
      </p:sp>
      <p:sp>
        <p:nvSpPr>
          <p:cNvPr id="299" name="Google Shape;299;p24"/>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0" name="Google Shape;300;p24"/>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Section Header - Half Image">
  <p:cSld name="Section Header - Half Image">
    <p:bg>
      <p:bgPr>
        <a:solidFill>
          <a:srgbClr val="221F20"/>
        </a:solidFill>
        <a:effectLst/>
      </p:bgPr>
    </p:bg>
    <p:spTree>
      <p:nvGrpSpPr>
        <p:cNvPr id="1" name="Shape 301"/>
        <p:cNvGrpSpPr/>
        <p:nvPr/>
      </p:nvGrpSpPr>
      <p:grpSpPr>
        <a:xfrm>
          <a:off x="0" y="0"/>
          <a:ext cx="0" cy="0"/>
          <a:chOff x="0" y="0"/>
          <a:chExt cx="0" cy="0"/>
        </a:xfrm>
      </p:grpSpPr>
      <p:sp>
        <p:nvSpPr>
          <p:cNvPr id="302" name="Google Shape;302;p25"/>
          <p:cNvSpPr txBox="1">
            <a:spLocks noGrp="1"/>
          </p:cNvSpPr>
          <p:nvPr>
            <p:ph type="title"/>
          </p:nvPr>
        </p:nvSpPr>
        <p:spPr>
          <a:xfrm>
            <a:off x="411481" y="308611"/>
            <a:ext cx="4023995" cy="891778"/>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2"/>
              </a:buClr>
              <a:buSzPts val="3000"/>
              <a:buFont typeface="Arial"/>
              <a:buNone/>
              <a:defRPr sz="30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3" name="Google Shape;303;p25"/>
          <p:cNvSpPr txBox="1">
            <a:spLocks noGrp="1"/>
          </p:cNvSpPr>
          <p:nvPr>
            <p:ph type="body" idx="1"/>
          </p:nvPr>
        </p:nvSpPr>
        <p:spPr>
          <a:xfrm>
            <a:off x="411480" y="1611630"/>
            <a:ext cx="4023994" cy="30175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1275"/>
              <a:buFont typeface="Arial"/>
              <a:buNone/>
              <a:defRPr/>
            </a:lvl1pPr>
            <a:lvl2pPr marL="914400" lvl="1" indent="-309562" algn="l">
              <a:lnSpc>
                <a:spcPct val="95000"/>
              </a:lnSpc>
              <a:spcBef>
                <a:spcPts val="750"/>
              </a:spcBef>
              <a:spcAft>
                <a:spcPts val="0"/>
              </a:spcAft>
              <a:buClr>
                <a:schemeClr val="lt1"/>
              </a:buClr>
              <a:buSzPts val="1275"/>
              <a:buFont typeface="Arial"/>
              <a:buChar char="▪"/>
              <a:defRPr/>
            </a:lvl2pPr>
            <a:lvl3pPr marL="1371600" lvl="2" indent="-309562" algn="l">
              <a:lnSpc>
                <a:spcPct val="95000"/>
              </a:lnSpc>
              <a:spcBef>
                <a:spcPts val="375"/>
              </a:spcBef>
              <a:spcAft>
                <a:spcPts val="0"/>
              </a:spcAft>
              <a:buClr>
                <a:schemeClr val="lt1"/>
              </a:buClr>
              <a:buSzPts val="1275"/>
              <a:buChar char="–"/>
              <a:defRPr/>
            </a:lvl3pPr>
            <a:lvl4pPr marL="1828800" lvl="3" indent="-309562" algn="l">
              <a:lnSpc>
                <a:spcPct val="95000"/>
              </a:lnSpc>
              <a:spcBef>
                <a:spcPts val="375"/>
              </a:spcBef>
              <a:spcAft>
                <a:spcPts val="0"/>
              </a:spcAft>
              <a:buClr>
                <a:schemeClr val="lt1"/>
              </a:buClr>
              <a:buSzPts val="1275"/>
              <a:buChar char="–"/>
              <a:defRPr/>
            </a:lvl4pPr>
            <a:lvl5pPr marL="2286000" lvl="4" indent="-309562" algn="l">
              <a:lnSpc>
                <a:spcPct val="95000"/>
              </a:lnSpc>
              <a:spcBef>
                <a:spcPts val="375"/>
              </a:spcBef>
              <a:spcAft>
                <a:spcPts val="0"/>
              </a:spcAft>
              <a:buClr>
                <a:schemeClr val="lt1"/>
              </a:buClr>
              <a:buSzPts val="1275"/>
              <a:buChar char="–"/>
              <a:defRPr/>
            </a:lvl5pPr>
            <a:lvl6pPr marL="2743200" lvl="5" indent="-309562" algn="l">
              <a:lnSpc>
                <a:spcPct val="95000"/>
              </a:lnSpc>
              <a:spcBef>
                <a:spcPts val="375"/>
              </a:spcBef>
              <a:spcAft>
                <a:spcPts val="0"/>
              </a:spcAft>
              <a:buClr>
                <a:schemeClr val="lt1"/>
              </a:buClr>
              <a:buSzPts val="1275"/>
              <a:buChar char="–"/>
              <a:defRPr/>
            </a:lvl6pPr>
            <a:lvl7pPr marL="3200400" lvl="6" indent="-309562" algn="l">
              <a:lnSpc>
                <a:spcPct val="95000"/>
              </a:lnSpc>
              <a:spcBef>
                <a:spcPts val="375"/>
              </a:spcBef>
              <a:spcAft>
                <a:spcPts val="0"/>
              </a:spcAft>
              <a:buClr>
                <a:schemeClr val="lt1"/>
              </a:buClr>
              <a:buSzPts val="1275"/>
              <a:buChar char="–"/>
              <a:defRPr/>
            </a:lvl7pPr>
            <a:lvl8pPr marL="3657600" lvl="7" indent="-309562" algn="l">
              <a:lnSpc>
                <a:spcPct val="95000"/>
              </a:lnSpc>
              <a:spcBef>
                <a:spcPts val="375"/>
              </a:spcBef>
              <a:spcAft>
                <a:spcPts val="0"/>
              </a:spcAft>
              <a:buClr>
                <a:schemeClr val="lt1"/>
              </a:buClr>
              <a:buSzPts val="1275"/>
              <a:buChar char="–"/>
              <a:defRPr/>
            </a:lvl8pPr>
            <a:lvl9pPr marL="4114800" lvl="8" indent="-309562" algn="l">
              <a:lnSpc>
                <a:spcPct val="95000"/>
              </a:lnSpc>
              <a:spcBef>
                <a:spcPts val="375"/>
              </a:spcBef>
              <a:spcAft>
                <a:spcPts val="0"/>
              </a:spcAft>
              <a:buClr>
                <a:schemeClr val="lt1"/>
              </a:buClr>
              <a:buSzPts val="1275"/>
              <a:buChar char="–"/>
              <a:defRPr/>
            </a:lvl9pPr>
          </a:lstStyle>
          <a:p>
            <a:endParaRPr/>
          </a:p>
        </p:txBody>
      </p:sp>
      <p:sp>
        <p:nvSpPr>
          <p:cNvPr id="304" name="Google Shape;304;p25"/>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25"/>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306" name="Google Shape;306;p25"/>
          <p:cNvSpPr>
            <a:spLocks noGrp="1"/>
          </p:cNvSpPr>
          <p:nvPr>
            <p:ph type="pic" idx="2"/>
          </p:nvPr>
        </p:nvSpPr>
        <p:spPr>
          <a:xfrm>
            <a:off x="4708528" y="807244"/>
            <a:ext cx="4024311" cy="3821906"/>
          </a:xfrm>
          <a:prstGeom prst="rect">
            <a:avLst/>
          </a:prstGeom>
          <a:solidFill>
            <a:srgbClr val="D5D5D7"/>
          </a:solidFill>
          <a:ln>
            <a:noFill/>
          </a:ln>
        </p:spPr>
      </p:sp>
      <p:sp>
        <p:nvSpPr>
          <p:cNvPr id="307" name="Google Shape;307;p25"/>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sp>
        <p:nvSpPr>
          <p:cNvPr id="308" name="Google Shape;308;p25"/>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pic>
        <p:nvPicPr>
          <p:cNvPr id="309" name="Google Shape;309;p25"/>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 Half Image - White">
  <p:cSld name="Section Header - Half Image - White">
    <p:bg>
      <p:bgPr>
        <a:solidFill>
          <a:schemeClr val="lt1"/>
        </a:solidFill>
        <a:effectLst/>
      </p:bgPr>
    </p:bg>
    <p:spTree>
      <p:nvGrpSpPr>
        <p:cNvPr id="1" name="Shape 310"/>
        <p:cNvGrpSpPr/>
        <p:nvPr/>
      </p:nvGrpSpPr>
      <p:grpSpPr>
        <a:xfrm>
          <a:off x="0" y="0"/>
          <a:ext cx="0" cy="0"/>
          <a:chOff x="0" y="0"/>
          <a:chExt cx="0" cy="0"/>
        </a:xfrm>
      </p:grpSpPr>
      <p:sp>
        <p:nvSpPr>
          <p:cNvPr id="311" name="Google Shape;311;p26"/>
          <p:cNvSpPr txBox="1">
            <a:spLocks noGrp="1"/>
          </p:cNvSpPr>
          <p:nvPr>
            <p:ph type="title"/>
          </p:nvPr>
        </p:nvSpPr>
        <p:spPr>
          <a:xfrm>
            <a:off x="411481" y="308611"/>
            <a:ext cx="4023995" cy="891778"/>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2"/>
              </a:buClr>
              <a:buSzPts val="3000"/>
              <a:buFont typeface="Arial"/>
              <a:buNone/>
              <a:defRPr sz="3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2" name="Google Shape;312;p26"/>
          <p:cNvSpPr txBox="1">
            <a:spLocks noGrp="1"/>
          </p:cNvSpPr>
          <p:nvPr>
            <p:ph type="body" idx="1"/>
          </p:nvPr>
        </p:nvSpPr>
        <p:spPr>
          <a:xfrm>
            <a:off x="411480" y="1611630"/>
            <a:ext cx="4023994" cy="30175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1275"/>
              <a:buFont typeface="Arial"/>
              <a:buNone/>
              <a:defRPr/>
            </a:lvl1pPr>
            <a:lvl2pPr marL="914400" lvl="1" indent="-309562" algn="l">
              <a:lnSpc>
                <a:spcPct val="95000"/>
              </a:lnSpc>
              <a:spcBef>
                <a:spcPts val="750"/>
              </a:spcBef>
              <a:spcAft>
                <a:spcPts val="0"/>
              </a:spcAft>
              <a:buClr>
                <a:schemeClr val="dk1"/>
              </a:buClr>
              <a:buSzPts val="1275"/>
              <a:buFont typeface="Arial"/>
              <a:buChar char="▪"/>
              <a:defRPr/>
            </a:lvl2pPr>
            <a:lvl3pPr marL="1371600" lvl="2" indent="-309562" algn="l">
              <a:lnSpc>
                <a:spcPct val="95000"/>
              </a:lnSpc>
              <a:spcBef>
                <a:spcPts val="375"/>
              </a:spcBef>
              <a:spcAft>
                <a:spcPts val="0"/>
              </a:spcAft>
              <a:buClr>
                <a:schemeClr val="dk1"/>
              </a:buClr>
              <a:buSzPts val="1275"/>
              <a:buChar char="–"/>
              <a:defRPr/>
            </a:lvl3pPr>
            <a:lvl4pPr marL="1828800" lvl="3" indent="-309562" algn="l">
              <a:lnSpc>
                <a:spcPct val="95000"/>
              </a:lnSpc>
              <a:spcBef>
                <a:spcPts val="375"/>
              </a:spcBef>
              <a:spcAft>
                <a:spcPts val="0"/>
              </a:spcAft>
              <a:buClr>
                <a:schemeClr val="dk1"/>
              </a:buClr>
              <a:buSzPts val="1275"/>
              <a:buChar char="–"/>
              <a:defRPr/>
            </a:lvl4pPr>
            <a:lvl5pPr marL="2286000" lvl="4" indent="-309562" algn="l">
              <a:lnSpc>
                <a:spcPct val="95000"/>
              </a:lnSpc>
              <a:spcBef>
                <a:spcPts val="375"/>
              </a:spcBef>
              <a:spcAft>
                <a:spcPts val="0"/>
              </a:spcAft>
              <a:buClr>
                <a:schemeClr val="dk1"/>
              </a:buClr>
              <a:buSzPts val="1275"/>
              <a:buChar char="–"/>
              <a:defRPr/>
            </a:lvl5pPr>
            <a:lvl6pPr marL="2743200" lvl="5" indent="-309562" algn="l">
              <a:lnSpc>
                <a:spcPct val="95000"/>
              </a:lnSpc>
              <a:spcBef>
                <a:spcPts val="375"/>
              </a:spcBef>
              <a:spcAft>
                <a:spcPts val="0"/>
              </a:spcAft>
              <a:buClr>
                <a:schemeClr val="dk1"/>
              </a:buClr>
              <a:buSzPts val="1275"/>
              <a:buChar char="–"/>
              <a:defRPr/>
            </a:lvl6pPr>
            <a:lvl7pPr marL="3200400" lvl="6" indent="-309562" algn="l">
              <a:lnSpc>
                <a:spcPct val="95000"/>
              </a:lnSpc>
              <a:spcBef>
                <a:spcPts val="375"/>
              </a:spcBef>
              <a:spcAft>
                <a:spcPts val="0"/>
              </a:spcAft>
              <a:buClr>
                <a:schemeClr val="dk1"/>
              </a:buClr>
              <a:buSzPts val="1275"/>
              <a:buChar char="–"/>
              <a:defRPr/>
            </a:lvl7pPr>
            <a:lvl8pPr marL="3657600" lvl="7" indent="-309562" algn="l">
              <a:lnSpc>
                <a:spcPct val="95000"/>
              </a:lnSpc>
              <a:spcBef>
                <a:spcPts val="375"/>
              </a:spcBef>
              <a:spcAft>
                <a:spcPts val="0"/>
              </a:spcAft>
              <a:buClr>
                <a:schemeClr val="dk1"/>
              </a:buClr>
              <a:buSzPts val="1275"/>
              <a:buChar char="–"/>
              <a:defRPr/>
            </a:lvl8pPr>
            <a:lvl9pPr marL="4114800" lvl="8" indent="-309562" algn="l">
              <a:lnSpc>
                <a:spcPct val="95000"/>
              </a:lnSpc>
              <a:spcBef>
                <a:spcPts val="375"/>
              </a:spcBef>
              <a:spcAft>
                <a:spcPts val="0"/>
              </a:spcAft>
              <a:buClr>
                <a:schemeClr val="dk1"/>
              </a:buClr>
              <a:buSzPts val="1275"/>
              <a:buChar char="–"/>
              <a:defRPr/>
            </a:lvl9pPr>
          </a:lstStyle>
          <a:p>
            <a:endParaRPr/>
          </a:p>
        </p:txBody>
      </p:sp>
      <p:sp>
        <p:nvSpPr>
          <p:cNvPr id="313" name="Google Shape;313;p26"/>
          <p:cNvSpPr>
            <a:spLocks noGrp="1"/>
          </p:cNvSpPr>
          <p:nvPr>
            <p:ph type="pic" idx="2"/>
          </p:nvPr>
        </p:nvSpPr>
        <p:spPr>
          <a:xfrm>
            <a:off x="4708528" y="807244"/>
            <a:ext cx="4024311" cy="3821906"/>
          </a:xfrm>
          <a:prstGeom prst="rect">
            <a:avLst/>
          </a:prstGeom>
          <a:solidFill>
            <a:srgbClr val="D5D5D7"/>
          </a:solidFill>
          <a:ln>
            <a:noFill/>
          </a:ln>
        </p:spPr>
      </p:sp>
      <p:sp>
        <p:nvSpPr>
          <p:cNvPr id="314" name="Google Shape;314;p26"/>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5" name="Google Shape;315;p26"/>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16"/>
        <p:cNvGrpSpPr/>
        <p:nvPr/>
      </p:nvGrpSpPr>
      <p:grpSpPr>
        <a:xfrm>
          <a:off x="0" y="0"/>
          <a:ext cx="0" cy="0"/>
          <a:chOff x="0" y="0"/>
          <a:chExt cx="0" cy="0"/>
        </a:xfrm>
      </p:grpSpPr>
      <p:sp>
        <p:nvSpPr>
          <p:cNvPr id="317" name="Google Shape;317;p27"/>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8" name="Google Shape;318;p27"/>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9" name="Google Shape;319;p27"/>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Title Only - Black">
  <p:cSld name="Title Only - Black">
    <p:bg>
      <p:bgPr>
        <a:solidFill>
          <a:srgbClr val="221F20"/>
        </a:solidFill>
        <a:effectLst/>
      </p:bgPr>
    </p:bg>
    <p:spTree>
      <p:nvGrpSpPr>
        <p:cNvPr id="1" name="Shape 320"/>
        <p:cNvGrpSpPr/>
        <p:nvPr/>
      </p:nvGrpSpPr>
      <p:grpSpPr>
        <a:xfrm>
          <a:off x="0" y="0"/>
          <a:ext cx="0" cy="0"/>
          <a:chOff x="0" y="0"/>
          <a:chExt cx="0" cy="0"/>
        </a:xfrm>
      </p:grpSpPr>
      <p:sp>
        <p:nvSpPr>
          <p:cNvPr id="321" name="Google Shape;321;p28"/>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2" name="Google Shape;322;p28"/>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3" name="Google Shape;323;p28"/>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324" name="Google Shape;324;p28"/>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sp>
        <p:nvSpPr>
          <p:cNvPr id="325" name="Google Shape;325;p28"/>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pic>
        <p:nvPicPr>
          <p:cNvPr id="326" name="Google Shape;326;p28"/>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27"/>
        <p:cNvGrpSpPr/>
        <p:nvPr/>
      </p:nvGrpSpPr>
      <p:grpSpPr>
        <a:xfrm>
          <a:off x="0" y="0"/>
          <a:ext cx="0" cy="0"/>
          <a:chOff x="0" y="0"/>
          <a:chExt cx="0" cy="0"/>
        </a:xfrm>
      </p:grpSpPr>
      <p:sp>
        <p:nvSpPr>
          <p:cNvPr id="328" name="Google Shape;328;p29"/>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9" name="Google Shape;329;p29"/>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Blank - Black">
  <p:cSld name="Blank - Black">
    <p:bg>
      <p:bgPr>
        <a:solidFill>
          <a:srgbClr val="221F20"/>
        </a:solidFill>
        <a:effectLst/>
      </p:bgPr>
    </p:bg>
    <p:spTree>
      <p:nvGrpSpPr>
        <p:cNvPr id="1" name="Shape 330"/>
        <p:cNvGrpSpPr/>
        <p:nvPr/>
      </p:nvGrpSpPr>
      <p:grpSpPr>
        <a:xfrm>
          <a:off x="0" y="0"/>
          <a:ext cx="0" cy="0"/>
          <a:chOff x="0" y="0"/>
          <a:chExt cx="0" cy="0"/>
        </a:xfrm>
      </p:grpSpPr>
      <p:sp>
        <p:nvSpPr>
          <p:cNvPr id="331" name="Google Shape;331;p30"/>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30"/>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333" name="Google Shape;333;p30"/>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sp>
        <p:nvSpPr>
          <p:cNvPr id="334" name="Google Shape;334;p30"/>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pic>
        <p:nvPicPr>
          <p:cNvPr id="335" name="Google Shape;335;p30"/>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Thank You">
  <p:cSld name="Thank You">
    <p:bg>
      <p:bgPr>
        <a:solidFill>
          <a:srgbClr val="221F20"/>
        </a:solidFill>
        <a:effectLst/>
      </p:bgPr>
    </p:bg>
    <p:spTree>
      <p:nvGrpSpPr>
        <p:cNvPr id="1" name="Shape 336"/>
        <p:cNvGrpSpPr/>
        <p:nvPr/>
      </p:nvGrpSpPr>
      <p:grpSpPr>
        <a:xfrm>
          <a:off x="0" y="0"/>
          <a:ext cx="0" cy="0"/>
          <a:chOff x="0" y="0"/>
          <a:chExt cx="0" cy="0"/>
        </a:xfrm>
      </p:grpSpPr>
      <p:sp>
        <p:nvSpPr>
          <p:cNvPr id="337" name="Google Shape;337;p31"/>
          <p:cNvSpPr txBox="1"/>
          <p:nvPr/>
        </p:nvSpPr>
        <p:spPr>
          <a:xfrm>
            <a:off x="411162" y="1611630"/>
            <a:ext cx="8321040" cy="10287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FFCC01"/>
              </a:buClr>
              <a:buSzPts val="3600"/>
              <a:buFont typeface="Arial"/>
              <a:buNone/>
            </a:pPr>
            <a:r>
              <a:rPr lang="en" sz="3600" b="0" i="0" u="none" strike="noStrike" cap="none">
                <a:solidFill>
                  <a:srgbClr val="FFCC01"/>
                </a:solidFill>
                <a:latin typeface="Arial"/>
                <a:ea typeface="Arial"/>
                <a:cs typeface="Arial"/>
                <a:sym typeface="Arial"/>
              </a:rPr>
              <a:t>THANK YOU.</a:t>
            </a:r>
            <a:endParaRPr/>
          </a:p>
        </p:txBody>
      </p:sp>
      <p:sp>
        <p:nvSpPr>
          <p:cNvPr id="338" name="Google Shape;338;p31"/>
          <p:cNvSpPr txBox="1">
            <a:spLocks noGrp="1"/>
          </p:cNvSpPr>
          <p:nvPr>
            <p:ph type="body" idx="1"/>
          </p:nvPr>
        </p:nvSpPr>
        <p:spPr>
          <a:xfrm>
            <a:off x="411164" y="3614561"/>
            <a:ext cx="4024312" cy="1028699"/>
          </a:xfrm>
          <a:prstGeom prst="rect">
            <a:avLst/>
          </a:prstGeom>
          <a:noFill/>
          <a:ln>
            <a:noFill/>
          </a:ln>
        </p:spPr>
        <p:txBody>
          <a:bodyPr spcFirstLastPara="1" wrap="square" lIns="0" tIns="0" rIns="0" bIns="0" anchor="b" anchorCtr="0">
            <a:noAutofit/>
          </a:bodyPr>
          <a:lstStyle>
            <a:lvl1pPr marL="457200" lvl="0" indent="-228600" algn="l">
              <a:lnSpc>
                <a:spcPct val="95000"/>
              </a:lnSpc>
              <a:spcBef>
                <a:spcPts val="0"/>
              </a:spcBef>
              <a:spcAft>
                <a:spcPts val="0"/>
              </a:spcAft>
              <a:buClr>
                <a:schemeClr val="lt1"/>
              </a:buClr>
              <a:buSzPts val="900"/>
              <a:buFont typeface="Arial"/>
              <a:buNone/>
              <a:defRPr sz="900"/>
            </a:lvl1pPr>
            <a:lvl2pPr marL="914400" lvl="1" indent="-228600" algn="l">
              <a:lnSpc>
                <a:spcPct val="95000"/>
              </a:lnSpc>
              <a:spcBef>
                <a:spcPts val="0"/>
              </a:spcBef>
              <a:spcAft>
                <a:spcPts val="0"/>
              </a:spcAft>
              <a:buClr>
                <a:schemeClr val="lt1"/>
              </a:buClr>
              <a:buSzPts val="900"/>
              <a:buFont typeface="Arial"/>
              <a:buNone/>
              <a:defRPr sz="900"/>
            </a:lvl2pPr>
            <a:lvl3pPr marL="1371600" lvl="2" indent="-228600" algn="l">
              <a:lnSpc>
                <a:spcPct val="95000"/>
              </a:lnSpc>
              <a:spcBef>
                <a:spcPts val="0"/>
              </a:spcBef>
              <a:spcAft>
                <a:spcPts val="0"/>
              </a:spcAft>
              <a:buClr>
                <a:schemeClr val="lt1"/>
              </a:buClr>
              <a:buSzPts val="900"/>
              <a:buFont typeface="Arial"/>
              <a:buNone/>
              <a:defRPr sz="900"/>
            </a:lvl3pPr>
            <a:lvl4pPr marL="1828800" lvl="3" indent="-228600" algn="l">
              <a:lnSpc>
                <a:spcPct val="95000"/>
              </a:lnSpc>
              <a:spcBef>
                <a:spcPts val="0"/>
              </a:spcBef>
              <a:spcAft>
                <a:spcPts val="0"/>
              </a:spcAft>
              <a:buClr>
                <a:schemeClr val="lt1"/>
              </a:buClr>
              <a:buSzPts val="900"/>
              <a:buFont typeface="Arial"/>
              <a:buNone/>
              <a:defRPr sz="900"/>
            </a:lvl4pPr>
            <a:lvl5pPr marL="2286000" lvl="4" indent="-228600" algn="l">
              <a:lnSpc>
                <a:spcPct val="95000"/>
              </a:lnSpc>
              <a:spcBef>
                <a:spcPts val="0"/>
              </a:spcBef>
              <a:spcAft>
                <a:spcPts val="0"/>
              </a:spcAft>
              <a:buClr>
                <a:schemeClr val="lt1"/>
              </a:buClr>
              <a:buSzPts val="900"/>
              <a:buFont typeface="Arial"/>
              <a:buNone/>
              <a:defRPr sz="900"/>
            </a:lvl5pPr>
            <a:lvl6pPr marL="2743200" lvl="5" indent="-228600" algn="l">
              <a:lnSpc>
                <a:spcPct val="95000"/>
              </a:lnSpc>
              <a:spcBef>
                <a:spcPts val="0"/>
              </a:spcBef>
              <a:spcAft>
                <a:spcPts val="0"/>
              </a:spcAft>
              <a:buClr>
                <a:schemeClr val="lt1"/>
              </a:buClr>
              <a:buSzPts val="900"/>
              <a:buFont typeface="Arial"/>
              <a:buNone/>
              <a:defRPr sz="900"/>
            </a:lvl6pPr>
            <a:lvl7pPr marL="3200400" lvl="6" indent="-228600" algn="l">
              <a:lnSpc>
                <a:spcPct val="95000"/>
              </a:lnSpc>
              <a:spcBef>
                <a:spcPts val="0"/>
              </a:spcBef>
              <a:spcAft>
                <a:spcPts val="0"/>
              </a:spcAft>
              <a:buClr>
                <a:schemeClr val="lt1"/>
              </a:buClr>
              <a:buSzPts val="900"/>
              <a:buFont typeface="Arial"/>
              <a:buNone/>
              <a:defRPr sz="900"/>
            </a:lvl7pPr>
            <a:lvl8pPr marL="3657600" lvl="7" indent="-228600" algn="l">
              <a:lnSpc>
                <a:spcPct val="95000"/>
              </a:lnSpc>
              <a:spcBef>
                <a:spcPts val="0"/>
              </a:spcBef>
              <a:spcAft>
                <a:spcPts val="0"/>
              </a:spcAft>
              <a:buClr>
                <a:schemeClr val="lt1"/>
              </a:buClr>
              <a:buSzPts val="900"/>
              <a:buFont typeface="Arial"/>
              <a:buNone/>
              <a:defRPr sz="900"/>
            </a:lvl8pPr>
            <a:lvl9pPr marL="4114800" lvl="8" indent="-228600" algn="l">
              <a:lnSpc>
                <a:spcPct val="95000"/>
              </a:lnSpc>
              <a:spcBef>
                <a:spcPts val="0"/>
              </a:spcBef>
              <a:spcAft>
                <a:spcPts val="0"/>
              </a:spcAft>
              <a:buClr>
                <a:schemeClr val="lt1"/>
              </a:buClr>
              <a:buSzPts val="900"/>
              <a:buFont typeface="Arial"/>
              <a:buNone/>
              <a:defRPr sz="900"/>
            </a:lvl9pPr>
          </a:lstStyle>
          <a:p>
            <a:endParaRPr/>
          </a:p>
        </p:txBody>
      </p:sp>
      <p:sp>
        <p:nvSpPr>
          <p:cNvPr id="339" name="Google Shape;339;p31"/>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0" name="Google Shape;340;p31"/>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pic>
        <p:nvPicPr>
          <p:cNvPr id="341" name="Google Shape;341;p31"/>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Logo">
  <p:cSld name="Logo">
    <p:bg>
      <p:bgPr>
        <a:solidFill>
          <a:srgbClr val="221F20"/>
        </a:solidFill>
        <a:effectLst/>
      </p:bgPr>
    </p:bg>
    <p:spTree>
      <p:nvGrpSpPr>
        <p:cNvPr id="1" name="Shape 342"/>
        <p:cNvGrpSpPr/>
        <p:nvPr/>
      </p:nvGrpSpPr>
      <p:grpSpPr>
        <a:xfrm>
          <a:off x="0" y="0"/>
          <a:ext cx="0" cy="0"/>
          <a:chOff x="0" y="0"/>
          <a:chExt cx="0" cy="0"/>
        </a:xfrm>
      </p:grpSpPr>
      <p:pic>
        <p:nvPicPr>
          <p:cNvPr id="343" name="Google Shape;343;p32" descr="U.S. Army"/>
          <p:cNvPicPr preferRelativeResize="0"/>
          <p:nvPr/>
        </p:nvPicPr>
        <p:blipFill rotWithShape="1">
          <a:blip r:embed="rId2">
            <a:alphaModFix/>
          </a:blip>
          <a:srcRect/>
          <a:stretch/>
        </p:blipFill>
        <p:spPr>
          <a:xfrm>
            <a:off x="2120265" y="1645920"/>
            <a:ext cx="4903470" cy="185166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344"/>
        <p:cNvGrpSpPr/>
        <p:nvPr/>
      </p:nvGrpSpPr>
      <p:grpSpPr>
        <a:xfrm>
          <a:off x="0" y="0"/>
          <a:ext cx="0" cy="0"/>
          <a:chOff x="0" y="0"/>
          <a:chExt cx="0" cy="0"/>
        </a:xfrm>
      </p:grpSpPr>
      <p:sp>
        <p:nvSpPr>
          <p:cNvPr id="345" name="Google Shape;345;p33"/>
          <p:cNvSpPr txBox="1">
            <a:spLocks noGrp="1"/>
          </p:cNvSpPr>
          <p:nvPr>
            <p:ph type="title"/>
          </p:nvPr>
        </p:nvSpPr>
        <p:spPr>
          <a:xfrm>
            <a:off x="311700" y="539725"/>
            <a:ext cx="8520600" cy="1282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dk1"/>
              </a:buClr>
              <a:buSzPts val="3600"/>
              <a:buFont typeface="Arial"/>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346" name="Google Shape;346;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7"/>
        <p:cNvGrpSpPr/>
        <p:nvPr/>
      </p:nvGrpSpPr>
      <p:grpSpPr>
        <a:xfrm>
          <a:off x="0" y="0"/>
          <a:ext cx="0" cy="0"/>
          <a:chOff x="0" y="0"/>
          <a:chExt cx="0" cy="0"/>
        </a:xfrm>
      </p:grpSpPr>
      <p:sp>
        <p:nvSpPr>
          <p:cNvPr id="348" name="Google Shape;348;p34"/>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800"/>
              <a:buFont typeface="Arial"/>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349" name="Google Shape;349;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50"/>
        <p:cNvGrpSpPr/>
        <p:nvPr/>
      </p:nvGrpSpPr>
      <p:grpSpPr>
        <a:xfrm>
          <a:off x="0" y="0"/>
          <a:ext cx="0" cy="0"/>
          <a:chOff x="0" y="0"/>
          <a:chExt cx="0" cy="0"/>
        </a:xfrm>
      </p:grpSpPr>
      <p:sp>
        <p:nvSpPr>
          <p:cNvPr id="351" name="Google Shape;351;p35"/>
          <p:cNvSpPr txBox="1">
            <a:spLocks noGrp="1"/>
          </p:cNvSpPr>
          <p:nvPr>
            <p:ph type="title"/>
          </p:nvPr>
        </p:nvSpPr>
        <p:spPr>
          <a:xfrm>
            <a:off x="311725" y="500925"/>
            <a:ext cx="3706500" cy="2508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800"/>
              <a:buFont typeface="Arial"/>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352" name="Google Shape;352;p35"/>
          <p:cNvSpPr txBox="1">
            <a:spLocks noGrp="1"/>
          </p:cNvSpPr>
          <p:nvPr>
            <p:ph type="body" idx="1"/>
          </p:nvPr>
        </p:nvSpPr>
        <p:spPr>
          <a:xfrm>
            <a:off x="4644675" y="500925"/>
            <a:ext cx="4166400" cy="40986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dk1"/>
              </a:buClr>
              <a:buSzPts val="1300"/>
              <a:buChar char="●"/>
              <a:defRPr/>
            </a:lvl1pPr>
            <a:lvl2pPr marL="914400" lvl="1" indent="-298450" algn="l">
              <a:lnSpc>
                <a:spcPct val="115000"/>
              </a:lnSpc>
              <a:spcBef>
                <a:spcPts val="0"/>
              </a:spcBef>
              <a:spcAft>
                <a:spcPts val="0"/>
              </a:spcAft>
              <a:buClr>
                <a:schemeClr val="dk1"/>
              </a:buClr>
              <a:buSzPts val="1100"/>
              <a:buChar char="○"/>
              <a:defRPr/>
            </a:lvl2pPr>
            <a:lvl3pPr marL="1371600" lvl="2" indent="-298450" algn="l">
              <a:lnSpc>
                <a:spcPct val="115000"/>
              </a:lnSpc>
              <a:spcBef>
                <a:spcPts val="0"/>
              </a:spcBef>
              <a:spcAft>
                <a:spcPts val="0"/>
              </a:spcAft>
              <a:buClr>
                <a:schemeClr val="dk1"/>
              </a:buClr>
              <a:buSzPts val="1100"/>
              <a:buChar char="■"/>
              <a:defRPr/>
            </a:lvl3pPr>
            <a:lvl4pPr marL="1828800" lvl="3" indent="-298450" algn="l">
              <a:lnSpc>
                <a:spcPct val="115000"/>
              </a:lnSpc>
              <a:spcBef>
                <a:spcPts val="0"/>
              </a:spcBef>
              <a:spcAft>
                <a:spcPts val="0"/>
              </a:spcAft>
              <a:buClr>
                <a:schemeClr val="dk1"/>
              </a:buClr>
              <a:buSzPts val="1100"/>
              <a:buChar char="●"/>
              <a:defRPr/>
            </a:lvl4pPr>
            <a:lvl5pPr marL="2286000" lvl="4" indent="-298450" algn="l">
              <a:lnSpc>
                <a:spcPct val="115000"/>
              </a:lnSpc>
              <a:spcBef>
                <a:spcPts val="0"/>
              </a:spcBef>
              <a:spcAft>
                <a:spcPts val="0"/>
              </a:spcAft>
              <a:buClr>
                <a:schemeClr val="dk1"/>
              </a:buClr>
              <a:buSzPts val="1100"/>
              <a:buChar char="○"/>
              <a:defRPr/>
            </a:lvl5pPr>
            <a:lvl6pPr marL="2743200" lvl="5" indent="-298450" algn="l">
              <a:lnSpc>
                <a:spcPct val="115000"/>
              </a:lnSpc>
              <a:spcBef>
                <a:spcPts val="0"/>
              </a:spcBef>
              <a:spcAft>
                <a:spcPts val="0"/>
              </a:spcAft>
              <a:buClr>
                <a:schemeClr val="dk1"/>
              </a:buClr>
              <a:buSzPts val="1100"/>
              <a:buChar char="■"/>
              <a:defRPr/>
            </a:lvl6pPr>
            <a:lvl7pPr marL="3200400" lvl="6" indent="-298450" algn="l">
              <a:lnSpc>
                <a:spcPct val="115000"/>
              </a:lnSpc>
              <a:spcBef>
                <a:spcPts val="0"/>
              </a:spcBef>
              <a:spcAft>
                <a:spcPts val="0"/>
              </a:spcAft>
              <a:buClr>
                <a:schemeClr val="dk1"/>
              </a:buClr>
              <a:buSzPts val="1100"/>
              <a:buChar char="●"/>
              <a:defRPr/>
            </a:lvl7pPr>
            <a:lvl8pPr marL="3657600" lvl="7" indent="-298450" algn="l">
              <a:lnSpc>
                <a:spcPct val="115000"/>
              </a:lnSpc>
              <a:spcBef>
                <a:spcPts val="0"/>
              </a:spcBef>
              <a:spcAft>
                <a:spcPts val="0"/>
              </a:spcAft>
              <a:buClr>
                <a:schemeClr val="dk1"/>
              </a:buClr>
              <a:buSzPts val="1100"/>
              <a:buChar char="○"/>
              <a:defRPr/>
            </a:lvl8pPr>
            <a:lvl9pPr marL="4114800" lvl="8" indent="-298450" algn="l">
              <a:lnSpc>
                <a:spcPct val="115000"/>
              </a:lnSpc>
              <a:spcBef>
                <a:spcPts val="0"/>
              </a:spcBef>
              <a:spcAft>
                <a:spcPts val="0"/>
              </a:spcAft>
              <a:buClr>
                <a:schemeClr val="dk1"/>
              </a:buClr>
              <a:buSzPts val="1100"/>
              <a:buChar char="■"/>
              <a:defRPr/>
            </a:lvl9pPr>
          </a:lstStyle>
          <a:p>
            <a:endParaRPr/>
          </a:p>
        </p:txBody>
      </p:sp>
      <p:sp>
        <p:nvSpPr>
          <p:cNvPr id="353" name="Google Shape;353;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54"/>
        <p:cNvGrpSpPr/>
        <p:nvPr/>
      </p:nvGrpSpPr>
      <p:grpSpPr>
        <a:xfrm>
          <a:off x="0" y="0"/>
          <a:ext cx="0" cy="0"/>
          <a:chOff x="0" y="0"/>
          <a:chExt cx="0" cy="0"/>
        </a:xfrm>
      </p:grpSpPr>
      <p:sp>
        <p:nvSpPr>
          <p:cNvPr id="355" name="Google Shape;355;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382000" cy="857250"/>
          </a:xfrm>
        </p:spPr>
        <p:txBody>
          <a:bodyPr/>
          <a:lstStyle/>
          <a:p>
            <a:r>
              <a:rPr lang="en-US"/>
              <a:t>Click to edit Master title style</a:t>
            </a:r>
          </a:p>
        </p:txBody>
      </p:sp>
      <p:sp>
        <p:nvSpPr>
          <p:cNvPr id="3" name="Content Placeholder 2"/>
          <p:cNvSpPr>
            <a:spLocks noGrp="1"/>
          </p:cNvSpPr>
          <p:nvPr>
            <p:ph idx="1"/>
          </p:nvPr>
        </p:nvSpPr>
        <p:spPr>
          <a:xfrm>
            <a:off x="381000" y="857250"/>
            <a:ext cx="8382000" cy="3771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1">
            <a:extLst>
              <a:ext uri="{FF2B5EF4-FFF2-40B4-BE49-F238E27FC236}">
                <a16:creationId xmlns:a16="http://schemas.microsoft.com/office/drawing/2014/main" id="{BF840045-53C2-449D-82F0-164420CD5D22}"/>
              </a:ext>
            </a:extLst>
          </p:cNvPr>
          <p:cNvSpPr>
            <a:spLocks noGrp="1"/>
          </p:cNvSpPr>
          <p:nvPr>
            <p:ph type="sldNum" sz="quarter" idx="4"/>
          </p:nvPr>
        </p:nvSpPr>
        <p:spPr>
          <a:xfrm>
            <a:off x="7086600" y="-2164"/>
            <a:ext cx="2057400" cy="273844"/>
          </a:xfrm>
          <a:prstGeom prst="rect">
            <a:avLst/>
          </a:prstGeom>
        </p:spPr>
        <p:txBody>
          <a:bodyPr vert="horz" lIns="91440" tIns="45720" rIns="91440" bIns="45720" rtlCol="0" anchor="ctr"/>
          <a:lstStyle>
            <a:lvl1pPr algn="r">
              <a:defRPr sz="900">
                <a:solidFill>
                  <a:schemeClr val="tx1">
                    <a:tint val="75000"/>
                  </a:schemeClr>
                </a:solidFill>
                <a:latin typeface="+mn-lt"/>
              </a:defRPr>
            </a:lvl1pPr>
          </a:lstStyle>
          <a:p>
            <a:fld id="{A48AF087-BD35-42CD-BDE1-5464FFCAAE3F}" type="slidenum">
              <a:rPr lang="en-US" smtClean="0"/>
              <a:t>‹#›</a:t>
            </a:fld>
            <a:endParaRPr lang="en-US"/>
          </a:p>
        </p:txBody>
      </p:sp>
    </p:spTree>
    <p:extLst>
      <p:ext uri="{BB962C8B-B14F-4D97-AF65-F5344CB8AC3E}">
        <p14:creationId xmlns:p14="http://schemas.microsoft.com/office/powerpoint/2010/main" val="254930084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
          <p:cNvPicPr preferRelativeResize="0"/>
          <p:nvPr/>
        </p:nvPicPr>
        <p:blipFill rotWithShape="1">
          <a:blip r:embed="rId36">
            <a:alphaModFix/>
          </a:blip>
          <a:srcRect l="26274" t="67"/>
          <a:stretch/>
        </p:blipFill>
        <p:spPr>
          <a:xfrm>
            <a:off x="7821386" y="308611"/>
            <a:ext cx="911133" cy="358278"/>
          </a:xfrm>
          <a:prstGeom prst="rect">
            <a:avLst/>
          </a:prstGeom>
          <a:noFill/>
          <a:ln>
            <a:noFill/>
          </a:ln>
        </p:spPr>
      </p:pic>
      <p:sp>
        <p:nvSpPr>
          <p:cNvPr id="7" name="Google Shape;7;p1"/>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1"/>
          <p:cNvSpPr txBox="1">
            <a:spLocks noGrp="1"/>
          </p:cNvSpPr>
          <p:nvPr>
            <p:ph type="body" idx="1"/>
          </p:nvPr>
        </p:nvSpPr>
        <p:spPr>
          <a:xfrm>
            <a:off x="411479" y="1200149"/>
            <a:ext cx="8321040" cy="3429000"/>
          </a:xfrm>
          <a:prstGeom prst="rect">
            <a:avLst/>
          </a:prstGeom>
          <a:noFill/>
          <a:ln>
            <a:noFill/>
          </a:ln>
        </p:spPr>
        <p:txBody>
          <a:bodyPr spcFirstLastPara="1" wrap="square" lIns="0" tIns="0" rIns="0" bIns="0" anchor="t" anchorCtr="0">
            <a:noAutofit/>
          </a:bodyPr>
          <a:lstStyle>
            <a:lvl1pPr marL="457200" marR="0" lvl="0" indent="-309562" algn="l" rtl="0">
              <a:lnSpc>
                <a:spcPct val="95000"/>
              </a:lnSpc>
              <a:spcBef>
                <a:spcPts val="750"/>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1pPr>
            <a:lvl2pPr marL="914400" marR="0" lvl="1"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2pPr>
            <a:lvl3pPr marL="1371600" marR="0" lvl="2"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3pPr>
            <a:lvl4pPr marL="1828800" marR="0" lvl="3"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4pPr>
            <a:lvl5pPr marL="2286000" marR="0" lvl="4"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5pPr>
            <a:lvl6pPr marL="2743200" marR="0" lvl="5"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6pPr>
            <a:lvl7pPr marL="3200400" marR="0" lvl="6"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7pPr>
            <a:lvl8pPr marL="3657600" marR="0" lvl="7"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8pPr>
            <a:lvl9pPr marL="4114800" marR="0" lvl="8"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9pPr>
          </a:lstStyle>
          <a:p>
            <a:endParaRPr/>
          </a:p>
        </p:txBody>
      </p:sp>
      <p:sp>
        <p:nvSpPr>
          <p:cNvPr id="9" name="Google Shape;9;p1"/>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
        <p:nvSpPr>
          <p:cNvPr id="10" name="Google Shape;10;p1"/>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
        <p:nvSpPr>
          <p:cNvPr id="11" name="Google Shape;11;p1"/>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marR="0" lvl="0" algn="l" rtl="0">
              <a:spcBef>
                <a:spcPts val="0"/>
              </a:spcBef>
              <a:spcAft>
                <a:spcPts val="0"/>
              </a:spcAft>
              <a:buSzPts val="1400"/>
              <a:buNone/>
              <a:defRPr sz="525"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marR="0" lvl="0"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1pPr>
            <a:lvl2pPr marL="0" marR="0" lvl="1"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2pPr>
            <a:lvl3pPr marL="0" marR="0" lvl="2"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3pPr>
            <a:lvl4pPr marL="0" marR="0" lvl="3"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4pPr>
            <a:lvl5pPr marL="0" marR="0" lvl="4"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5pPr>
            <a:lvl6pPr marL="0" marR="0" lvl="5"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6pPr>
            <a:lvl7pPr marL="0" marR="0" lvl="6"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7pPr>
            <a:lvl8pPr marL="0" marR="0" lvl="7"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8pPr>
            <a:lvl9pPr marL="0" marR="0" lvl="8"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3" name="Google Shape;13;p1" descr="A picture containing icon&#10;&#10;AI-generated content may be incorrect."/>
          <p:cNvPicPr preferRelativeResize="0"/>
          <p:nvPr/>
        </p:nvPicPr>
        <p:blipFill rotWithShape="1">
          <a:blip r:embed="rId37">
            <a:alphaModFix/>
          </a:blip>
          <a:srcRect/>
          <a:stretch/>
        </p:blipFill>
        <p:spPr>
          <a:xfrm>
            <a:off x="7444515" y="318065"/>
            <a:ext cx="376871" cy="35827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 id="2147483677" r:id="rId28"/>
    <p:sldLayoutId id="2147483678" r:id="rId29"/>
    <p:sldLayoutId id="2147483679" r:id="rId30"/>
    <p:sldLayoutId id="2147483680" r:id="rId31"/>
    <p:sldLayoutId id="2147483681" r:id="rId32"/>
    <p:sldLayoutId id="2147483682" r:id="rId33"/>
    <p:sldLayoutId id="2147483685" r:id="rId3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59">
          <p15:clr>
            <a:srgbClr val="F26B43"/>
          </p15:clr>
        </p15:guide>
        <p15:guide id="2" pos="345">
          <p15:clr>
            <a:srgbClr val="F26B43"/>
          </p15:clr>
        </p15:guide>
        <p15:guide id="3" pos="7335">
          <p15:clr>
            <a:srgbClr val="F26B43"/>
          </p15:clr>
        </p15:guide>
        <p15:guide id="4" orient="horz" pos="4061">
          <p15:clr>
            <a:srgbClr val="F26B43"/>
          </p15:clr>
        </p15:guide>
        <p15:guide id="5" pos="1018">
          <p15:clr>
            <a:srgbClr val="A4A3A4"/>
          </p15:clr>
        </p15:guide>
        <p15:guide id="6" pos="1248">
          <p15:clr>
            <a:srgbClr val="A4A3A4"/>
          </p15:clr>
        </p15:guide>
        <p15:guide id="7" pos="2148">
          <p15:clr>
            <a:srgbClr val="A4A3A4"/>
          </p15:clr>
        </p15:guide>
        <p15:guide id="8" pos="3052">
          <p15:clr>
            <a:srgbClr val="A4A3A4"/>
          </p15:clr>
        </p15:guide>
        <p15:guide id="9" pos="3954">
          <p15:clr>
            <a:srgbClr val="A4A3A4"/>
          </p15:clr>
        </p15:guide>
        <p15:guide id="10" pos="3724">
          <p15:clr>
            <a:srgbClr val="A4A3A4"/>
          </p15:clr>
        </p15:guide>
        <p15:guide id="11" pos="4858">
          <p15:clr>
            <a:srgbClr val="A4A3A4"/>
          </p15:clr>
        </p15:guide>
        <p15:guide id="12" pos="5784">
          <p15:clr>
            <a:srgbClr val="A4A3A4"/>
          </p15:clr>
        </p15:guide>
        <p15:guide id="13" pos="6660">
          <p15:clr>
            <a:srgbClr val="A4A3A4"/>
          </p15:clr>
        </p15:guide>
        <p15:guide id="14" pos="1920">
          <p15:clr>
            <a:srgbClr val="A4A3A4"/>
          </p15:clr>
        </p15:guide>
        <p15:guide id="15" pos="2822">
          <p15:clr>
            <a:srgbClr val="A4A3A4"/>
          </p15:clr>
        </p15:guide>
        <p15:guide id="16" pos="4626">
          <p15:clr>
            <a:srgbClr val="A4A3A4"/>
          </p15:clr>
        </p15:guide>
        <p15:guide id="17" pos="5530">
          <p15:clr>
            <a:srgbClr val="A4A3A4"/>
          </p15:clr>
        </p15:guide>
        <p15:guide id="18" pos="6434">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4" name="Text Placeholder 3">
            <a:extLst>
              <a:ext uri="{FF2B5EF4-FFF2-40B4-BE49-F238E27FC236}">
                <a16:creationId xmlns:a16="http://schemas.microsoft.com/office/drawing/2014/main" id="{3F070E2C-C69B-CF2A-4AFC-23A14A6A0794}"/>
              </a:ext>
            </a:extLst>
          </p:cNvPr>
          <p:cNvSpPr>
            <a:spLocks noGrp="1"/>
          </p:cNvSpPr>
          <p:nvPr>
            <p:ph type="body" idx="1"/>
          </p:nvPr>
        </p:nvSpPr>
        <p:spPr/>
        <p:txBody>
          <a:bodyPr/>
          <a:lstStyle/>
          <a:p>
            <a:endParaRPr lang="en-US"/>
          </a:p>
        </p:txBody>
      </p:sp>
      <p:sp>
        <p:nvSpPr>
          <p:cNvPr id="5" name="Text Placeholder 4">
            <a:extLst>
              <a:ext uri="{FF2B5EF4-FFF2-40B4-BE49-F238E27FC236}">
                <a16:creationId xmlns:a16="http://schemas.microsoft.com/office/drawing/2014/main" id="{6EFD8E2E-8543-A688-763B-E884BB31846B}"/>
              </a:ext>
            </a:extLst>
          </p:cNvPr>
          <p:cNvSpPr>
            <a:spLocks noGrp="1"/>
          </p:cNvSpPr>
          <p:nvPr>
            <p:ph type="body" idx="2"/>
          </p:nvPr>
        </p:nvSpPr>
        <p:spPr/>
        <p:txBody>
          <a:bodyPr/>
          <a:lstStyle/>
          <a:p>
            <a:endParaRPr lang="en-US"/>
          </a:p>
        </p:txBody>
      </p:sp>
      <p:sp>
        <p:nvSpPr>
          <p:cNvPr id="6" name="Text Placeholder 5">
            <a:extLst>
              <a:ext uri="{FF2B5EF4-FFF2-40B4-BE49-F238E27FC236}">
                <a16:creationId xmlns:a16="http://schemas.microsoft.com/office/drawing/2014/main" id="{2230D199-3936-A1F3-B0EB-089330973D56}"/>
              </a:ext>
            </a:extLst>
          </p:cNvPr>
          <p:cNvSpPr>
            <a:spLocks noGrp="1"/>
          </p:cNvSpPr>
          <p:nvPr>
            <p:ph type="body" idx="3"/>
          </p:nvPr>
        </p:nvSpPr>
        <p:spPr/>
        <p:txBody>
          <a:bodyPr/>
          <a:lstStyle/>
          <a:p>
            <a:endParaRPr lang="en-US"/>
          </a:p>
        </p:txBody>
      </p:sp>
      <p:sp>
        <p:nvSpPr>
          <p:cNvPr id="7" name="Text Placeholder 6">
            <a:extLst>
              <a:ext uri="{FF2B5EF4-FFF2-40B4-BE49-F238E27FC236}">
                <a16:creationId xmlns:a16="http://schemas.microsoft.com/office/drawing/2014/main" id="{846C0D10-A9D9-A711-D381-3D00C47E0FBF}"/>
              </a:ext>
            </a:extLst>
          </p:cNvPr>
          <p:cNvSpPr>
            <a:spLocks noGrp="1"/>
          </p:cNvSpPr>
          <p:nvPr>
            <p:ph type="body" idx="4"/>
          </p:nvPr>
        </p:nvSpPr>
        <p:spPr/>
        <p:txBody>
          <a:bodyPr/>
          <a:lstStyle/>
          <a:p>
            <a:endParaRPr lang="en-US"/>
          </a:p>
        </p:txBody>
      </p:sp>
      <p:sp>
        <p:nvSpPr>
          <p:cNvPr id="8" name="Text Placeholder 7">
            <a:extLst>
              <a:ext uri="{FF2B5EF4-FFF2-40B4-BE49-F238E27FC236}">
                <a16:creationId xmlns:a16="http://schemas.microsoft.com/office/drawing/2014/main" id="{48D0B74B-73C2-B2A1-57AF-63998F4A4F49}"/>
              </a:ext>
            </a:extLst>
          </p:cNvPr>
          <p:cNvSpPr>
            <a:spLocks noGrp="1"/>
          </p:cNvSpPr>
          <p:nvPr>
            <p:ph type="body" idx="5"/>
          </p:nvPr>
        </p:nvSpPr>
        <p:spPr/>
        <p:txBody>
          <a:bodyPr/>
          <a:lstStyle/>
          <a:p>
            <a:endParaRPr lang="en-US"/>
          </a:p>
        </p:txBody>
      </p:sp>
      <p:sp>
        <p:nvSpPr>
          <p:cNvPr id="9" name="Text Placeholder 8">
            <a:extLst>
              <a:ext uri="{FF2B5EF4-FFF2-40B4-BE49-F238E27FC236}">
                <a16:creationId xmlns:a16="http://schemas.microsoft.com/office/drawing/2014/main" id="{39903D50-9478-61DD-97EF-868FFEC1A203}"/>
              </a:ext>
            </a:extLst>
          </p:cNvPr>
          <p:cNvSpPr>
            <a:spLocks noGrp="1"/>
          </p:cNvSpPr>
          <p:nvPr>
            <p:ph type="body" idx="6"/>
          </p:nvPr>
        </p:nvSpPr>
        <p:spPr/>
        <p:txBody>
          <a:bodyPr/>
          <a:lstStyle/>
          <a:p>
            <a:endParaRPr lang="en-US"/>
          </a:p>
        </p:txBody>
      </p:sp>
      <p:sp>
        <p:nvSpPr>
          <p:cNvPr id="10" name="Text Placeholder 9">
            <a:extLst>
              <a:ext uri="{FF2B5EF4-FFF2-40B4-BE49-F238E27FC236}">
                <a16:creationId xmlns:a16="http://schemas.microsoft.com/office/drawing/2014/main" id="{AE0195E4-F595-93CB-A46C-7430AD0680AD}"/>
              </a:ext>
            </a:extLst>
          </p:cNvPr>
          <p:cNvSpPr>
            <a:spLocks noGrp="1"/>
          </p:cNvSpPr>
          <p:nvPr>
            <p:ph type="body" idx="7"/>
          </p:nvPr>
        </p:nvSpPr>
        <p:spPr/>
        <p:txBody>
          <a:bodyPr/>
          <a:lstStyle/>
          <a:p>
            <a:endParaRPr lang="en-US"/>
          </a:p>
        </p:txBody>
      </p:sp>
      <p:sp>
        <p:nvSpPr>
          <p:cNvPr id="11" name="Text Placeholder 10">
            <a:extLst>
              <a:ext uri="{FF2B5EF4-FFF2-40B4-BE49-F238E27FC236}">
                <a16:creationId xmlns:a16="http://schemas.microsoft.com/office/drawing/2014/main" id="{5B959FF5-1EE2-7B58-60C8-30418EF2E627}"/>
              </a:ext>
            </a:extLst>
          </p:cNvPr>
          <p:cNvSpPr>
            <a:spLocks noGrp="1"/>
          </p:cNvSpPr>
          <p:nvPr>
            <p:ph type="body" idx="8"/>
          </p:nvPr>
        </p:nvSpPr>
        <p:spPr/>
        <p:txBody>
          <a:bodyPr/>
          <a:lstStyle/>
          <a:p>
            <a:endParaRPr lang="en-US"/>
          </a:p>
        </p:txBody>
      </p:sp>
      <p:sp>
        <p:nvSpPr>
          <p:cNvPr id="12" name="Text Placeholder 11">
            <a:extLst>
              <a:ext uri="{FF2B5EF4-FFF2-40B4-BE49-F238E27FC236}">
                <a16:creationId xmlns:a16="http://schemas.microsoft.com/office/drawing/2014/main" id="{BD2EDCAF-FCD3-27B6-7A7D-482980E30A32}"/>
              </a:ext>
            </a:extLst>
          </p:cNvPr>
          <p:cNvSpPr>
            <a:spLocks noGrp="1"/>
          </p:cNvSpPr>
          <p:nvPr>
            <p:ph type="body" idx="9"/>
          </p:nvPr>
        </p:nvSpPr>
        <p:spPr/>
        <p:txBody>
          <a:bodyPr/>
          <a:lstStyle/>
          <a:p>
            <a:endParaRPr lang="en-US"/>
          </a:p>
        </p:txBody>
      </p:sp>
      <p:sp>
        <p:nvSpPr>
          <p:cNvPr id="13" name="Text Placeholder 12">
            <a:extLst>
              <a:ext uri="{FF2B5EF4-FFF2-40B4-BE49-F238E27FC236}">
                <a16:creationId xmlns:a16="http://schemas.microsoft.com/office/drawing/2014/main" id="{B30A370C-AC35-54DB-180E-CF84A6DE97E5}"/>
              </a:ext>
            </a:extLst>
          </p:cNvPr>
          <p:cNvSpPr>
            <a:spLocks noGrp="1"/>
          </p:cNvSpPr>
          <p:nvPr>
            <p:ph type="body" idx="13"/>
          </p:nvPr>
        </p:nvSpPr>
        <p:spPr/>
        <p:txBody>
          <a:bodyPr/>
          <a:lstStyle/>
          <a:p>
            <a:endParaRPr lang="en-US"/>
          </a:p>
        </p:txBody>
      </p:sp>
      <p:sp>
        <p:nvSpPr>
          <p:cNvPr id="377" name="Google Shape;377;p39"/>
          <p:cNvSpPr txBox="1">
            <a:spLocks noGrp="1"/>
          </p:cNvSpPr>
          <p:nvPr>
            <p:ph type="ctrTitle"/>
          </p:nvPr>
        </p:nvSpPr>
        <p:spPr>
          <a:noFill/>
          <a:ln>
            <a:noFill/>
          </a:ln>
        </p:spPr>
        <p:txBody>
          <a:bodyPr spcFirstLastPara="1" wrap="square" lIns="91425" tIns="91425" rIns="91425" bIns="91425" anchor="t" anchorCtr="0">
            <a:normAutofit/>
          </a:bodyPr>
          <a:lstStyle/>
          <a:p>
            <a:pPr lvl="0"/>
            <a:r>
              <a:rPr lang="en-US" dirty="0">
                <a:solidFill>
                  <a:schemeClr val="bg1"/>
                </a:solidFill>
              </a:rPr>
              <a:t>Strings, Virtual Environments, and Advanced Functions</a:t>
            </a:r>
          </a:p>
        </p:txBody>
      </p:sp>
      <p:sp>
        <p:nvSpPr>
          <p:cNvPr id="14" name="Subtitle 13">
            <a:extLst>
              <a:ext uri="{FF2B5EF4-FFF2-40B4-BE49-F238E27FC236}">
                <a16:creationId xmlns:a16="http://schemas.microsoft.com/office/drawing/2014/main" id="{375DF464-1047-E0FE-E481-3664C51B5C5B}"/>
              </a:ext>
            </a:extLst>
          </p:cNvPr>
          <p:cNvSpPr>
            <a:spLocks noGrp="1"/>
          </p:cNvSpPr>
          <p:nvPr>
            <p:ph type="subTitle" idx="14"/>
          </p:nvPr>
        </p:nvSpPr>
        <p:spPr/>
        <p:txBody>
          <a:bodyPr/>
          <a:lstStyle/>
          <a:p>
            <a:endParaRPr lang="en-US" dirty="0"/>
          </a:p>
        </p:txBody>
      </p:sp>
      <p:sp>
        <p:nvSpPr>
          <p:cNvPr id="15" name="Text Placeholder 14">
            <a:extLst>
              <a:ext uri="{FF2B5EF4-FFF2-40B4-BE49-F238E27FC236}">
                <a16:creationId xmlns:a16="http://schemas.microsoft.com/office/drawing/2014/main" id="{ED1E60D9-3A05-7A61-72B6-7F9C21F9F660}"/>
              </a:ext>
            </a:extLst>
          </p:cNvPr>
          <p:cNvSpPr>
            <a:spLocks noGrp="1"/>
          </p:cNvSpPr>
          <p:nvPr>
            <p:ph type="body" idx="15"/>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730DC-F6C8-22C9-2A12-713C4E1E45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193AAA-D656-4F94-34E8-AB59565878B7}"/>
              </a:ext>
            </a:extLst>
          </p:cNvPr>
          <p:cNvSpPr>
            <a:spLocks noGrp="1"/>
          </p:cNvSpPr>
          <p:nvPr>
            <p:ph type="title"/>
          </p:nvPr>
        </p:nvSpPr>
        <p:spPr/>
        <p:txBody>
          <a:bodyPr/>
          <a:lstStyle/>
          <a:p>
            <a:br>
              <a:rPr lang="en-US" dirty="0"/>
            </a:br>
            <a:r>
              <a:rPr lang="en-US" dirty="0"/>
              <a:t>Before we start….</a:t>
            </a:r>
          </a:p>
        </p:txBody>
      </p:sp>
      <p:sp>
        <p:nvSpPr>
          <p:cNvPr id="5" name="TextBox 4">
            <a:extLst>
              <a:ext uri="{FF2B5EF4-FFF2-40B4-BE49-F238E27FC236}">
                <a16:creationId xmlns:a16="http://schemas.microsoft.com/office/drawing/2014/main" id="{8B514417-23DA-C546-6700-FBE2B4651B4A}"/>
              </a:ext>
            </a:extLst>
          </p:cNvPr>
          <p:cNvSpPr txBox="1"/>
          <p:nvPr/>
        </p:nvSpPr>
        <p:spPr>
          <a:xfrm>
            <a:off x="1170878" y="1091086"/>
            <a:ext cx="6477000" cy="1938992"/>
          </a:xfrm>
          <a:prstGeom prst="rect">
            <a:avLst/>
          </a:prstGeom>
          <a:noFill/>
        </p:spPr>
        <p:txBody>
          <a:bodyPr wrap="square">
            <a:spAutoFit/>
          </a:bodyPr>
          <a:lstStyle/>
          <a:p>
            <a:pPr marL="342900" indent="-342900">
              <a:buFont typeface="Arial" panose="020B0604020202020204" pitchFamily="34" charset="0"/>
              <a:buChar char="•"/>
            </a:pPr>
            <a:r>
              <a:rPr lang="en-US" sz="2000" dirty="0"/>
              <a:t>Let’s run through our git sequence so you can get my changes, and then create a Lesson4 notes for yourself…</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Let’s practice creating our own Git repository… the easy way!</a:t>
            </a:r>
          </a:p>
        </p:txBody>
      </p:sp>
    </p:spTree>
    <p:extLst>
      <p:ext uri="{BB962C8B-B14F-4D97-AF65-F5344CB8AC3E}">
        <p14:creationId xmlns:p14="http://schemas.microsoft.com/office/powerpoint/2010/main" val="2603382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D87CF-5E92-D709-ADC1-CD5AB2C3F77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ED2C0DF-7F54-4712-28A5-4CA447A5F98E}"/>
              </a:ext>
            </a:extLst>
          </p:cNvPr>
          <p:cNvPicPr>
            <a:picLocks noChangeAspect="1"/>
          </p:cNvPicPr>
          <p:nvPr/>
        </p:nvPicPr>
        <p:blipFill>
          <a:blip r:embed="rId3"/>
          <a:stretch>
            <a:fillRect/>
          </a:stretch>
        </p:blipFill>
        <p:spPr>
          <a:xfrm>
            <a:off x="0" y="632113"/>
            <a:ext cx="9144000" cy="3879273"/>
          </a:xfrm>
          <a:prstGeom prst="rect">
            <a:avLst/>
          </a:prstGeom>
        </p:spPr>
      </p:pic>
      <p:sp>
        <p:nvSpPr>
          <p:cNvPr id="2" name="Title 1">
            <a:extLst>
              <a:ext uri="{FF2B5EF4-FFF2-40B4-BE49-F238E27FC236}">
                <a16:creationId xmlns:a16="http://schemas.microsoft.com/office/drawing/2014/main" id="{2AEBB9CF-99E0-34C2-13BD-CE711791B329}"/>
              </a:ext>
            </a:extLst>
          </p:cNvPr>
          <p:cNvSpPr>
            <a:spLocks noGrp="1"/>
          </p:cNvSpPr>
          <p:nvPr>
            <p:ph type="title"/>
          </p:nvPr>
        </p:nvSpPr>
        <p:spPr/>
        <p:txBody>
          <a:bodyPr/>
          <a:lstStyle/>
          <a:p>
            <a:br>
              <a:rPr lang="en-US" dirty="0"/>
            </a:br>
            <a:r>
              <a:rPr lang="en-US" dirty="0"/>
              <a:t>Course Schedule</a:t>
            </a:r>
          </a:p>
        </p:txBody>
      </p:sp>
      <p:sp>
        <p:nvSpPr>
          <p:cNvPr id="8" name="Rectangle 7">
            <a:extLst>
              <a:ext uri="{FF2B5EF4-FFF2-40B4-BE49-F238E27FC236}">
                <a16:creationId xmlns:a16="http://schemas.microsoft.com/office/drawing/2014/main" id="{0C366FE1-DAFA-E7EC-025F-E1D1E8686851}"/>
              </a:ext>
            </a:extLst>
          </p:cNvPr>
          <p:cNvSpPr/>
          <p:nvPr/>
        </p:nvSpPr>
        <p:spPr>
          <a:xfrm>
            <a:off x="-81775" y="1947746"/>
            <a:ext cx="4713249" cy="23045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19185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9F51F-ADCA-105D-6A2E-72EBEFFBB4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D0DA68-9A3E-BE02-724E-F79475A2462B}"/>
              </a:ext>
            </a:extLst>
          </p:cNvPr>
          <p:cNvSpPr>
            <a:spLocks noGrp="1"/>
          </p:cNvSpPr>
          <p:nvPr>
            <p:ph type="title"/>
          </p:nvPr>
        </p:nvSpPr>
        <p:spPr>
          <a:xfrm>
            <a:off x="2417768" y="2331186"/>
            <a:ext cx="5120455" cy="585207"/>
          </a:xfrm>
        </p:spPr>
        <p:txBody>
          <a:bodyPr/>
          <a:lstStyle/>
          <a:p>
            <a:r>
              <a:rPr lang="en-US" dirty="0"/>
              <a:t>Virtual Environments Review</a:t>
            </a:r>
          </a:p>
        </p:txBody>
      </p:sp>
    </p:spTree>
    <p:extLst>
      <p:ext uri="{BB962C8B-B14F-4D97-AF65-F5344CB8AC3E}">
        <p14:creationId xmlns:p14="http://schemas.microsoft.com/office/powerpoint/2010/main" val="2846455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body" idx="1"/>
          </p:nvPr>
        </p:nvSpPr>
        <p:spPr>
          <a:xfrm>
            <a:off x="311700" y="213675"/>
            <a:ext cx="8520600" cy="47427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None/>
            </a:pPr>
            <a:r>
              <a:rPr lang="en" sz="2500" b="1" u="sng" dirty="0"/>
              <a:t>Problem 1</a:t>
            </a:r>
            <a:endParaRPr sz="2500" b="1" u="sng" dirty="0"/>
          </a:p>
          <a:p>
            <a:pPr marL="0" lvl="0" indent="0" algn="l" rtl="0">
              <a:spcBef>
                <a:spcPts val="1200"/>
              </a:spcBef>
              <a:spcAft>
                <a:spcPts val="0"/>
              </a:spcAft>
              <a:buNone/>
            </a:pPr>
            <a:r>
              <a:rPr lang="en" sz="2500" dirty="0"/>
              <a:t>Print the numbers from 1 to 100.  If the number is divisible by 3, print “Fizz” instead of the number.  If it is divisible by 5, print “Buzz” instead of the number.  If it is divisible by both, print “FizzBuzz” instead of the number.</a:t>
            </a:r>
            <a:endParaRPr sz="2500" dirty="0"/>
          </a:p>
          <a:p>
            <a:pPr marL="0" lvl="0" indent="0" algn="l" rtl="0">
              <a:spcBef>
                <a:spcPts val="1200"/>
              </a:spcBef>
              <a:spcAft>
                <a:spcPts val="0"/>
              </a:spcAft>
              <a:buNone/>
            </a:pPr>
            <a:endParaRPr sz="2500" dirty="0"/>
          </a:p>
          <a:p>
            <a:pPr marL="0" lvl="0" indent="0" algn="l" rtl="0">
              <a:spcBef>
                <a:spcPts val="1200"/>
              </a:spcBef>
              <a:spcAft>
                <a:spcPts val="0"/>
              </a:spcAft>
              <a:buNone/>
            </a:pPr>
            <a:r>
              <a:rPr lang="en" sz="2500" b="1" u="sng" dirty="0"/>
              <a:t>Problem 2</a:t>
            </a:r>
            <a:endParaRPr sz="2500" b="1" u="sng" dirty="0"/>
          </a:p>
          <a:p>
            <a:pPr marL="0" lvl="0" indent="0" algn="l" rtl="0">
              <a:spcBef>
                <a:spcPts val="1200"/>
              </a:spcBef>
              <a:spcAft>
                <a:spcPts val="0"/>
              </a:spcAft>
              <a:buNone/>
            </a:pPr>
            <a:r>
              <a:rPr lang="en" sz="2500" dirty="0"/>
              <a:t>Ask the user for “rock”, “paper”, or “scissors”.  Randomly assign the computer’s choice of “rock”, “paper”, or “scissors”. Display whether the user won, lost, or tied.</a:t>
            </a:r>
            <a:endParaRPr sz="2500" dirty="0"/>
          </a:p>
          <a:p>
            <a:pPr marL="0" lvl="0" indent="0" algn="l" rtl="0">
              <a:spcBef>
                <a:spcPts val="1200"/>
              </a:spcBef>
              <a:spcAft>
                <a:spcPts val="0"/>
              </a:spcAft>
              <a:buNone/>
            </a:pPr>
            <a:endParaRPr dirty="0"/>
          </a:p>
          <a:p>
            <a:pPr marL="0" lvl="0" indent="0" algn="l" rtl="0">
              <a:spcBef>
                <a:spcPts val="1200"/>
              </a:spcBef>
              <a:spcAft>
                <a:spcPts val="1200"/>
              </a:spcAft>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body" idx="1"/>
          </p:nvPr>
        </p:nvSpPr>
        <p:spPr>
          <a:xfrm>
            <a:off x="311700" y="213675"/>
            <a:ext cx="8520600" cy="474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sz="2500" b="1" dirty="0"/>
              <a:t>Virtual Environment Instructor Led </a:t>
            </a:r>
          </a:p>
          <a:p>
            <a:pPr marL="0" lvl="0" indent="0" algn="l" rtl="0">
              <a:spcBef>
                <a:spcPts val="0"/>
              </a:spcBef>
              <a:spcAft>
                <a:spcPts val="0"/>
              </a:spcAft>
              <a:buNone/>
            </a:pPr>
            <a:r>
              <a:rPr lang="en-US" sz="2500" b="1" dirty="0"/>
              <a:t>Exercise #1</a:t>
            </a:r>
          </a:p>
          <a:p>
            <a:pPr marL="0" lvl="0" indent="0" algn="l" rtl="0">
              <a:spcBef>
                <a:spcPts val="0"/>
              </a:spcBef>
              <a:spcAft>
                <a:spcPts val="0"/>
              </a:spcAft>
              <a:buNone/>
            </a:pPr>
            <a:endParaRPr lang="en-US" sz="2500" b="1" dirty="0"/>
          </a:p>
          <a:p>
            <a:pPr marL="0" lvl="0" indent="0" algn="l" rtl="0">
              <a:spcBef>
                <a:spcPts val="0"/>
              </a:spcBef>
              <a:spcAft>
                <a:spcPts val="0"/>
              </a:spcAft>
              <a:buNone/>
            </a:pPr>
            <a:r>
              <a:rPr lang="en-US" sz="2500" dirty="0"/>
              <a:t>Make a virtual environment with Python 3.10</a:t>
            </a:r>
          </a:p>
          <a:p>
            <a:pPr marL="0" lvl="0" indent="0" algn="l" rtl="0">
              <a:spcBef>
                <a:spcPts val="0"/>
              </a:spcBef>
              <a:spcAft>
                <a:spcPts val="0"/>
              </a:spcAft>
              <a:buNone/>
            </a:pPr>
            <a:endParaRPr lang="en-US" sz="2500" dirty="0"/>
          </a:p>
          <a:p>
            <a:pPr marL="0" lvl="0" indent="0" algn="l" rtl="0">
              <a:spcBef>
                <a:spcPts val="0"/>
              </a:spcBef>
              <a:spcAft>
                <a:spcPts val="0"/>
              </a:spcAft>
              <a:buNone/>
            </a:pPr>
            <a:r>
              <a:rPr lang="en-US" sz="2500" dirty="0"/>
              <a:t>Install the requirements.txt files into your virtual environment</a:t>
            </a:r>
          </a:p>
          <a:p>
            <a:pPr marL="0" lvl="0" indent="0" algn="l" rtl="0">
              <a:spcBef>
                <a:spcPts val="0"/>
              </a:spcBef>
              <a:spcAft>
                <a:spcPts val="0"/>
              </a:spcAft>
              <a:buNone/>
            </a:pPr>
            <a:endParaRPr lang="en-US" sz="2500" dirty="0"/>
          </a:p>
          <a:p>
            <a:pPr marL="0" lvl="0" indent="0" algn="l" rtl="0">
              <a:spcBef>
                <a:spcPts val="0"/>
              </a:spcBef>
              <a:spcAft>
                <a:spcPts val="0"/>
              </a:spcAft>
              <a:buNone/>
            </a:pPr>
            <a:r>
              <a:rPr lang="en-US" sz="2500" dirty="0"/>
              <a:t>Add a .</a:t>
            </a:r>
            <a:r>
              <a:rPr lang="en-US" sz="2500" dirty="0" err="1"/>
              <a:t>gitignore</a:t>
            </a:r>
            <a:r>
              <a:rPr lang="en-US" sz="2500" dirty="0"/>
              <a:t> to ensure that none of your virtual environment files are committed</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4">
          <a:extLst>
            <a:ext uri="{FF2B5EF4-FFF2-40B4-BE49-F238E27FC236}">
              <a16:creationId xmlns:a16="http://schemas.microsoft.com/office/drawing/2014/main" id="{776A344A-0B1E-9218-FFA2-812DD3DF0CE1}"/>
            </a:ext>
          </a:extLst>
        </p:cNvPr>
        <p:cNvGrpSpPr/>
        <p:nvPr/>
      </p:nvGrpSpPr>
      <p:grpSpPr>
        <a:xfrm>
          <a:off x="0" y="0"/>
          <a:ext cx="0" cy="0"/>
          <a:chOff x="0" y="0"/>
          <a:chExt cx="0" cy="0"/>
        </a:xfrm>
      </p:grpSpPr>
      <p:sp>
        <p:nvSpPr>
          <p:cNvPr id="65" name="Google Shape;65;p15">
            <a:extLst>
              <a:ext uri="{FF2B5EF4-FFF2-40B4-BE49-F238E27FC236}">
                <a16:creationId xmlns:a16="http://schemas.microsoft.com/office/drawing/2014/main" id="{6F97DFF0-615B-8711-F973-E93CD0EE3298}"/>
              </a:ext>
            </a:extLst>
          </p:cNvPr>
          <p:cNvSpPr txBox="1">
            <a:spLocks noGrp="1"/>
          </p:cNvSpPr>
          <p:nvPr>
            <p:ph type="body" idx="1"/>
          </p:nvPr>
        </p:nvSpPr>
        <p:spPr>
          <a:xfrm>
            <a:off x="311700" y="213675"/>
            <a:ext cx="8520600" cy="474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sz="2500" b="1" dirty="0"/>
              <a:t>Virtual Environment Instructor Led </a:t>
            </a:r>
          </a:p>
          <a:p>
            <a:pPr marL="0" lvl="0" indent="0" algn="l" rtl="0">
              <a:spcBef>
                <a:spcPts val="0"/>
              </a:spcBef>
              <a:spcAft>
                <a:spcPts val="0"/>
              </a:spcAft>
              <a:buNone/>
            </a:pPr>
            <a:r>
              <a:rPr lang="en-US" sz="2500" b="1" dirty="0"/>
              <a:t>Exercise #2</a:t>
            </a:r>
          </a:p>
          <a:p>
            <a:pPr marL="0" lvl="0" indent="0" algn="l" rtl="0">
              <a:spcBef>
                <a:spcPts val="0"/>
              </a:spcBef>
              <a:spcAft>
                <a:spcPts val="0"/>
              </a:spcAft>
              <a:buNone/>
            </a:pPr>
            <a:endParaRPr lang="en-US" sz="2500" b="1" dirty="0"/>
          </a:p>
          <a:p>
            <a:pPr marL="0" lvl="0" indent="0" algn="l" rtl="0">
              <a:spcBef>
                <a:spcPts val="0"/>
              </a:spcBef>
              <a:spcAft>
                <a:spcPts val="0"/>
              </a:spcAft>
              <a:buNone/>
            </a:pPr>
            <a:r>
              <a:rPr lang="en-US" sz="1800" dirty="0"/>
              <a:t>Create an arbitrary virtual environment (any version of Python, you pick)</a:t>
            </a:r>
          </a:p>
          <a:p>
            <a:pPr marL="0" lvl="0" indent="0" algn="l" rtl="0">
              <a:spcBef>
                <a:spcPts val="0"/>
              </a:spcBef>
              <a:spcAft>
                <a:spcPts val="0"/>
              </a:spcAft>
              <a:buNone/>
            </a:pPr>
            <a:endParaRPr lang="en-US" sz="1800" dirty="0"/>
          </a:p>
          <a:p>
            <a:pPr marL="0" lvl="0" indent="0" algn="l" rtl="0">
              <a:spcBef>
                <a:spcPts val="0"/>
              </a:spcBef>
              <a:spcAft>
                <a:spcPts val="0"/>
              </a:spcAft>
              <a:buNone/>
            </a:pPr>
            <a:r>
              <a:rPr lang="en-US" sz="1800" dirty="0"/>
              <a:t>Install the following packages</a:t>
            </a:r>
          </a:p>
          <a:p>
            <a:pPr marL="0" lvl="0" indent="0" algn="l" rtl="0">
              <a:spcBef>
                <a:spcPts val="0"/>
              </a:spcBef>
              <a:spcAft>
                <a:spcPts val="0"/>
              </a:spcAft>
              <a:buNone/>
            </a:pPr>
            <a:r>
              <a:rPr lang="en-US" sz="1800" dirty="0"/>
              <a:t>	- requests (‘pip install requests’)</a:t>
            </a:r>
          </a:p>
          <a:p>
            <a:pPr marL="0" lvl="0" indent="0" algn="l" rtl="0">
              <a:spcBef>
                <a:spcPts val="0"/>
              </a:spcBef>
              <a:spcAft>
                <a:spcPts val="0"/>
              </a:spcAft>
              <a:buNone/>
            </a:pPr>
            <a:r>
              <a:rPr lang="en-US" sz="1800" dirty="0"/>
              <a:t>	- rich (‘pip install rich’)</a:t>
            </a:r>
          </a:p>
          <a:p>
            <a:pPr marL="0" lvl="0" indent="0" algn="l" rtl="0">
              <a:spcBef>
                <a:spcPts val="0"/>
              </a:spcBef>
              <a:spcAft>
                <a:spcPts val="0"/>
              </a:spcAft>
              <a:buNone/>
            </a:pPr>
            <a:endParaRPr lang="en-US" sz="1800" dirty="0"/>
          </a:p>
          <a:p>
            <a:pPr marL="0" lvl="0" indent="0" algn="l" rtl="0">
              <a:spcBef>
                <a:spcPts val="0"/>
              </a:spcBef>
              <a:spcAft>
                <a:spcPts val="0"/>
              </a:spcAft>
              <a:buNone/>
            </a:pPr>
            <a:r>
              <a:rPr lang="en-US" sz="1800" dirty="0"/>
              <a:t>Run venv_testScript.py.  What does the package rich do for us?</a:t>
            </a:r>
            <a:br>
              <a:rPr lang="en-US" sz="1800" dirty="0"/>
            </a:br>
            <a:br>
              <a:rPr lang="en-US" sz="1800" dirty="0"/>
            </a:br>
            <a:r>
              <a:rPr lang="en-US" sz="1800" dirty="0"/>
              <a:t>Log the packages in your virtual environment using pip freeze </a:t>
            </a:r>
          </a:p>
          <a:p>
            <a:pPr marL="0" lvl="0" indent="0" algn="l" rtl="0">
              <a:spcBef>
                <a:spcPts val="0"/>
              </a:spcBef>
              <a:spcAft>
                <a:spcPts val="0"/>
              </a:spcAft>
              <a:buNone/>
            </a:pPr>
            <a:endParaRPr lang="en-US" sz="1800" dirty="0"/>
          </a:p>
          <a:p>
            <a:pPr marL="0" lvl="0" indent="0" algn="l" rtl="0">
              <a:spcBef>
                <a:spcPts val="0"/>
              </a:spcBef>
              <a:spcAft>
                <a:spcPts val="0"/>
              </a:spcAft>
              <a:buNone/>
            </a:pPr>
            <a:endParaRPr lang="en-US" sz="1800" dirty="0"/>
          </a:p>
        </p:txBody>
      </p:sp>
    </p:spTree>
    <p:extLst>
      <p:ext uri="{BB962C8B-B14F-4D97-AF65-F5344CB8AC3E}">
        <p14:creationId xmlns:p14="http://schemas.microsoft.com/office/powerpoint/2010/main" val="3734193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CF93E-5639-82B9-F48F-8AEF8C9A5F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B7CDC2-0AFB-55FB-DF29-1C300D0E861F}"/>
              </a:ext>
            </a:extLst>
          </p:cNvPr>
          <p:cNvSpPr>
            <a:spLocks noGrp="1"/>
          </p:cNvSpPr>
          <p:nvPr>
            <p:ph type="title"/>
          </p:nvPr>
        </p:nvSpPr>
        <p:spPr>
          <a:xfrm>
            <a:off x="3791414" y="2279146"/>
            <a:ext cx="1438879" cy="585207"/>
          </a:xfrm>
        </p:spPr>
        <p:txBody>
          <a:bodyPr/>
          <a:lstStyle/>
          <a:p>
            <a:r>
              <a:rPr lang="en-US" dirty="0"/>
              <a:t>Strings</a:t>
            </a:r>
          </a:p>
        </p:txBody>
      </p:sp>
    </p:spTree>
    <p:extLst>
      <p:ext uri="{BB962C8B-B14F-4D97-AF65-F5344CB8AC3E}">
        <p14:creationId xmlns:p14="http://schemas.microsoft.com/office/powerpoint/2010/main" val="299971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F0E6DB-EE9E-45C5-B784-49ED7052A2EB}"/>
              </a:ext>
            </a:extLst>
          </p:cNvPr>
          <p:cNvSpPr>
            <a:spLocks noGrp="1"/>
          </p:cNvSpPr>
          <p:nvPr>
            <p:ph type="sldNum" sz="quarter" idx="4"/>
          </p:nvPr>
        </p:nvSpPr>
        <p:spPr/>
        <p:txBody>
          <a:bodyPr/>
          <a:lstStyle/>
          <a:p>
            <a:fld id="{71B8893A-F325-44A6-8EFB-883C20332CFE}" type="slidenum">
              <a:rPr lang="en-US" smtClean="0"/>
              <a:pPr/>
              <a:t>9</a:t>
            </a:fld>
            <a:endParaRPr lang="en-US"/>
          </a:p>
        </p:txBody>
      </p:sp>
      <p:sp>
        <p:nvSpPr>
          <p:cNvPr id="7" name="TextBox 6">
            <a:extLst>
              <a:ext uri="{FF2B5EF4-FFF2-40B4-BE49-F238E27FC236}">
                <a16:creationId xmlns:a16="http://schemas.microsoft.com/office/drawing/2014/main" id="{E46F2A3D-0D08-77DA-1BC0-ADA8A0CBDD55}"/>
              </a:ext>
            </a:extLst>
          </p:cNvPr>
          <p:cNvSpPr txBox="1"/>
          <p:nvPr/>
        </p:nvSpPr>
        <p:spPr>
          <a:xfrm>
            <a:off x="381000" y="477281"/>
            <a:ext cx="5906429" cy="4616648"/>
          </a:xfrm>
          <a:prstGeom prst="rect">
            <a:avLst/>
          </a:prstGeom>
          <a:noFill/>
        </p:spPr>
        <p:txBody>
          <a:bodyPr wrap="square">
            <a:spAutoFit/>
          </a:bodyPr>
          <a:lstStyle/>
          <a:p>
            <a:r>
              <a:rPr lang="en-US" dirty="0" err="1"/>
              <a:t>my_list</a:t>
            </a:r>
            <a:r>
              <a:rPr lang="en-US" dirty="0"/>
              <a:t> = ['c', 'a', 't']</a:t>
            </a:r>
          </a:p>
          <a:p>
            <a:r>
              <a:rPr lang="en-US" dirty="0" err="1"/>
              <a:t>my_string</a:t>
            </a:r>
            <a:r>
              <a:rPr lang="en-US" dirty="0"/>
              <a:t> = "cat"</a:t>
            </a:r>
          </a:p>
          <a:p>
            <a:endParaRPr lang="en-US" dirty="0"/>
          </a:p>
          <a:p>
            <a:r>
              <a:rPr lang="en-US" dirty="0"/>
              <a:t># 1. Loop over both</a:t>
            </a:r>
          </a:p>
          <a:p>
            <a:r>
              <a:rPr lang="en-US" dirty="0"/>
              <a:t>for item in </a:t>
            </a:r>
            <a:r>
              <a:rPr lang="en-US" dirty="0" err="1"/>
              <a:t>my_list</a:t>
            </a:r>
            <a:r>
              <a:rPr lang="en-US" dirty="0"/>
              <a:t>:</a:t>
            </a:r>
          </a:p>
          <a:p>
            <a:r>
              <a:rPr lang="en-US" dirty="0"/>
              <a:t>    print(item)</a:t>
            </a:r>
          </a:p>
          <a:p>
            <a:endParaRPr lang="en-US" dirty="0"/>
          </a:p>
          <a:p>
            <a:r>
              <a:rPr lang="en-US" dirty="0"/>
              <a:t>for char in </a:t>
            </a:r>
            <a:r>
              <a:rPr lang="en-US" dirty="0" err="1"/>
              <a:t>my_string</a:t>
            </a:r>
            <a:r>
              <a:rPr lang="en-US" dirty="0"/>
              <a:t>:</a:t>
            </a:r>
          </a:p>
          <a:p>
            <a:r>
              <a:rPr lang="en-US" dirty="0"/>
              <a:t>    print(char)      # same output!</a:t>
            </a:r>
          </a:p>
          <a:p>
            <a:endParaRPr lang="en-US" dirty="0"/>
          </a:p>
          <a:p>
            <a:r>
              <a:rPr lang="en-US" dirty="0"/>
              <a:t># 2. Indexing and slicing</a:t>
            </a:r>
          </a:p>
          <a:p>
            <a:r>
              <a:rPr lang="en-US" dirty="0"/>
              <a:t>print(</a:t>
            </a:r>
            <a:r>
              <a:rPr lang="en-US" dirty="0" err="1"/>
              <a:t>my_list</a:t>
            </a:r>
            <a:r>
              <a:rPr lang="en-US" dirty="0"/>
              <a:t>[0], </a:t>
            </a:r>
            <a:r>
              <a:rPr lang="en-US" dirty="0" err="1"/>
              <a:t>my_string</a:t>
            </a:r>
            <a:r>
              <a:rPr lang="en-US" dirty="0"/>
              <a:t>[0])      # 'c' 'c'</a:t>
            </a:r>
          </a:p>
          <a:p>
            <a:r>
              <a:rPr lang="en-US" dirty="0"/>
              <a:t>print(</a:t>
            </a:r>
            <a:r>
              <a:rPr lang="en-US" dirty="0" err="1"/>
              <a:t>my_list</a:t>
            </a:r>
            <a:r>
              <a:rPr lang="en-US" dirty="0"/>
              <a:t>[-1], </a:t>
            </a:r>
            <a:r>
              <a:rPr lang="en-US" dirty="0" err="1"/>
              <a:t>my_string</a:t>
            </a:r>
            <a:r>
              <a:rPr lang="en-US" dirty="0"/>
              <a:t>[-1])    # 't' 't'</a:t>
            </a:r>
          </a:p>
          <a:p>
            <a:r>
              <a:rPr lang="en-US" dirty="0"/>
              <a:t>print(</a:t>
            </a:r>
            <a:r>
              <a:rPr lang="en-US" dirty="0" err="1"/>
              <a:t>my_string</a:t>
            </a:r>
            <a:r>
              <a:rPr lang="en-US" dirty="0"/>
              <a:t>[0:2])                # 'ca'</a:t>
            </a:r>
          </a:p>
          <a:p>
            <a:endParaRPr lang="en-US" dirty="0"/>
          </a:p>
          <a:p>
            <a:r>
              <a:rPr lang="en-US" dirty="0"/>
              <a:t># 3. </a:t>
            </a:r>
            <a:r>
              <a:rPr lang="en-US" dirty="0" err="1"/>
              <a:t>len</a:t>
            </a:r>
            <a:r>
              <a:rPr lang="en-US" dirty="0"/>
              <a:t>(), in, and membership</a:t>
            </a:r>
          </a:p>
          <a:p>
            <a:r>
              <a:rPr lang="en-US" dirty="0"/>
              <a:t>print(</a:t>
            </a:r>
            <a:r>
              <a:rPr lang="en-US" dirty="0" err="1"/>
              <a:t>len</a:t>
            </a:r>
            <a:r>
              <a:rPr lang="en-US" dirty="0"/>
              <a:t>(</a:t>
            </a:r>
            <a:r>
              <a:rPr lang="en-US" dirty="0" err="1"/>
              <a:t>my_list</a:t>
            </a:r>
            <a:r>
              <a:rPr lang="en-US" dirty="0"/>
              <a:t>), </a:t>
            </a:r>
            <a:r>
              <a:rPr lang="en-US" dirty="0" err="1"/>
              <a:t>len</a:t>
            </a:r>
            <a:r>
              <a:rPr lang="en-US" dirty="0"/>
              <a:t>(</a:t>
            </a:r>
            <a:r>
              <a:rPr lang="en-US" dirty="0" err="1"/>
              <a:t>my_string</a:t>
            </a:r>
            <a:r>
              <a:rPr lang="en-US" dirty="0"/>
              <a:t>))  # 3 3</a:t>
            </a:r>
          </a:p>
          <a:p>
            <a:r>
              <a:rPr lang="en-US" dirty="0"/>
              <a:t>print('a' in </a:t>
            </a:r>
            <a:r>
              <a:rPr lang="en-US" dirty="0" err="1"/>
              <a:t>my_list</a:t>
            </a:r>
            <a:r>
              <a:rPr lang="en-US" dirty="0"/>
              <a:t>, 'a' in </a:t>
            </a:r>
            <a:r>
              <a:rPr lang="en-US" dirty="0" err="1"/>
              <a:t>my_string</a:t>
            </a:r>
            <a:r>
              <a:rPr lang="en-US" dirty="0"/>
              <a:t>)  # True </a:t>
            </a:r>
            <a:r>
              <a:rPr lang="en-US" dirty="0" err="1"/>
              <a:t>True</a:t>
            </a:r>
            <a:endParaRPr lang="en-US" dirty="0"/>
          </a:p>
          <a:p>
            <a:endParaRPr lang="en-US" dirty="0"/>
          </a:p>
          <a:p>
            <a:r>
              <a:rPr lang="en-US" dirty="0"/>
              <a:t># 4. The big reveal</a:t>
            </a:r>
          </a:p>
          <a:p>
            <a:r>
              <a:rPr lang="en-US" dirty="0"/>
              <a:t>print(list("cat"))   # ['c', 'a', 't']</a:t>
            </a:r>
          </a:p>
        </p:txBody>
      </p:sp>
    </p:spTree>
    <p:extLst>
      <p:ext uri="{BB962C8B-B14F-4D97-AF65-F5344CB8AC3E}">
        <p14:creationId xmlns:p14="http://schemas.microsoft.com/office/powerpoint/2010/main" val="1359797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4">
          <a:extLst>
            <a:ext uri="{FF2B5EF4-FFF2-40B4-BE49-F238E27FC236}">
              <a16:creationId xmlns:a16="http://schemas.microsoft.com/office/drawing/2014/main" id="{2F35CFA6-B927-4D89-AB7B-DC2C347A9E50}"/>
            </a:ext>
          </a:extLst>
        </p:cNvPr>
        <p:cNvGrpSpPr/>
        <p:nvPr/>
      </p:nvGrpSpPr>
      <p:grpSpPr>
        <a:xfrm>
          <a:off x="0" y="0"/>
          <a:ext cx="0" cy="0"/>
          <a:chOff x="0" y="0"/>
          <a:chExt cx="0" cy="0"/>
        </a:xfrm>
      </p:grpSpPr>
      <p:sp>
        <p:nvSpPr>
          <p:cNvPr id="65" name="Google Shape;65;p15">
            <a:extLst>
              <a:ext uri="{FF2B5EF4-FFF2-40B4-BE49-F238E27FC236}">
                <a16:creationId xmlns:a16="http://schemas.microsoft.com/office/drawing/2014/main" id="{AED2004A-1A78-8127-2217-AE41406C2A12}"/>
              </a:ext>
            </a:extLst>
          </p:cNvPr>
          <p:cNvSpPr txBox="1">
            <a:spLocks noGrp="1"/>
          </p:cNvSpPr>
          <p:nvPr>
            <p:ph type="body" idx="1"/>
          </p:nvPr>
        </p:nvSpPr>
        <p:spPr>
          <a:xfrm>
            <a:off x="311700" y="213675"/>
            <a:ext cx="8520600" cy="474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sz="2500" b="1" dirty="0"/>
              <a:t>Strings exploration</a:t>
            </a:r>
          </a:p>
          <a:p>
            <a:pPr marL="0" lvl="0" indent="0" algn="l" rtl="0">
              <a:spcBef>
                <a:spcPts val="0"/>
              </a:spcBef>
              <a:spcAft>
                <a:spcPts val="0"/>
              </a:spcAft>
              <a:buNone/>
            </a:pPr>
            <a:endParaRPr lang="en-US" sz="2500" b="1" dirty="0"/>
          </a:p>
          <a:p>
            <a:pPr marL="0" lvl="0" indent="0" algn="l" rtl="0">
              <a:spcBef>
                <a:spcPts val="0"/>
              </a:spcBef>
              <a:spcAft>
                <a:spcPts val="0"/>
              </a:spcAft>
              <a:buNone/>
            </a:pPr>
            <a:endParaRPr lang="en-US" sz="1800" dirty="0"/>
          </a:p>
          <a:p>
            <a:pPr marL="0" lvl="0" indent="0" algn="l" rtl="0">
              <a:spcBef>
                <a:spcPts val="0"/>
              </a:spcBef>
              <a:spcAft>
                <a:spcPts val="0"/>
              </a:spcAft>
              <a:buNone/>
            </a:pPr>
            <a:endParaRPr lang="en-US" sz="1800" dirty="0"/>
          </a:p>
        </p:txBody>
      </p:sp>
      <p:sp>
        <p:nvSpPr>
          <p:cNvPr id="3" name="TextBox 2">
            <a:extLst>
              <a:ext uri="{FF2B5EF4-FFF2-40B4-BE49-F238E27FC236}">
                <a16:creationId xmlns:a16="http://schemas.microsoft.com/office/drawing/2014/main" id="{042974E2-420F-A192-9719-7A2D27114A93}"/>
              </a:ext>
            </a:extLst>
          </p:cNvPr>
          <p:cNvSpPr txBox="1"/>
          <p:nvPr/>
        </p:nvSpPr>
        <p:spPr>
          <a:xfrm>
            <a:off x="311699" y="935287"/>
            <a:ext cx="7248827" cy="3693319"/>
          </a:xfrm>
          <a:prstGeom prst="rect">
            <a:avLst/>
          </a:prstGeom>
          <a:noFill/>
        </p:spPr>
        <p:txBody>
          <a:bodyPr wrap="square">
            <a:spAutoFit/>
          </a:bodyPr>
          <a:lstStyle/>
          <a:p>
            <a:r>
              <a:rPr lang="en-US" sz="1600" b="1" dirty="0"/>
              <a:t>In your interactive terminal create the following variables and answer the following questions:</a:t>
            </a:r>
          </a:p>
          <a:p>
            <a:endParaRPr lang="en-US" sz="1600" b="1" dirty="0"/>
          </a:p>
          <a:p>
            <a:r>
              <a:rPr lang="en-US" sz="1600" dirty="0" err="1"/>
              <a:t>my_list</a:t>
            </a:r>
            <a:r>
              <a:rPr lang="en-US" sz="1600" dirty="0"/>
              <a:t> = ['c', 'a', 't']</a:t>
            </a:r>
          </a:p>
          <a:p>
            <a:r>
              <a:rPr lang="en-US" sz="1600" dirty="0" err="1"/>
              <a:t>my_string</a:t>
            </a:r>
            <a:r>
              <a:rPr lang="en-US" sz="1600" dirty="0"/>
              <a:t> = "cat“</a:t>
            </a:r>
          </a:p>
          <a:p>
            <a:endParaRPr lang="en-US" dirty="0"/>
          </a:p>
          <a:p>
            <a:endParaRPr lang="en-US" dirty="0"/>
          </a:p>
          <a:p>
            <a:pPr marL="342900" indent="-342900">
              <a:buAutoNum type="arabicParenR"/>
            </a:pPr>
            <a:r>
              <a:rPr lang="en-US" dirty="0"/>
              <a:t>Can you loop through both variables?</a:t>
            </a:r>
          </a:p>
          <a:p>
            <a:pPr marL="342900" indent="-342900">
              <a:buAutoNum type="arabicParenR"/>
            </a:pPr>
            <a:endParaRPr lang="en-US" dirty="0"/>
          </a:p>
          <a:p>
            <a:pPr marL="342900" indent="-342900">
              <a:buAutoNum type="arabicParenR"/>
            </a:pPr>
            <a:r>
              <a:rPr lang="en-US" dirty="0"/>
              <a:t>Can you index and slice both variables?</a:t>
            </a:r>
          </a:p>
          <a:p>
            <a:pPr marL="342900" indent="-342900">
              <a:buAutoNum type="arabicParenR"/>
            </a:pPr>
            <a:endParaRPr lang="en-US" dirty="0"/>
          </a:p>
          <a:p>
            <a:pPr marL="342900" indent="-342900">
              <a:buAutoNum type="arabicParenR"/>
            </a:pPr>
            <a:r>
              <a:rPr lang="en-US" dirty="0"/>
              <a:t>Can you use the </a:t>
            </a:r>
            <a:r>
              <a:rPr lang="en-US" dirty="0" err="1"/>
              <a:t>len</a:t>
            </a:r>
            <a:r>
              <a:rPr lang="en-US" dirty="0"/>
              <a:t>() function on both variables?</a:t>
            </a:r>
          </a:p>
          <a:p>
            <a:pPr marL="342900" indent="-342900">
              <a:buAutoNum type="arabicParenR"/>
            </a:pPr>
            <a:endParaRPr lang="en-US" dirty="0"/>
          </a:p>
          <a:p>
            <a:pPr marL="342900" indent="-342900">
              <a:buAutoNum type="arabicParenR"/>
            </a:pPr>
            <a:r>
              <a:rPr lang="en-US" dirty="0"/>
              <a:t>Can you check for membership the same way for both variables?</a:t>
            </a:r>
            <a:br>
              <a:rPr lang="en-US" dirty="0"/>
            </a:br>
            <a:r>
              <a:rPr lang="en-US" dirty="0"/>
              <a:t>	print('a' in </a:t>
            </a:r>
            <a:r>
              <a:rPr lang="en-US" dirty="0" err="1"/>
              <a:t>my_list</a:t>
            </a:r>
            <a:r>
              <a:rPr lang="en-US" dirty="0"/>
              <a:t>, 'a' in </a:t>
            </a:r>
            <a:r>
              <a:rPr lang="en-US" dirty="0" err="1"/>
              <a:t>my_string</a:t>
            </a:r>
            <a:r>
              <a:rPr lang="en-US" dirty="0"/>
              <a:t>)</a:t>
            </a:r>
          </a:p>
          <a:p>
            <a:endParaRPr lang="en-US" sz="1400" dirty="0"/>
          </a:p>
        </p:txBody>
      </p:sp>
    </p:spTree>
    <p:extLst>
      <p:ext uri="{BB962C8B-B14F-4D97-AF65-F5344CB8AC3E}">
        <p14:creationId xmlns:p14="http://schemas.microsoft.com/office/powerpoint/2010/main" val="891458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F20AC-5077-D85E-BCA1-2B4A57EC154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638265D-0575-AC88-F7A0-071259C3C8D2}"/>
              </a:ext>
            </a:extLst>
          </p:cNvPr>
          <p:cNvSpPr>
            <a:spLocks noGrp="1"/>
          </p:cNvSpPr>
          <p:nvPr>
            <p:ph type="sldNum" sz="quarter" idx="4"/>
          </p:nvPr>
        </p:nvSpPr>
        <p:spPr/>
        <p:txBody>
          <a:bodyPr/>
          <a:lstStyle/>
          <a:p>
            <a:fld id="{71B8893A-F325-44A6-8EFB-883C20332CFE}" type="slidenum">
              <a:rPr lang="en-US" smtClean="0"/>
              <a:pPr/>
              <a:t>11</a:t>
            </a:fld>
            <a:endParaRPr lang="en-US"/>
          </a:p>
        </p:txBody>
      </p:sp>
      <p:sp>
        <p:nvSpPr>
          <p:cNvPr id="3" name="Title 2">
            <a:extLst>
              <a:ext uri="{FF2B5EF4-FFF2-40B4-BE49-F238E27FC236}">
                <a16:creationId xmlns:a16="http://schemas.microsoft.com/office/drawing/2014/main" id="{4296F6CA-B942-A6FD-6B04-8BA82FB5C406}"/>
              </a:ext>
            </a:extLst>
          </p:cNvPr>
          <p:cNvSpPr>
            <a:spLocks noGrp="1"/>
          </p:cNvSpPr>
          <p:nvPr>
            <p:ph type="title"/>
          </p:nvPr>
        </p:nvSpPr>
        <p:spPr>
          <a:xfrm>
            <a:off x="381000" y="377979"/>
            <a:ext cx="8382000" cy="857250"/>
          </a:xfrm>
        </p:spPr>
        <p:txBody>
          <a:bodyPr/>
          <a:lstStyle/>
          <a:p>
            <a:r>
              <a:rPr lang="en-US" dirty="0"/>
              <a:t>So what’s the difference?</a:t>
            </a:r>
          </a:p>
        </p:txBody>
      </p:sp>
      <p:sp>
        <p:nvSpPr>
          <p:cNvPr id="6" name="TextBox 5">
            <a:extLst>
              <a:ext uri="{FF2B5EF4-FFF2-40B4-BE49-F238E27FC236}">
                <a16:creationId xmlns:a16="http://schemas.microsoft.com/office/drawing/2014/main" id="{F300C155-99C0-8052-C93A-6FC74EF7928A}"/>
              </a:ext>
            </a:extLst>
          </p:cNvPr>
          <p:cNvSpPr txBox="1"/>
          <p:nvPr/>
        </p:nvSpPr>
        <p:spPr>
          <a:xfrm>
            <a:off x="464633" y="1190536"/>
            <a:ext cx="7921083" cy="3046988"/>
          </a:xfrm>
          <a:prstGeom prst="rect">
            <a:avLst/>
          </a:prstGeom>
          <a:noFill/>
        </p:spPr>
        <p:txBody>
          <a:bodyPr wrap="square">
            <a:spAutoFit/>
          </a:bodyPr>
          <a:lstStyle/>
          <a:p>
            <a:pPr marL="457200" indent="-457200">
              <a:buFont typeface="+mj-lt"/>
              <a:buAutoNum type="arabicPeriod"/>
            </a:pPr>
            <a:r>
              <a:rPr lang="en-US" sz="2400" dirty="0" err="1"/>
              <a:t>my_list</a:t>
            </a:r>
            <a:r>
              <a:rPr lang="en-US" sz="2400" dirty="0"/>
              <a:t>[0] = ‘b’</a:t>
            </a:r>
          </a:p>
          <a:p>
            <a:pPr marL="457200" indent="-457200">
              <a:buFont typeface="+mj-lt"/>
              <a:buAutoNum type="arabicPeriod"/>
            </a:pPr>
            <a:endParaRPr lang="en-US" sz="2400" dirty="0"/>
          </a:p>
          <a:p>
            <a:pPr marL="457200" indent="-457200">
              <a:buFont typeface="+mj-lt"/>
              <a:buAutoNum type="arabicPeriod"/>
            </a:pPr>
            <a:r>
              <a:rPr lang="en-US" sz="2400" dirty="0" err="1"/>
              <a:t>my_string</a:t>
            </a:r>
            <a:r>
              <a:rPr lang="en-US" sz="2400" dirty="0"/>
              <a:t>[0] = ‘b’</a:t>
            </a:r>
          </a:p>
          <a:p>
            <a:pPr marL="457200" indent="-457200">
              <a:buFont typeface="+mj-lt"/>
              <a:buAutoNum type="arabicPeriod"/>
            </a:pPr>
            <a:endParaRPr lang="en-US" sz="2400" dirty="0"/>
          </a:p>
          <a:p>
            <a:pPr marL="457200" indent="-457200">
              <a:buFont typeface="+mj-lt"/>
              <a:buAutoNum type="arabicPeriod"/>
            </a:pPr>
            <a:endParaRPr lang="en-US" sz="2400" dirty="0"/>
          </a:p>
          <a:p>
            <a:r>
              <a:rPr lang="en-US" sz="2400" dirty="0"/>
              <a:t>Lists are mutable, they can be changed</a:t>
            </a:r>
          </a:p>
          <a:p>
            <a:endParaRPr lang="en-US" sz="2400" dirty="0"/>
          </a:p>
          <a:p>
            <a:r>
              <a:rPr lang="en-US" sz="2400" dirty="0"/>
              <a:t>Strings are immutable.  They cannot be changed.</a:t>
            </a:r>
          </a:p>
        </p:txBody>
      </p:sp>
    </p:spTree>
    <p:extLst>
      <p:ext uri="{BB962C8B-B14F-4D97-AF65-F5344CB8AC3E}">
        <p14:creationId xmlns:p14="http://schemas.microsoft.com/office/powerpoint/2010/main" val="1397559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0E72A-6256-EEE8-D541-9E5AB2BD747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E35AC38-EE35-8424-9735-AE15C89EF0D7}"/>
              </a:ext>
            </a:extLst>
          </p:cNvPr>
          <p:cNvSpPr>
            <a:spLocks noGrp="1"/>
          </p:cNvSpPr>
          <p:nvPr>
            <p:ph type="sldNum" sz="quarter" idx="4"/>
          </p:nvPr>
        </p:nvSpPr>
        <p:spPr/>
        <p:txBody>
          <a:bodyPr/>
          <a:lstStyle/>
          <a:p>
            <a:fld id="{71B8893A-F325-44A6-8EFB-883C20332CFE}" type="slidenum">
              <a:rPr lang="en-US" smtClean="0"/>
              <a:pPr/>
              <a:t>12</a:t>
            </a:fld>
            <a:endParaRPr lang="en-US"/>
          </a:p>
        </p:txBody>
      </p:sp>
      <p:graphicFrame>
        <p:nvGraphicFramePr>
          <p:cNvPr id="2" name="Table 1">
            <a:extLst>
              <a:ext uri="{FF2B5EF4-FFF2-40B4-BE49-F238E27FC236}">
                <a16:creationId xmlns:a16="http://schemas.microsoft.com/office/drawing/2014/main" id="{78BB5E38-D36C-D5DB-4C47-361DF255B383}"/>
              </a:ext>
            </a:extLst>
          </p:cNvPr>
          <p:cNvGraphicFramePr>
            <a:graphicFrameLocks noGrp="1"/>
          </p:cNvGraphicFramePr>
          <p:nvPr>
            <p:extLst>
              <p:ext uri="{D42A27DB-BD31-4B8C-83A1-F6EECF244321}">
                <p14:modId xmlns:p14="http://schemas.microsoft.com/office/powerpoint/2010/main" val="2520700474"/>
              </p:ext>
            </p:extLst>
          </p:nvPr>
        </p:nvGraphicFramePr>
        <p:xfrm>
          <a:off x="416313" y="987026"/>
          <a:ext cx="8177561" cy="3048414"/>
        </p:xfrm>
        <a:graphic>
          <a:graphicData uri="http://schemas.openxmlformats.org/drawingml/2006/table">
            <a:tbl>
              <a:tblPr/>
              <a:tblGrid>
                <a:gridCol w="1446382">
                  <a:extLst>
                    <a:ext uri="{9D8B030D-6E8A-4147-A177-3AD203B41FA5}">
                      <a16:colId xmlns:a16="http://schemas.microsoft.com/office/drawing/2014/main" val="2644064493"/>
                    </a:ext>
                  </a:extLst>
                </a:gridCol>
                <a:gridCol w="2882437">
                  <a:extLst>
                    <a:ext uri="{9D8B030D-6E8A-4147-A177-3AD203B41FA5}">
                      <a16:colId xmlns:a16="http://schemas.microsoft.com/office/drawing/2014/main" val="1279297114"/>
                    </a:ext>
                  </a:extLst>
                </a:gridCol>
                <a:gridCol w="2333240">
                  <a:extLst>
                    <a:ext uri="{9D8B030D-6E8A-4147-A177-3AD203B41FA5}">
                      <a16:colId xmlns:a16="http://schemas.microsoft.com/office/drawing/2014/main" val="3264697133"/>
                    </a:ext>
                  </a:extLst>
                </a:gridCol>
                <a:gridCol w="1515502">
                  <a:extLst>
                    <a:ext uri="{9D8B030D-6E8A-4147-A177-3AD203B41FA5}">
                      <a16:colId xmlns:a16="http://schemas.microsoft.com/office/drawing/2014/main" val="911054695"/>
                    </a:ext>
                  </a:extLst>
                </a:gridCol>
              </a:tblGrid>
              <a:tr h="56614">
                <a:tc>
                  <a:txBody>
                    <a:bodyPr/>
                    <a:lstStyle/>
                    <a:p>
                      <a:pPr>
                        <a:buNone/>
                      </a:pPr>
                      <a:r>
                        <a:rPr lang="en-US" sz="1400" b="1"/>
                        <a:t>Method</a:t>
                      </a:r>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1"/>
                        <a:t>Description</a:t>
                      </a:r>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1"/>
                        <a:t>Example</a:t>
                      </a:r>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1" dirty="0"/>
                        <a:t>Result</a:t>
                      </a:r>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9804361"/>
                  </a:ext>
                </a:extLst>
              </a:tr>
              <a:tr h="172976">
                <a:tc>
                  <a:txBody>
                    <a:bodyPr/>
                    <a:lstStyle/>
                    <a:p>
                      <a:pPr>
                        <a:buNone/>
                      </a:pPr>
                      <a:r>
                        <a:rPr lang="en-US" sz="1400" dirty="0">
                          <a:latin typeface="Courier New" panose="02070309020205020404" pitchFamily="49" charset="0"/>
                        </a:rPr>
                        <a:t>.upper()</a:t>
                      </a:r>
                      <a:endParaRPr lang="en-US" sz="1400" dirty="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Returns string in all uppercase</a:t>
                      </a:r>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Courier New" panose="02070309020205020404" pitchFamily="49" charset="0"/>
                        </a:rPr>
                        <a:t>"hi".upper()</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latin typeface="Courier New" panose="02070309020205020404" pitchFamily="49" charset="0"/>
                        </a:rPr>
                        <a:t>"HI"</a:t>
                      </a:r>
                      <a:endParaRPr lang="en-US" sz="1400" dirty="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1615327"/>
                  </a:ext>
                </a:extLst>
              </a:tr>
              <a:tr h="172976">
                <a:tc>
                  <a:txBody>
                    <a:bodyPr/>
                    <a:lstStyle/>
                    <a:p>
                      <a:pPr>
                        <a:buNone/>
                      </a:pPr>
                      <a:r>
                        <a:rPr lang="en-US" sz="1400">
                          <a:latin typeface="Courier New" panose="02070309020205020404" pitchFamily="49" charset="0"/>
                        </a:rPr>
                        <a:t>.lower()</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Returns string in all lowercase</a:t>
                      </a:r>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Courier New" panose="02070309020205020404" pitchFamily="49" charset="0"/>
                        </a:rPr>
                        <a:t>"Hi".lower()</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Courier New" panose="02070309020205020404" pitchFamily="49" charset="0"/>
                        </a:rPr>
                        <a:t>"hi"</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9046487"/>
                  </a:ext>
                </a:extLst>
              </a:tr>
              <a:tr h="172976">
                <a:tc>
                  <a:txBody>
                    <a:bodyPr/>
                    <a:lstStyle/>
                    <a:p>
                      <a:pPr>
                        <a:buNone/>
                      </a:pPr>
                      <a:r>
                        <a:rPr lang="en-US" sz="1400">
                          <a:latin typeface="Courier New" panose="02070309020205020404" pitchFamily="49" charset="0"/>
                        </a:rPr>
                        <a:t>.title()</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Capitalizes first letter of each word</a:t>
                      </a:r>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Courier New" panose="02070309020205020404" pitchFamily="49" charset="0"/>
                        </a:rPr>
                        <a:t>"hello world".title()</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Courier New" panose="02070309020205020404" pitchFamily="49" charset="0"/>
                        </a:rPr>
                        <a:t>"Hello World"</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5926906"/>
                  </a:ext>
                </a:extLst>
              </a:tr>
              <a:tr h="172976">
                <a:tc>
                  <a:txBody>
                    <a:bodyPr/>
                    <a:lstStyle/>
                    <a:p>
                      <a:pPr>
                        <a:buNone/>
                      </a:pPr>
                      <a:r>
                        <a:rPr lang="en-US" sz="1400">
                          <a:latin typeface="Courier New" panose="02070309020205020404" pitchFamily="49" charset="0"/>
                        </a:rPr>
                        <a:t>.capitalize()</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Capitalizes only the first character</a:t>
                      </a:r>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Courier New" panose="02070309020205020404" pitchFamily="49" charset="0"/>
                        </a:rPr>
                        <a:t>"hello".capitalize()</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Courier New" panose="02070309020205020404" pitchFamily="49" charset="0"/>
                        </a:rPr>
                        <a:t>"Hello"</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6751470"/>
                  </a:ext>
                </a:extLst>
              </a:tr>
              <a:tr h="172976">
                <a:tc>
                  <a:txBody>
                    <a:bodyPr/>
                    <a:lstStyle/>
                    <a:p>
                      <a:pPr>
                        <a:buNone/>
                      </a:pPr>
                      <a:r>
                        <a:rPr lang="en-US" sz="1400">
                          <a:latin typeface="Courier New" panose="02070309020205020404" pitchFamily="49" charset="0"/>
                        </a:rPr>
                        <a:t>.strip()</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t>Removes whitespace from both ends</a:t>
                      </a:r>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Courier New" panose="02070309020205020404" pitchFamily="49" charset="0"/>
                        </a:rPr>
                        <a:t>" hi ".strip()</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Courier New" panose="02070309020205020404" pitchFamily="49" charset="0"/>
                        </a:rPr>
                        <a:t>"hi"</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9142015"/>
                  </a:ext>
                </a:extLst>
              </a:tr>
              <a:tr h="244202">
                <a:tc>
                  <a:txBody>
                    <a:bodyPr/>
                    <a:lstStyle/>
                    <a:p>
                      <a:pPr>
                        <a:buNone/>
                      </a:pPr>
                      <a:r>
                        <a:rPr lang="en-US" sz="1400" dirty="0">
                          <a:latin typeface="Courier New" panose="02070309020205020404" pitchFamily="49" charset="0"/>
                        </a:rPr>
                        <a:t>.replace(old, new)</a:t>
                      </a:r>
                      <a:endParaRPr lang="en-US" sz="1400" dirty="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Replaces all occurrences of a substring</a:t>
                      </a:r>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Courier New" panose="02070309020205020404" pitchFamily="49" charset="0"/>
                        </a:rPr>
                        <a:t>"cat".replace("c", "b")</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Courier New" panose="02070309020205020404" pitchFamily="49" charset="0"/>
                        </a:rPr>
                        <a:t>"bat"</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5701579"/>
                  </a:ext>
                </a:extLst>
              </a:tr>
              <a:tr h="172976">
                <a:tc>
                  <a:txBody>
                    <a:bodyPr/>
                    <a:lstStyle/>
                    <a:p>
                      <a:pPr>
                        <a:buNone/>
                      </a:pPr>
                      <a:r>
                        <a:rPr lang="en-US" sz="1400">
                          <a:latin typeface="Courier New" panose="02070309020205020404" pitchFamily="49" charset="0"/>
                        </a:rPr>
                        <a:t>.split(sep)</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Splits string into a list</a:t>
                      </a:r>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latin typeface="Courier New" panose="02070309020205020404" pitchFamily="49" charset="0"/>
                        </a:rPr>
                        <a:t>"</a:t>
                      </a:r>
                      <a:r>
                        <a:rPr lang="en-US" sz="1400" dirty="0" err="1">
                          <a:latin typeface="Courier New" panose="02070309020205020404" pitchFamily="49" charset="0"/>
                        </a:rPr>
                        <a:t>a,b,c".split</a:t>
                      </a:r>
                      <a:r>
                        <a:rPr lang="en-US" sz="1400" dirty="0">
                          <a:latin typeface="Courier New" panose="02070309020205020404" pitchFamily="49" charset="0"/>
                        </a:rPr>
                        <a:t>(",")</a:t>
                      </a:r>
                      <a:endParaRPr lang="en-US" sz="1400" dirty="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latin typeface="Courier New" panose="02070309020205020404" pitchFamily="49" charset="0"/>
                        </a:rPr>
                        <a:t>["a", "b", "c"]</a:t>
                      </a:r>
                      <a:endParaRPr lang="en-US" sz="1400" dirty="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4430882"/>
                  </a:ext>
                </a:extLst>
              </a:tr>
              <a:tr h="172976">
                <a:tc>
                  <a:txBody>
                    <a:bodyPr/>
                    <a:lstStyle/>
                    <a:p>
                      <a:pPr>
                        <a:buNone/>
                      </a:pPr>
                      <a:r>
                        <a:rPr lang="en-US" sz="1400">
                          <a:latin typeface="Courier New" panose="02070309020205020404" pitchFamily="49" charset="0"/>
                        </a:rPr>
                        <a:t>.join(iterable)</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Joins items of an iterable into a string</a:t>
                      </a:r>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Courier New" panose="02070309020205020404" pitchFamily="49" charset="0"/>
                        </a:rPr>
                        <a:t>"-".join(["a", "b"])</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latin typeface="Courier New" panose="02070309020205020404" pitchFamily="49" charset="0"/>
                        </a:rPr>
                        <a:t>"a-b"</a:t>
                      </a:r>
                      <a:endParaRPr lang="en-US" sz="1400" dirty="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168307"/>
                  </a:ext>
                </a:extLst>
              </a:tr>
            </a:tbl>
          </a:graphicData>
        </a:graphic>
      </p:graphicFrame>
    </p:spTree>
    <p:extLst>
      <p:ext uri="{BB962C8B-B14F-4D97-AF65-F5344CB8AC3E}">
        <p14:creationId xmlns:p14="http://schemas.microsoft.com/office/powerpoint/2010/main" val="2488558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EE2C6-D22A-AD75-325F-95A393A29F9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EF3E1C2-E419-7743-6D44-0C6F59510C36}"/>
              </a:ext>
            </a:extLst>
          </p:cNvPr>
          <p:cNvSpPr>
            <a:spLocks noGrp="1"/>
          </p:cNvSpPr>
          <p:nvPr>
            <p:ph type="sldNum" sz="quarter" idx="4"/>
          </p:nvPr>
        </p:nvSpPr>
        <p:spPr/>
        <p:txBody>
          <a:bodyPr/>
          <a:lstStyle/>
          <a:p>
            <a:fld id="{71B8893A-F325-44A6-8EFB-883C20332CFE}" type="slidenum">
              <a:rPr lang="en-US" smtClean="0"/>
              <a:pPr/>
              <a:t>13</a:t>
            </a:fld>
            <a:endParaRPr lang="en-US"/>
          </a:p>
        </p:txBody>
      </p:sp>
      <p:graphicFrame>
        <p:nvGraphicFramePr>
          <p:cNvPr id="8" name="Table 7">
            <a:extLst>
              <a:ext uri="{FF2B5EF4-FFF2-40B4-BE49-F238E27FC236}">
                <a16:creationId xmlns:a16="http://schemas.microsoft.com/office/drawing/2014/main" id="{A13340BC-36AE-E562-B4C2-12E42419CA22}"/>
              </a:ext>
            </a:extLst>
          </p:cNvPr>
          <p:cNvGraphicFramePr>
            <a:graphicFrameLocks noGrp="1"/>
          </p:cNvGraphicFramePr>
          <p:nvPr>
            <p:extLst>
              <p:ext uri="{D42A27DB-BD31-4B8C-83A1-F6EECF244321}">
                <p14:modId xmlns:p14="http://schemas.microsoft.com/office/powerpoint/2010/main" val="1974875442"/>
              </p:ext>
            </p:extLst>
          </p:nvPr>
        </p:nvGraphicFramePr>
        <p:xfrm>
          <a:off x="252760" y="984559"/>
          <a:ext cx="8593873" cy="3536818"/>
        </p:xfrm>
        <a:graphic>
          <a:graphicData uri="http://schemas.openxmlformats.org/drawingml/2006/table">
            <a:tbl>
              <a:tblPr/>
              <a:tblGrid>
                <a:gridCol w="1859583">
                  <a:extLst>
                    <a:ext uri="{9D8B030D-6E8A-4147-A177-3AD203B41FA5}">
                      <a16:colId xmlns:a16="http://schemas.microsoft.com/office/drawing/2014/main" val="1724640691"/>
                    </a:ext>
                  </a:extLst>
                </a:gridCol>
                <a:gridCol w="3634509">
                  <a:extLst>
                    <a:ext uri="{9D8B030D-6E8A-4147-A177-3AD203B41FA5}">
                      <a16:colId xmlns:a16="http://schemas.microsoft.com/office/drawing/2014/main" val="2219120723"/>
                    </a:ext>
                  </a:extLst>
                </a:gridCol>
                <a:gridCol w="2079541">
                  <a:extLst>
                    <a:ext uri="{9D8B030D-6E8A-4147-A177-3AD203B41FA5}">
                      <a16:colId xmlns:a16="http://schemas.microsoft.com/office/drawing/2014/main" val="2548281562"/>
                    </a:ext>
                  </a:extLst>
                </a:gridCol>
                <a:gridCol w="1020240">
                  <a:extLst>
                    <a:ext uri="{9D8B030D-6E8A-4147-A177-3AD203B41FA5}">
                      <a16:colId xmlns:a16="http://schemas.microsoft.com/office/drawing/2014/main" val="1635559566"/>
                    </a:ext>
                  </a:extLst>
                </a:gridCol>
              </a:tblGrid>
              <a:tr h="244202">
                <a:tc>
                  <a:txBody>
                    <a:bodyPr/>
                    <a:lstStyle/>
                    <a:p>
                      <a:pPr>
                        <a:buNone/>
                      </a:pPr>
                      <a:r>
                        <a:rPr lang="en-US" sz="1400" b="1" dirty="0"/>
                        <a:t>Method</a:t>
                      </a:r>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1"/>
                        <a:t>Description</a:t>
                      </a:r>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1" dirty="0"/>
                        <a:t>Example</a:t>
                      </a:r>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1" dirty="0"/>
                        <a:t>Result</a:t>
                      </a:r>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6083516"/>
                  </a:ext>
                </a:extLst>
              </a:tr>
              <a:tr h="244202">
                <a:tc>
                  <a:txBody>
                    <a:bodyPr/>
                    <a:lstStyle/>
                    <a:p>
                      <a:pPr>
                        <a:buNone/>
                      </a:pPr>
                      <a:r>
                        <a:rPr lang="en-US" sz="1400" dirty="0">
                          <a:latin typeface="Courier New" panose="02070309020205020404" pitchFamily="49" charset="0"/>
                        </a:rPr>
                        <a:t>.find(sub)</a:t>
                      </a:r>
                      <a:endParaRPr lang="en-US" sz="1400" dirty="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Returns index of first occurrence (-1 if not found)</a:t>
                      </a:r>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latin typeface="Courier New" panose="02070309020205020404" pitchFamily="49" charset="0"/>
                        </a:rPr>
                        <a:t>"</a:t>
                      </a:r>
                      <a:r>
                        <a:rPr lang="en-US" sz="1400" dirty="0" err="1">
                          <a:latin typeface="Courier New" panose="02070309020205020404" pitchFamily="49" charset="0"/>
                        </a:rPr>
                        <a:t>hello".find</a:t>
                      </a:r>
                      <a:r>
                        <a:rPr lang="en-US" sz="1400" dirty="0">
                          <a:latin typeface="Courier New" panose="02070309020205020404" pitchFamily="49" charset="0"/>
                        </a:rPr>
                        <a:t>("l")</a:t>
                      </a:r>
                      <a:endParaRPr lang="en-US" sz="1400" dirty="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latin typeface="Courier New" panose="02070309020205020404" pitchFamily="49" charset="0"/>
                        </a:rPr>
                        <a:t>2</a:t>
                      </a:r>
                      <a:endParaRPr lang="en-US" sz="1400" dirty="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6957696"/>
                  </a:ext>
                </a:extLst>
              </a:tr>
              <a:tr h="172976">
                <a:tc>
                  <a:txBody>
                    <a:bodyPr/>
                    <a:lstStyle/>
                    <a:p>
                      <a:pPr>
                        <a:buNone/>
                      </a:pPr>
                      <a:r>
                        <a:rPr lang="en-US" sz="1400">
                          <a:latin typeface="Courier New" panose="02070309020205020404" pitchFamily="49" charset="0"/>
                        </a:rPr>
                        <a:t>.count(sub)</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Counts occurrences of a substring</a:t>
                      </a:r>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Courier New" panose="02070309020205020404" pitchFamily="49" charset="0"/>
                        </a:rPr>
                        <a:t>"banana".count("a")</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latin typeface="Courier New" panose="02070309020205020404" pitchFamily="49" charset="0"/>
                        </a:rPr>
                        <a:t>3</a:t>
                      </a:r>
                      <a:endParaRPr lang="en-US" sz="1400" dirty="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33474763"/>
                  </a:ext>
                </a:extLst>
              </a:tr>
              <a:tr h="172976">
                <a:tc>
                  <a:txBody>
                    <a:bodyPr/>
                    <a:lstStyle/>
                    <a:p>
                      <a:pPr>
                        <a:buNone/>
                      </a:pPr>
                      <a:r>
                        <a:rPr lang="en-US" sz="1400">
                          <a:latin typeface="Courier New" panose="02070309020205020404" pitchFamily="49" charset="0"/>
                        </a:rPr>
                        <a:t>.startswith(sub)</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t>True if string starts with substring</a:t>
                      </a:r>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Courier New" panose="02070309020205020404" pitchFamily="49" charset="0"/>
                        </a:rPr>
                        <a:t>"hello".startswith("he")</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Courier New" panose="02070309020205020404" pitchFamily="49" charset="0"/>
                        </a:rPr>
                        <a:t>True</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4145663"/>
                  </a:ext>
                </a:extLst>
              </a:tr>
              <a:tr h="172976">
                <a:tc>
                  <a:txBody>
                    <a:bodyPr/>
                    <a:lstStyle/>
                    <a:p>
                      <a:pPr>
                        <a:buNone/>
                      </a:pPr>
                      <a:r>
                        <a:rPr lang="en-US" sz="1400">
                          <a:latin typeface="Courier New" panose="02070309020205020404" pitchFamily="49" charset="0"/>
                        </a:rPr>
                        <a:t>.endswith(sub)</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t>True if string ends with substring</a:t>
                      </a:r>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Courier New" panose="02070309020205020404" pitchFamily="49" charset="0"/>
                        </a:rPr>
                        <a:t>"hello.py".endswith(".py")</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Courier New" panose="02070309020205020404" pitchFamily="49" charset="0"/>
                        </a:rPr>
                        <a:t>True</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540963"/>
                  </a:ext>
                </a:extLst>
              </a:tr>
              <a:tr h="172976">
                <a:tc>
                  <a:txBody>
                    <a:bodyPr/>
                    <a:lstStyle/>
                    <a:p>
                      <a:pPr>
                        <a:buNone/>
                      </a:pPr>
                      <a:r>
                        <a:rPr lang="en-US" sz="1400">
                          <a:latin typeface="Courier New" panose="02070309020205020404" pitchFamily="49" charset="0"/>
                        </a:rPr>
                        <a:t>.isdigit()</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True if all characters are digits</a:t>
                      </a:r>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Courier New" panose="02070309020205020404" pitchFamily="49" charset="0"/>
                        </a:rPr>
                        <a:t>"123".isdigit()</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Courier New" panose="02070309020205020404" pitchFamily="49" charset="0"/>
                        </a:rPr>
                        <a:t>True</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9595757"/>
                  </a:ext>
                </a:extLst>
              </a:tr>
              <a:tr h="172976">
                <a:tc>
                  <a:txBody>
                    <a:bodyPr/>
                    <a:lstStyle/>
                    <a:p>
                      <a:pPr>
                        <a:buNone/>
                      </a:pPr>
                      <a:r>
                        <a:rPr lang="en-US" sz="1400">
                          <a:latin typeface="Courier New" panose="02070309020205020404" pitchFamily="49" charset="0"/>
                        </a:rPr>
                        <a:t>.isalpha()</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True if all characters are letters</a:t>
                      </a:r>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Courier New" panose="02070309020205020404" pitchFamily="49" charset="0"/>
                        </a:rPr>
                        <a:t>"abc".isalpha()</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Courier New" panose="02070309020205020404" pitchFamily="49" charset="0"/>
                        </a:rPr>
                        <a:t>True</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6757009"/>
                  </a:ext>
                </a:extLst>
              </a:tr>
              <a:tr h="172976">
                <a:tc>
                  <a:txBody>
                    <a:bodyPr/>
                    <a:lstStyle/>
                    <a:p>
                      <a:pPr>
                        <a:buNone/>
                      </a:pPr>
                      <a:r>
                        <a:rPr lang="en-US" sz="1400">
                          <a:latin typeface="Courier New" panose="02070309020205020404" pitchFamily="49" charset="0"/>
                        </a:rPr>
                        <a:t>.isalnum()</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True if all characters are letters or digits</a:t>
                      </a:r>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Courier New" panose="02070309020205020404" pitchFamily="49" charset="0"/>
                        </a:rPr>
                        <a:t>"abc123".isalnum()</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Courier New" panose="02070309020205020404" pitchFamily="49" charset="0"/>
                        </a:rPr>
                        <a:t>True</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2012800"/>
                  </a:ext>
                </a:extLst>
              </a:tr>
              <a:tr h="172976">
                <a:tc>
                  <a:txBody>
                    <a:bodyPr/>
                    <a:lstStyle/>
                    <a:p>
                      <a:pPr>
                        <a:buNone/>
                      </a:pPr>
                      <a:r>
                        <a:rPr lang="en-US" sz="1400">
                          <a:latin typeface="Courier New" panose="02070309020205020404" pitchFamily="49" charset="0"/>
                        </a:rPr>
                        <a:t>.isspace()</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True if all characters are whitespace</a:t>
                      </a:r>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Courier New" panose="02070309020205020404" pitchFamily="49" charset="0"/>
                        </a:rPr>
                        <a:t>" ".isspace()</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Courier New" panose="02070309020205020404" pitchFamily="49" charset="0"/>
                        </a:rPr>
                        <a:t>True</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9590310"/>
                  </a:ext>
                </a:extLst>
              </a:tr>
              <a:tr h="244202">
                <a:tc>
                  <a:txBody>
                    <a:bodyPr/>
                    <a:lstStyle/>
                    <a:p>
                      <a:pPr>
                        <a:buNone/>
                      </a:pPr>
                      <a:r>
                        <a:rPr lang="en-US" sz="1400">
                          <a:latin typeface="Courier New" panose="02070309020205020404" pitchFamily="49" charset="0"/>
                        </a:rPr>
                        <a:t>.index(sub)</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Like </a:t>
                      </a:r>
                      <a:r>
                        <a:rPr lang="en-US" sz="1400">
                          <a:latin typeface="Courier New" panose="02070309020205020404" pitchFamily="49" charset="0"/>
                        </a:rPr>
                        <a:t>.find()</a:t>
                      </a:r>
                      <a:r>
                        <a:rPr lang="en-US" sz="1400"/>
                        <a:t> but raises an error if not found</a:t>
                      </a:r>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Courier New" panose="02070309020205020404" pitchFamily="49" charset="0"/>
                        </a:rPr>
                        <a:t>"hello".index("e")</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Courier New" panose="02070309020205020404" pitchFamily="49" charset="0"/>
                        </a:rPr>
                        <a:t>1</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907811"/>
                  </a:ext>
                </a:extLst>
              </a:tr>
              <a:tr h="172976">
                <a:tc>
                  <a:txBody>
                    <a:bodyPr/>
                    <a:lstStyle/>
                    <a:p>
                      <a:pPr>
                        <a:buNone/>
                      </a:pPr>
                      <a:r>
                        <a:rPr lang="en-US" sz="1400">
                          <a:latin typeface="Courier New" panose="02070309020205020404" pitchFamily="49" charset="0"/>
                        </a:rPr>
                        <a:t>.swapcase()</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Swaps upper and lowercase</a:t>
                      </a:r>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Courier New" panose="02070309020205020404" pitchFamily="49" charset="0"/>
                        </a:rPr>
                        <a:t>"Hi".swapcase()</a:t>
                      </a:r>
                      <a:endParaRPr lang="en-US" sz="140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latin typeface="Courier New" panose="02070309020205020404" pitchFamily="49" charset="0"/>
                        </a:rPr>
                        <a:t>"</a:t>
                      </a:r>
                      <a:r>
                        <a:rPr lang="en-US" sz="1400" dirty="0" err="1">
                          <a:latin typeface="Courier New" panose="02070309020205020404" pitchFamily="49" charset="0"/>
                        </a:rPr>
                        <a:t>hI</a:t>
                      </a:r>
                      <a:r>
                        <a:rPr lang="en-US" sz="1400" dirty="0">
                          <a:latin typeface="Courier New" panose="02070309020205020404" pitchFamily="49" charset="0"/>
                        </a:rPr>
                        <a:t>"</a:t>
                      </a:r>
                      <a:endParaRPr lang="en-US" sz="1400" dirty="0"/>
                    </a:p>
                  </a:txBody>
                  <a:tcPr marL="30525" marR="30525" marT="15263" marB="152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6340820"/>
                  </a:ext>
                </a:extLst>
              </a:tr>
            </a:tbl>
          </a:graphicData>
        </a:graphic>
      </p:graphicFrame>
    </p:spTree>
    <p:extLst>
      <p:ext uri="{BB962C8B-B14F-4D97-AF65-F5344CB8AC3E}">
        <p14:creationId xmlns:p14="http://schemas.microsoft.com/office/powerpoint/2010/main" val="7424048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2FE0A-9A92-D351-E0B0-C812CE0DBF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B0C0F0-5065-FC0E-6A88-2B1B609FD618}"/>
              </a:ext>
            </a:extLst>
          </p:cNvPr>
          <p:cNvSpPr>
            <a:spLocks noGrp="1"/>
          </p:cNvSpPr>
          <p:nvPr>
            <p:ph type="title"/>
          </p:nvPr>
        </p:nvSpPr>
        <p:spPr>
          <a:xfrm>
            <a:off x="505521" y="651068"/>
            <a:ext cx="7300333" cy="585207"/>
          </a:xfrm>
        </p:spPr>
        <p:txBody>
          <a:bodyPr/>
          <a:lstStyle/>
          <a:p>
            <a:r>
              <a:rPr lang="en-US" dirty="0"/>
              <a:t>Strings Practical Exercise #1 – Username Validator</a:t>
            </a:r>
          </a:p>
        </p:txBody>
      </p:sp>
      <p:sp>
        <p:nvSpPr>
          <p:cNvPr id="4" name="TextBox 3">
            <a:extLst>
              <a:ext uri="{FF2B5EF4-FFF2-40B4-BE49-F238E27FC236}">
                <a16:creationId xmlns:a16="http://schemas.microsoft.com/office/drawing/2014/main" id="{2A9C2233-E097-79BD-44E0-83662A8AC5CF}"/>
              </a:ext>
            </a:extLst>
          </p:cNvPr>
          <p:cNvSpPr txBox="1"/>
          <p:nvPr/>
        </p:nvSpPr>
        <p:spPr>
          <a:xfrm>
            <a:off x="423745" y="1168445"/>
            <a:ext cx="7835591" cy="3323987"/>
          </a:xfrm>
          <a:prstGeom prst="rect">
            <a:avLst/>
          </a:prstGeom>
          <a:noFill/>
        </p:spPr>
        <p:txBody>
          <a:bodyPr wrap="square">
            <a:spAutoFit/>
          </a:bodyPr>
          <a:lstStyle/>
          <a:p>
            <a:pPr>
              <a:buNone/>
            </a:pPr>
            <a:r>
              <a:rPr lang="en-US" dirty="0"/>
              <a:t>A website needs a function </a:t>
            </a:r>
            <a:r>
              <a:rPr lang="en-US" dirty="0" err="1">
                <a:latin typeface="Courier New" panose="02070309020205020404" pitchFamily="49" charset="0"/>
              </a:rPr>
              <a:t>validate_username</a:t>
            </a:r>
            <a:r>
              <a:rPr lang="en-US" dirty="0">
                <a:latin typeface="Courier New" panose="02070309020205020404" pitchFamily="49" charset="0"/>
              </a:rPr>
              <a:t>(username)</a:t>
            </a:r>
            <a:r>
              <a:rPr lang="en-US" dirty="0"/>
              <a:t> that returns </a:t>
            </a:r>
            <a:r>
              <a:rPr lang="en-US" dirty="0">
                <a:latin typeface="Courier New" panose="02070309020205020404" pitchFamily="49" charset="0"/>
              </a:rPr>
              <a:t>True</a:t>
            </a:r>
            <a:r>
              <a:rPr lang="en-US" dirty="0"/>
              <a:t> if the username is valid and </a:t>
            </a:r>
            <a:r>
              <a:rPr lang="en-US" dirty="0">
                <a:latin typeface="Courier New" panose="02070309020205020404" pitchFamily="49" charset="0"/>
              </a:rPr>
              <a:t>False</a:t>
            </a:r>
            <a:r>
              <a:rPr lang="en-US" dirty="0"/>
              <a:t> otherwise. A valid username must:</a:t>
            </a:r>
          </a:p>
          <a:p>
            <a:pPr>
              <a:buNone/>
            </a:pPr>
            <a:endParaRPr lang="en-US" dirty="0"/>
          </a:p>
          <a:p>
            <a:pPr>
              <a:buFont typeface="+mj-lt"/>
              <a:buAutoNum type="arabicPeriod"/>
            </a:pPr>
            <a:r>
              <a:rPr lang="en-US" dirty="0"/>
              <a:t>Be between 5 and 15 characters long</a:t>
            </a:r>
          </a:p>
          <a:p>
            <a:pPr>
              <a:buFont typeface="+mj-lt"/>
              <a:buAutoNum type="arabicPeriod"/>
            </a:pPr>
            <a:r>
              <a:rPr lang="en-US" dirty="0"/>
              <a:t>Contain only letters, digits, or underscores</a:t>
            </a:r>
          </a:p>
          <a:p>
            <a:pPr>
              <a:buFont typeface="+mj-lt"/>
              <a:buAutoNum type="arabicPeriod"/>
            </a:pPr>
            <a:r>
              <a:rPr lang="en-US" dirty="0"/>
              <a:t>Start with a letter</a:t>
            </a:r>
          </a:p>
          <a:p>
            <a:pPr>
              <a:buFont typeface="+mj-lt"/>
              <a:buAutoNum type="arabicPeriod"/>
            </a:pPr>
            <a:r>
              <a:rPr lang="en-US" dirty="0"/>
              <a:t>Not end with an underscore</a:t>
            </a:r>
          </a:p>
          <a:p>
            <a:pPr>
              <a:buFont typeface="+mj-lt"/>
              <a:buAutoNum type="arabicPeriod"/>
            </a:pPr>
            <a:r>
              <a:rPr lang="en-US" dirty="0"/>
              <a:t>Contain at least one digit</a:t>
            </a:r>
          </a:p>
          <a:p>
            <a:endParaRPr lang="en-US" dirty="0"/>
          </a:p>
          <a:p>
            <a:pPr>
              <a:buNone/>
            </a:pPr>
            <a:r>
              <a:rPr lang="en-US" dirty="0"/>
              <a:t>Test cases:</a:t>
            </a:r>
          </a:p>
          <a:p>
            <a:pPr>
              <a:buNone/>
            </a:pPr>
            <a:r>
              <a:rPr lang="en-US" dirty="0" err="1">
                <a:latin typeface="Courier New" panose="02070309020205020404" pitchFamily="49" charset="0"/>
              </a:rPr>
              <a:t>validate_username</a:t>
            </a:r>
            <a:r>
              <a:rPr lang="en-US" dirty="0">
                <a:latin typeface="Courier New" panose="02070309020205020404" pitchFamily="49" charset="0"/>
              </a:rPr>
              <a:t>("coder_42")</a:t>
            </a:r>
            <a:r>
              <a:rPr lang="en-US" dirty="0"/>
              <a:t> → </a:t>
            </a:r>
            <a:r>
              <a:rPr lang="en-US" dirty="0">
                <a:latin typeface="Courier New" panose="02070309020205020404" pitchFamily="49" charset="0"/>
              </a:rPr>
              <a:t>True</a:t>
            </a:r>
          </a:p>
          <a:p>
            <a:pPr>
              <a:buNone/>
            </a:pPr>
            <a:r>
              <a:rPr lang="en-US" dirty="0" err="1">
                <a:latin typeface="Courier New" panose="02070309020205020404" pitchFamily="49" charset="0"/>
              </a:rPr>
              <a:t>validate_username</a:t>
            </a:r>
            <a:r>
              <a:rPr lang="en-US" dirty="0">
                <a:latin typeface="Courier New" panose="02070309020205020404" pitchFamily="49" charset="0"/>
              </a:rPr>
              <a:t>("2cool")</a:t>
            </a:r>
            <a:r>
              <a:rPr lang="en-US" dirty="0"/>
              <a:t> → </a:t>
            </a:r>
            <a:r>
              <a:rPr lang="en-US" dirty="0">
                <a:latin typeface="Courier New" panose="02070309020205020404" pitchFamily="49" charset="0"/>
              </a:rPr>
              <a:t>False</a:t>
            </a:r>
          </a:p>
          <a:p>
            <a:pPr>
              <a:buNone/>
            </a:pPr>
            <a:r>
              <a:rPr lang="en-US" dirty="0" err="1">
                <a:latin typeface="Courier New" panose="02070309020205020404" pitchFamily="49" charset="0"/>
              </a:rPr>
              <a:t>validate_username</a:t>
            </a:r>
            <a:r>
              <a:rPr lang="en-US" dirty="0">
                <a:latin typeface="Courier New" panose="02070309020205020404" pitchFamily="49" charset="0"/>
              </a:rPr>
              <a:t>("hi")</a:t>
            </a:r>
            <a:r>
              <a:rPr lang="en-US" dirty="0"/>
              <a:t> → </a:t>
            </a:r>
            <a:r>
              <a:rPr lang="en-US" dirty="0">
                <a:latin typeface="Courier New" panose="02070309020205020404" pitchFamily="49" charset="0"/>
              </a:rPr>
              <a:t>False</a:t>
            </a:r>
          </a:p>
          <a:p>
            <a:pPr>
              <a:buNone/>
            </a:pPr>
            <a:r>
              <a:rPr lang="en-US" dirty="0" err="1">
                <a:latin typeface="Courier New" panose="02070309020205020404" pitchFamily="49" charset="0"/>
              </a:rPr>
              <a:t>validate_username</a:t>
            </a:r>
            <a:r>
              <a:rPr lang="en-US" dirty="0">
                <a:latin typeface="Courier New" panose="02070309020205020404" pitchFamily="49" charset="0"/>
              </a:rPr>
              <a:t>("</a:t>
            </a:r>
            <a:r>
              <a:rPr lang="en-US" dirty="0" err="1">
                <a:latin typeface="Courier New" panose="02070309020205020404" pitchFamily="49" charset="0"/>
              </a:rPr>
              <a:t>python_dev</a:t>
            </a:r>
            <a:r>
              <a:rPr lang="en-US" dirty="0">
                <a:latin typeface="Courier New" panose="02070309020205020404" pitchFamily="49" charset="0"/>
              </a:rPr>
              <a:t>_")</a:t>
            </a:r>
            <a:r>
              <a:rPr lang="en-US" dirty="0"/>
              <a:t> → </a:t>
            </a:r>
            <a:r>
              <a:rPr lang="en-US" dirty="0">
                <a:latin typeface="Courier New" panose="02070309020205020404" pitchFamily="49" charset="0"/>
              </a:rPr>
              <a:t>False</a:t>
            </a:r>
            <a:r>
              <a:rPr lang="en-US" dirty="0"/>
              <a:t>, </a:t>
            </a:r>
            <a:r>
              <a:rPr lang="en-US" dirty="0" err="1">
                <a:latin typeface="Courier New" panose="02070309020205020404" pitchFamily="49" charset="0"/>
              </a:rPr>
              <a:t>validate_username</a:t>
            </a:r>
            <a:r>
              <a:rPr lang="en-US" dirty="0">
                <a:latin typeface="Courier New" panose="02070309020205020404" pitchFamily="49" charset="0"/>
              </a:rPr>
              <a:t>("</a:t>
            </a:r>
            <a:r>
              <a:rPr lang="en-US" dirty="0" err="1">
                <a:latin typeface="Courier New" panose="02070309020205020404" pitchFamily="49" charset="0"/>
              </a:rPr>
              <a:t>justletters</a:t>
            </a:r>
            <a:r>
              <a:rPr lang="en-US" dirty="0">
                <a:latin typeface="Courier New" panose="02070309020205020404" pitchFamily="49" charset="0"/>
              </a:rPr>
              <a:t>")</a:t>
            </a:r>
            <a:r>
              <a:rPr lang="en-US" dirty="0"/>
              <a:t> → </a:t>
            </a:r>
            <a:r>
              <a:rPr lang="en-US" dirty="0">
                <a:latin typeface="Courier New" panose="02070309020205020404" pitchFamily="49" charset="0"/>
              </a:rPr>
              <a:t>False</a:t>
            </a:r>
            <a:endParaRPr lang="en-US" dirty="0"/>
          </a:p>
        </p:txBody>
      </p:sp>
    </p:spTree>
    <p:extLst>
      <p:ext uri="{BB962C8B-B14F-4D97-AF65-F5344CB8AC3E}">
        <p14:creationId xmlns:p14="http://schemas.microsoft.com/office/powerpoint/2010/main" val="14101643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78EB5-9460-9A9A-8F07-49E423D792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D2F90A-D534-3ABD-86B7-5F8C2B4272CA}"/>
              </a:ext>
            </a:extLst>
          </p:cNvPr>
          <p:cNvSpPr>
            <a:spLocks noGrp="1"/>
          </p:cNvSpPr>
          <p:nvPr>
            <p:ph type="title"/>
          </p:nvPr>
        </p:nvSpPr>
        <p:spPr>
          <a:xfrm>
            <a:off x="505521" y="651068"/>
            <a:ext cx="7961972" cy="585207"/>
          </a:xfrm>
        </p:spPr>
        <p:txBody>
          <a:bodyPr/>
          <a:lstStyle/>
          <a:p>
            <a:r>
              <a:rPr lang="en-US" dirty="0"/>
              <a:t>Strings Practical Exercise #2 – Secret Message Decoder</a:t>
            </a:r>
          </a:p>
        </p:txBody>
      </p:sp>
      <p:sp>
        <p:nvSpPr>
          <p:cNvPr id="5" name="TextBox 4">
            <a:extLst>
              <a:ext uri="{FF2B5EF4-FFF2-40B4-BE49-F238E27FC236}">
                <a16:creationId xmlns:a16="http://schemas.microsoft.com/office/drawing/2014/main" id="{21C3F76A-EB2E-624E-B7F6-178749BD5C21}"/>
              </a:ext>
            </a:extLst>
          </p:cNvPr>
          <p:cNvSpPr txBox="1"/>
          <p:nvPr/>
        </p:nvSpPr>
        <p:spPr>
          <a:xfrm>
            <a:off x="308517" y="1309866"/>
            <a:ext cx="8355980" cy="3508653"/>
          </a:xfrm>
          <a:prstGeom prst="rect">
            <a:avLst/>
          </a:prstGeom>
          <a:noFill/>
        </p:spPr>
        <p:txBody>
          <a:bodyPr wrap="square">
            <a:spAutoFit/>
          </a:bodyPr>
          <a:lstStyle/>
          <a:p>
            <a:pPr>
              <a:buNone/>
            </a:pPr>
            <a:r>
              <a:rPr lang="en-US" sz="1600" dirty="0"/>
              <a:t>Spies encode messages with the following scheme: </a:t>
            </a:r>
          </a:p>
          <a:p>
            <a:pPr>
              <a:buNone/>
            </a:pPr>
            <a:r>
              <a:rPr lang="en-US" sz="1600" dirty="0"/>
              <a:t>Every word is reversed</a:t>
            </a:r>
          </a:p>
          <a:p>
            <a:pPr>
              <a:buNone/>
            </a:pPr>
            <a:r>
              <a:rPr lang="en-US" sz="1600" dirty="0"/>
              <a:t>The whole message is lowercase</a:t>
            </a:r>
          </a:p>
          <a:p>
            <a:pPr>
              <a:buNone/>
            </a:pPr>
            <a:r>
              <a:rPr lang="en-US" sz="1600" dirty="0"/>
              <a:t>The character </a:t>
            </a:r>
            <a:r>
              <a:rPr lang="en-US" sz="1600" dirty="0">
                <a:latin typeface="Courier New" panose="02070309020205020404" pitchFamily="49" charset="0"/>
              </a:rPr>
              <a:t>#</a:t>
            </a:r>
            <a:r>
              <a:rPr lang="en-US" sz="1600" dirty="0"/>
              <a:t> is used instead of spaces</a:t>
            </a:r>
          </a:p>
          <a:p>
            <a:pPr>
              <a:buNone/>
            </a:pPr>
            <a:r>
              <a:rPr lang="en-US" sz="1600" dirty="0"/>
              <a:t>Any digit in the message is junk and should be removed</a:t>
            </a:r>
          </a:p>
          <a:p>
            <a:pPr>
              <a:buNone/>
            </a:pPr>
            <a:endParaRPr lang="en-US" sz="1600" dirty="0"/>
          </a:p>
          <a:p>
            <a:pPr>
              <a:buNone/>
            </a:pPr>
            <a:r>
              <a:rPr lang="en-US" sz="1600" dirty="0"/>
              <a:t>Write a function </a:t>
            </a:r>
            <a:r>
              <a:rPr lang="en-US" sz="1600" dirty="0">
                <a:latin typeface="Courier New" panose="02070309020205020404" pitchFamily="49" charset="0"/>
              </a:rPr>
              <a:t>decode(message)</a:t>
            </a:r>
            <a:r>
              <a:rPr lang="en-US" sz="1600" dirty="0"/>
              <a:t> that returns the original message with the first letter of the sentence capitalized.</a:t>
            </a:r>
          </a:p>
          <a:p>
            <a:pPr>
              <a:buNone/>
            </a:pPr>
            <a:endParaRPr lang="en-US" sz="1600" dirty="0"/>
          </a:p>
          <a:p>
            <a:pPr>
              <a:buNone/>
            </a:pPr>
            <a:r>
              <a:rPr lang="en-US" sz="1600" dirty="0"/>
              <a:t>Example: </a:t>
            </a:r>
            <a:r>
              <a:rPr lang="en-US" sz="1600" dirty="0">
                <a:latin typeface="Courier New" panose="02070309020205020404" pitchFamily="49" charset="0"/>
              </a:rPr>
              <a:t>decode("eht7#terces#3edoc#si#nohtyp9")</a:t>
            </a:r>
            <a:r>
              <a:rPr lang="en-US" sz="1600" dirty="0"/>
              <a:t> → </a:t>
            </a:r>
            <a:r>
              <a:rPr lang="en-US" sz="1600" dirty="0">
                <a:latin typeface="Courier New" panose="02070309020205020404" pitchFamily="49" charset="0"/>
              </a:rPr>
              <a:t>"The secret code is python“</a:t>
            </a:r>
          </a:p>
          <a:p>
            <a:pPr>
              <a:buNone/>
            </a:pPr>
            <a:endParaRPr lang="en-US" sz="1600" dirty="0">
              <a:latin typeface="Courier New" panose="02070309020205020404" pitchFamily="49" charset="0"/>
            </a:endParaRPr>
          </a:p>
          <a:p>
            <a:r>
              <a:rPr lang="en-US" sz="1600" i="1" dirty="0"/>
              <a:t>Hint: requires </a:t>
            </a:r>
            <a:r>
              <a:rPr lang="en-US" sz="1600" i="1" dirty="0">
                <a:latin typeface="Courier New" panose="02070309020205020404" pitchFamily="49" charset="0"/>
              </a:rPr>
              <a:t>.split()</a:t>
            </a:r>
            <a:r>
              <a:rPr lang="en-US" sz="1600" i="1" dirty="0"/>
              <a:t>, </a:t>
            </a:r>
            <a:r>
              <a:rPr lang="en-US" sz="1600" i="1" dirty="0">
                <a:latin typeface="Courier New" panose="02070309020205020404" pitchFamily="49" charset="0"/>
              </a:rPr>
              <a:t>.join()</a:t>
            </a:r>
            <a:r>
              <a:rPr lang="en-US" sz="1600" i="1" dirty="0"/>
              <a:t>, slicing, and iteration</a:t>
            </a:r>
            <a:endParaRPr lang="en-US" sz="1600" dirty="0"/>
          </a:p>
          <a:p>
            <a:pPr>
              <a:buNone/>
            </a:pPr>
            <a:endParaRPr lang="en-US" dirty="0"/>
          </a:p>
        </p:txBody>
      </p:sp>
    </p:spTree>
    <p:extLst>
      <p:ext uri="{BB962C8B-B14F-4D97-AF65-F5344CB8AC3E}">
        <p14:creationId xmlns:p14="http://schemas.microsoft.com/office/powerpoint/2010/main" val="26403502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9EDDA-9B55-4F99-FD21-0BF1289858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A14D9E-2330-A246-E111-E56A2AC40C37}"/>
              </a:ext>
            </a:extLst>
          </p:cNvPr>
          <p:cNvSpPr>
            <a:spLocks noGrp="1"/>
          </p:cNvSpPr>
          <p:nvPr>
            <p:ph type="title"/>
          </p:nvPr>
        </p:nvSpPr>
        <p:spPr>
          <a:xfrm>
            <a:off x="3791414" y="2279146"/>
            <a:ext cx="1438879" cy="585207"/>
          </a:xfrm>
        </p:spPr>
        <p:txBody>
          <a:bodyPr/>
          <a:lstStyle/>
          <a:p>
            <a:r>
              <a:rPr lang="en-US" dirty="0"/>
              <a:t>Modules</a:t>
            </a:r>
          </a:p>
        </p:txBody>
      </p:sp>
    </p:spTree>
    <p:extLst>
      <p:ext uri="{BB962C8B-B14F-4D97-AF65-F5344CB8AC3E}">
        <p14:creationId xmlns:p14="http://schemas.microsoft.com/office/powerpoint/2010/main" val="31289122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50C06-9317-0D71-FECA-5A21D88F462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019EBD0-5071-8560-F3BE-960E914FC48C}"/>
              </a:ext>
            </a:extLst>
          </p:cNvPr>
          <p:cNvSpPr>
            <a:spLocks noGrp="1"/>
          </p:cNvSpPr>
          <p:nvPr>
            <p:ph type="sldNum" sz="quarter" idx="4"/>
          </p:nvPr>
        </p:nvSpPr>
        <p:spPr/>
        <p:txBody>
          <a:bodyPr/>
          <a:lstStyle/>
          <a:p>
            <a:fld id="{71B8893A-F325-44A6-8EFB-883C20332CFE}" type="slidenum">
              <a:rPr lang="en-US" smtClean="0"/>
              <a:pPr/>
              <a:t>17</a:t>
            </a:fld>
            <a:endParaRPr lang="en-US"/>
          </a:p>
        </p:txBody>
      </p:sp>
      <p:sp>
        <p:nvSpPr>
          <p:cNvPr id="3" name="Title 2">
            <a:extLst>
              <a:ext uri="{FF2B5EF4-FFF2-40B4-BE49-F238E27FC236}">
                <a16:creationId xmlns:a16="http://schemas.microsoft.com/office/drawing/2014/main" id="{C1C2E383-13B1-1593-D976-0AA8AB9AE573}"/>
              </a:ext>
            </a:extLst>
          </p:cNvPr>
          <p:cNvSpPr>
            <a:spLocks noGrp="1"/>
          </p:cNvSpPr>
          <p:nvPr>
            <p:ph type="title"/>
          </p:nvPr>
        </p:nvSpPr>
        <p:spPr>
          <a:xfrm>
            <a:off x="381000" y="556399"/>
            <a:ext cx="8382000" cy="857250"/>
          </a:xfrm>
        </p:spPr>
        <p:txBody>
          <a:bodyPr/>
          <a:lstStyle/>
          <a:p>
            <a:r>
              <a:rPr lang="en-US" dirty="0"/>
              <a:t>3 types of modules</a:t>
            </a:r>
            <a:br>
              <a:rPr lang="en-US" dirty="0"/>
            </a:br>
            <a:br>
              <a:rPr lang="en-US" dirty="0"/>
            </a:br>
            <a:br>
              <a:rPr lang="en-US" dirty="0"/>
            </a:br>
            <a:endParaRPr lang="en-US" dirty="0"/>
          </a:p>
        </p:txBody>
      </p:sp>
      <p:sp>
        <p:nvSpPr>
          <p:cNvPr id="5" name="TextBox 4">
            <a:extLst>
              <a:ext uri="{FF2B5EF4-FFF2-40B4-BE49-F238E27FC236}">
                <a16:creationId xmlns:a16="http://schemas.microsoft.com/office/drawing/2014/main" id="{DA7C2BBE-6A68-4E5F-A4D8-A2533829260E}"/>
              </a:ext>
            </a:extLst>
          </p:cNvPr>
          <p:cNvSpPr txBox="1"/>
          <p:nvPr/>
        </p:nvSpPr>
        <p:spPr>
          <a:xfrm>
            <a:off x="472067" y="1698368"/>
            <a:ext cx="7921083" cy="2862322"/>
          </a:xfrm>
          <a:prstGeom prst="rect">
            <a:avLst/>
          </a:prstGeom>
          <a:noFill/>
        </p:spPr>
        <p:txBody>
          <a:bodyPr wrap="square">
            <a:spAutoFit/>
          </a:bodyPr>
          <a:lstStyle/>
          <a:p>
            <a:pPr marL="457200" indent="-457200">
              <a:buFont typeface="+mj-lt"/>
              <a:buAutoNum type="arabicPeriod"/>
            </a:pPr>
            <a:r>
              <a:rPr lang="en-US" sz="2000" dirty="0"/>
              <a:t>Built-in Modules – they come with Python, no installation necessary</a:t>
            </a:r>
          </a:p>
          <a:p>
            <a:pPr marL="457200" indent="-457200">
              <a:buFont typeface="+mj-lt"/>
              <a:buAutoNum type="arabicPeriod"/>
            </a:pPr>
            <a:endParaRPr lang="en-US" sz="2000" dirty="0"/>
          </a:p>
          <a:p>
            <a:pPr marL="457200" indent="-457200">
              <a:buFont typeface="+mj-lt"/>
              <a:buAutoNum type="arabicPeriod"/>
            </a:pPr>
            <a:r>
              <a:rPr lang="en-US" sz="2000" dirty="0"/>
              <a:t>Your own modules – any .</a:t>
            </a:r>
            <a:r>
              <a:rPr lang="en-US" sz="2000" dirty="0" err="1"/>
              <a:t>py</a:t>
            </a:r>
            <a:r>
              <a:rPr lang="en-US" sz="2000" dirty="0"/>
              <a:t> file you write yourself</a:t>
            </a:r>
          </a:p>
          <a:p>
            <a:pPr marL="457200" indent="-457200">
              <a:buFont typeface="+mj-lt"/>
              <a:buAutoNum type="arabicPeriod"/>
            </a:pPr>
            <a:endParaRPr lang="en-US" sz="2000" dirty="0"/>
          </a:p>
          <a:p>
            <a:pPr marL="457200" indent="-457200">
              <a:buFont typeface="+mj-lt"/>
              <a:buAutoNum type="arabicPeriod"/>
            </a:pPr>
            <a:r>
              <a:rPr lang="en-US" sz="2000" dirty="0"/>
              <a:t>Third-party modules – installed via pip</a:t>
            </a:r>
          </a:p>
          <a:p>
            <a:endParaRPr lang="en-US" sz="2000" dirty="0"/>
          </a:p>
          <a:p>
            <a:endParaRPr lang="en-US" sz="2000" dirty="0"/>
          </a:p>
          <a:p>
            <a:endParaRPr lang="en-US" sz="2000" dirty="0"/>
          </a:p>
        </p:txBody>
      </p:sp>
    </p:spTree>
    <p:extLst>
      <p:ext uri="{BB962C8B-B14F-4D97-AF65-F5344CB8AC3E}">
        <p14:creationId xmlns:p14="http://schemas.microsoft.com/office/powerpoint/2010/main" val="1541683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F0E6DB-EE9E-45C5-B784-49ED7052A2EB}"/>
              </a:ext>
            </a:extLst>
          </p:cNvPr>
          <p:cNvSpPr>
            <a:spLocks noGrp="1"/>
          </p:cNvSpPr>
          <p:nvPr>
            <p:ph type="sldNum" sz="quarter" idx="4"/>
          </p:nvPr>
        </p:nvSpPr>
        <p:spPr/>
        <p:txBody>
          <a:bodyPr/>
          <a:lstStyle/>
          <a:p>
            <a:fld id="{71B8893A-F325-44A6-8EFB-883C20332CFE}" type="slidenum">
              <a:rPr lang="en-US" smtClean="0"/>
              <a:pPr/>
              <a:t>18</a:t>
            </a:fld>
            <a:endParaRPr lang="en-US"/>
          </a:p>
        </p:txBody>
      </p:sp>
      <p:sp>
        <p:nvSpPr>
          <p:cNvPr id="3" name="Title 2">
            <a:extLst>
              <a:ext uri="{FF2B5EF4-FFF2-40B4-BE49-F238E27FC236}">
                <a16:creationId xmlns:a16="http://schemas.microsoft.com/office/drawing/2014/main" id="{DA67ABD9-8A31-4CB9-94E1-A0DA84E71640}"/>
              </a:ext>
            </a:extLst>
          </p:cNvPr>
          <p:cNvSpPr>
            <a:spLocks noGrp="1"/>
          </p:cNvSpPr>
          <p:nvPr>
            <p:ph type="title"/>
          </p:nvPr>
        </p:nvSpPr>
        <p:spPr>
          <a:xfrm>
            <a:off x="537117" y="1374404"/>
            <a:ext cx="7898780" cy="857250"/>
          </a:xfrm>
        </p:spPr>
        <p:txBody>
          <a:bodyPr/>
          <a:lstStyle/>
          <a:p>
            <a:br>
              <a:rPr lang="en-US" dirty="0"/>
            </a:br>
            <a:endParaRPr lang="en-US" dirty="0"/>
          </a:p>
        </p:txBody>
      </p:sp>
      <p:sp>
        <p:nvSpPr>
          <p:cNvPr id="2" name="Title 1">
            <a:extLst>
              <a:ext uri="{FF2B5EF4-FFF2-40B4-BE49-F238E27FC236}">
                <a16:creationId xmlns:a16="http://schemas.microsoft.com/office/drawing/2014/main" id="{58B711E0-A5AD-33B4-293D-DD8FC3CDE581}"/>
              </a:ext>
            </a:extLst>
          </p:cNvPr>
          <p:cNvSpPr txBox="1">
            <a:spLocks/>
          </p:cNvSpPr>
          <p:nvPr/>
        </p:nvSpPr>
        <p:spPr>
          <a:xfrm>
            <a:off x="505521" y="651068"/>
            <a:ext cx="7961972" cy="585207"/>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dirty="0"/>
              <a:t>Your own module – Practical Exercise</a:t>
            </a:r>
          </a:p>
        </p:txBody>
      </p:sp>
      <p:sp>
        <p:nvSpPr>
          <p:cNvPr id="7" name="TextBox 6">
            <a:extLst>
              <a:ext uri="{FF2B5EF4-FFF2-40B4-BE49-F238E27FC236}">
                <a16:creationId xmlns:a16="http://schemas.microsoft.com/office/drawing/2014/main" id="{660868D0-602A-CEAE-62B2-3FC5C7BDD172}"/>
              </a:ext>
            </a:extLst>
          </p:cNvPr>
          <p:cNvSpPr txBox="1"/>
          <p:nvPr/>
        </p:nvSpPr>
        <p:spPr>
          <a:xfrm>
            <a:off x="449765" y="1172909"/>
            <a:ext cx="7921083" cy="3477875"/>
          </a:xfrm>
          <a:prstGeom prst="rect">
            <a:avLst/>
          </a:prstGeom>
          <a:noFill/>
        </p:spPr>
        <p:txBody>
          <a:bodyPr wrap="square">
            <a:spAutoFit/>
          </a:bodyPr>
          <a:lstStyle/>
          <a:p>
            <a:r>
              <a:rPr lang="en-US" sz="2000" dirty="0"/>
              <a:t>In the lesson 04 folder, create a python file called area.py</a:t>
            </a:r>
          </a:p>
          <a:p>
            <a:endParaRPr lang="en-US" sz="2000" dirty="0"/>
          </a:p>
          <a:p>
            <a:r>
              <a:rPr lang="en-US" sz="2000" dirty="0"/>
              <a:t>In the area.py script, define the following functions</a:t>
            </a:r>
          </a:p>
          <a:p>
            <a:endParaRPr lang="en-US" sz="2000" dirty="0"/>
          </a:p>
          <a:p>
            <a:r>
              <a:rPr lang="en-US" sz="2000" dirty="0" err="1"/>
              <a:t>rectangle_area</a:t>
            </a:r>
            <a:r>
              <a:rPr lang="en-US" sz="2000" dirty="0"/>
              <a:t>(length, width) -&gt; area</a:t>
            </a:r>
          </a:p>
          <a:p>
            <a:r>
              <a:rPr lang="en-US" sz="2000" dirty="0" err="1"/>
              <a:t>circle_area</a:t>
            </a:r>
            <a:r>
              <a:rPr lang="en-US" sz="2000" dirty="0"/>
              <a:t>(radius) -&gt; area</a:t>
            </a:r>
          </a:p>
          <a:p>
            <a:r>
              <a:rPr lang="en-US" sz="2000" dirty="0" err="1"/>
              <a:t>tri_area</a:t>
            </a:r>
            <a:r>
              <a:rPr lang="en-US" sz="2000" dirty="0"/>
              <a:t>(base, height) -&gt; area</a:t>
            </a:r>
          </a:p>
          <a:p>
            <a:endParaRPr lang="en-US" sz="2000" dirty="0"/>
          </a:p>
          <a:p>
            <a:r>
              <a:rPr lang="en-US" sz="2000" dirty="0"/>
              <a:t>Create another script, called main.py.  In main.py, import these functions and use them.</a:t>
            </a:r>
          </a:p>
          <a:p>
            <a:endParaRPr lang="en-US" sz="2000" dirty="0"/>
          </a:p>
        </p:txBody>
      </p:sp>
    </p:spTree>
    <p:extLst>
      <p:ext uri="{BB962C8B-B14F-4D97-AF65-F5344CB8AC3E}">
        <p14:creationId xmlns:p14="http://schemas.microsoft.com/office/powerpoint/2010/main" val="18243741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997E6-9B67-7E71-8648-BFDBD95BFF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61DDF9-4134-283C-96D4-BBEA7FB4DA7C}"/>
              </a:ext>
            </a:extLst>
          </p:cNvPr>
          <p:cNvSpPr>
            <a:spLocks noGrp="1"/>
          </p:cNvSpPr>
          <p:nvPr>
            <p:ph type="title"/>
          </p:nvPr>
        </p:nvSpPr>
        <p:spPr>
          <a:xfrm>
            <a:off x="2999677" y="2189937"/>
            <a:ext cx="3144645" cy="585207"/>
          </a:xfrm>
        </p:spPr>
        <p:txBody>
          <a:bodyPr/>
          <a:lstStyle/>
          <a:p>
            <a:r>
              <a:rPr lang="en-US" dirty="0"/>
              <a:t>Advanced Functions</a:t>
            </a:r>
          </a:p>
        </p:txBody>
      </p:sp>
    </p:spTree>
    <p:extLst>
      <p:ext uri="{BB962C8B-B14F-4D97-AF65-F5344CB8AC3E}">
        <p14:creationId xmlns:p14="http://schemas.microsoft.com/office/powerpoint/2010/main" val="24808796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4C23F-A0A3-82CA-6294-5E515DCD565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1CDF03D-F0FE-5EC7-8863-2926F982565D}"/>
              </a:ext>
            </a:extLst>
          </p:cNvPr>
          <p:cNvSpPr>
            <a:spLocks noGrp="1"/>
          </p:cNvSpPr>
          <p:nvPr>
            <p:ph type="sldNum" sz="quarter" idx="4"/>
          </p:nvPr>
        </p:nvSpPr>
        <p:spPr/>
        <p:txBody>
          <a:bodyPr/>
          <a:lstStyle/>
          <a:p>
            <a:fld id="{71B8893A-F325-44A6-8EFB-883C20332CFE}" type="slidenum">
              <a:rPr lang="en-US" smtClean="0"/>
              <a:pPr/>
              <a:t>20</a:t>
            </a:fld>
            <a:endParaRPr lang="en-US"/>
          </a:p>
        </p:txBody>
      </p:sp>
      <p:sp>
        <p:nvSpPr>
          <p:cNvPr id="3" name="Title 2">
            <a:extLst>
              <a:ext uri="{FF2B5EF4-FFF2-40B4-BE49-F238E27FC236}">
                <a16:creationId xmlns:a16="http://schemas.microsoft.com/office/drawing/2014/main" id="{107DE4BB-FE86-2EEA-D3CA-E09E0CFD5C8E}"/>
              </a:ext>
            </a:extLst>
          </p:cNvPr>
          <p:cNvSpPr>
            <a:spLocks noGrp="1"/>
          </p:cNvSpPr>
          <p:nvPr>
            <p:ph type="title"/>
          </p:nvPr>
        </p:nvSpPr>
        <p:spPr>
          <a:xfrm>
            <a:off x="537117" y="1374404"/>
            <a:ext cx="7898780" cy="857250"/>
          </a:xfrm>
        </p:spPr>
        <p:txBody>
          <a:bodyPr/>
          <a:lstStyle/>
          <a:p>
            <a:br>
              <a:rPr lang="en-US" dirty="0"/>
            </a:br>
            <a:endParaRPr lang="en-US" dirty="0"/>
          </a:p>
        </p:txBody>
      </p:sp>
      <p:sp>
        <p:nvSpPr>
          <p:cNvPr id="2" name="Title 1">
            <a:extLst>
              <a:ext uri="{FF2B5EF4-FFF2-40B4-BE49-F238E27FC236}">
                <a16:creationId xmlns:a16="http://schemas.microsoft.com/office/drawing/2014/main" id="{595C99C5-4994-3451-6CD5-69075FFF82A4}"/>
              </a:ext>
            </a:extLst>
          </p:cNvPr>
          <p:cNvSpPr txBox="1">
            <a:spLocks/>
          </p:cNvSpPr>
          <p:nvPr/>
        </p:nvSpPr>
        <p:spPr>
          <a:xfrm>
            <a:off x="505521" y="651068"/>
            <a:ext cx="7961972" cy="585207"/>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dirty="0"/>
              <a:t>Functions with default parameters</a:t>
            </a:r>
          </a:p>
        </p:txBody>
      </p:sp>
      <p:sp>
        <p:nvSpPr>
          <p:cNvPr id="7" name="TextBox 6">
            <a:extLst>
              <a:ext uri="{FF2B5EF4-FFF2-40B4-BE49-F238E27FC236}">
                <a16:creationId xmlns:a16="http://schemas.microsoft.com/office/drawing/2014/main" id="{74AF6A24-7D0C-57B0-E57C-1B68D4921635}"/>
              </a:ext>
            </a:extLst>
          </p:cNvPr>
          <p:cNvSpPr txBox="1"/>
          <p:nvPr/>
        </p:nvSpPr>
        <p:spPr>
          <a:xfrm>
            <a:off x="449765" y="1172909"/>
            <a:ext cx="7921083" cy="2246769"/>
          </a:xfrm>
          <a:prstGeom prst="rect">
            <a:avLst/>
          </a:prstGeom>
          <a:noFill/>
        </p:spPr>
        <p:txBody>
          <a:bodyPr wrap="square">
            <a:spAutoFit/>
          </a:bodyPr>
          <a:lstStyle/>
          <a:p>
            <a:r>
              <a:rPr lang="en-US" sz="2000" dirty="0"/>
              <a:t>When you define a function in Python, you can give some parameters a </a:t>
            </a:r>
            <a:r>
              <a:rPr lang="en-US" sz="2000" b="1" dirty="0"/>
              <a:t>default value</a:t>
            </a:r>
            <a:r>
              <a:rPr lang="en-US" sz="2000" dirty="0"/>
              <a:t>. If the caller doesn't supply an argument for that parameter, Python automatically uses the default instead of raising an error.</a:t>
            </a:r>
          </a:p>
          <a:p>
            <a:endParaRPr lang="en-US" sz="2000" dirty="0"/>
          </a:p>
          <a:p>
            <a:endParaRPr lang="en-US" sz="2000" dirty="0"/>
          </a:p>
          <a:p>
            <a:endParaRPr lang="en-US" sz="2000" dirty="0"/>
          </a:p>
        </p:txBody>
      </p:sp>
      <p:sp>
        <p:nvSpPr>
          <p:cNvPr id="6" name="TextBox 5">
            <a:extLst>
              <a:ext uri="{FF2B5EF4-FFF2-40B4-BE49-F238E27FC236}">
                <a16:creationId xmlns:a16="http://schemas.microsoft.com/office/drawing/2014/main" id="{7F9A76A7-D16D-F267-6A84-EB102683F900}"/>
              </a:ext>
            </a:extLst>
          </p:cNvPr>
          <p:cNvSpPr txBox="1"/>
          <p:nvPr/>
        </p:nvSpPr>
        <p:spPr>
          <a:xfrm>
            <a:off x="1135565" y="2844138"/>
            <a:ext cx="6320884" cy="1169551"/>
          </a:xfrm>
          <a:prstGeom prst="rect">
            <a:avLst/>
          </a:prstGeom>
          <a:noFill/>
        </p:spPr>
        <p:txBody>
          <a:bodyPr wrap="square">
            <a:spAutoFit/>
          </a:bodyPr>
          <a:lstStyle/>
          <a:p>
            <a:r>
              <a:rPr lang="en-US" dirty="0"/>
              <a:t>def greet(name, greeting="Hello"):</a:t>
            </a:r>
          </a:p>
          <a:p>
            <a:r>
              <a:rPr lang="en-US" dirty="0"/>
              <a:t>    print(f"{greeting}, {name}!")</a:t>
            </a:r>
          </a:p>
          <a:p>
            <a:endParaRPr lang="en-US" dirty="0"/>
          </a:p>
          <a:p>
            <a:r>
              <a:rPr lang="en-US" dirty="0"/>
              <a:t>greet("Maria")               # Hello, Maria!</a:t>
            </a:r>
          </a:p>
          <a:p>
            <a:r>
              <a:rPr lang="en-US" dirty="0"/>
              <a:t>greet("Maria", "Howdy")      # Howdy, Maria!</a:t>
            </a:r>
          </a:p>
        </p:txBody>
      </p:sp>
    </p:spTree>
    <p:extLst>
      <p:ext uri="{BB962C8B-B14F-4D97-AF65-F5344CB8AC3E}">
        <p14:creationId xmlns:p14="http://schemas.microsoft.com/office/powerpoint/2010/main" val="415047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16853-DE1B-9E9F-4E5C-4BD22F791C2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299819-CD8E-EB34-18BD-85D66D0BCA6D}"/>
              </a:ext>
            </a:extLst>
          </p:cNvPr>
          <p:cNvSpPr>
            <a:spLocks noGrp="1"/>
          </p:cNvSpPr>
          <p:nvPr>
            <p:ph type="sldNum" sz="quarter" idx="4"/>
          </p:nvPr>
        </p:nvSpPr>
        <p:spPr/>
        <p:txBody>
          <a:bodyPr/>
          <a:lstStyle/>
          <a:p>
            <a:fld id="{71B8893A-F325-44A6-8EFB-883C20332CFE}" type="slidenum">
              <a:rPr lang="en-US" smtClean="0"/>
              <a:pPr/>
              <a:t>21</a:t>
            </a:fld>
            <a:endParaRPr lang="en-US"/>
          </a:p>
        </p:txBody>
      </p:sp>
      <p:sp>
        <p:nvSpPr>
          <p:cNvPr id="3" name="Title 2">
            <a:extLst>
              <a:ext uri="{FF2B5EF4-FFF2-40B4-BE49-F238E27FC236}">
                <a16:creationId xmlns:a16="http://schemas.microsoft.com/office/drawing/2014/main" id="{7B49E369-9E9C-9BA9-6390-88D2193C9837}"/>
              </a:ext>
            </a:extLst>
          </p:cNvPr>
          <p:cNvSpPr>
            <a:spLocks noGrp="1"/>
          </p:cNvSpPr>
          <p:nvPr>
            <p:ph type="title"/>
          </p:nvPr>
        </p:nvSpPr>
        <p:spPr>
          <a:xfrm>
            <a:off x="568713" y="1411575"/>
            <a:ext cx="7898780" cy="857250"/>
          </a:xfrm>
        </p:spPr>
        <p:txBody>
          <a:bodyPr/>
          <a:lstStyle/>
          <a:p>
            <a:pPr marL="342900" indent="-342900">
              <a:buSzPct val="100000"/>
              <a:buFont typeface="+mj-lt"/>
              <a:buAutoNum type="arabicPeriod"/>
            </a:pPr>
            <a:r>
              <a:rPr lang="en-US" sz="1800" b="1" dirty="0"/>
              <a:t>Defaults must come after required parameters.</a:t>
            </a:r>
            <a:r>
              <a:rPr lang="en-US" sz="1800" dirty="0"/>
              <a:t> Python needs to know which arguments belong where, so this is illegal.</a:t>
            </a:r>
            <a:br>
              <a:rPr lang="en-US" sz="1800" dirty="0"/>
            </a:br>
            <a:br>
              <a:rPr lang="en-US" sz="1800" dirty="0"/>
            </a:br>
            <a:br>
              <a:rPr lang="en-US" sz="1800" dirty="0"/>
            </a:br>
            <a:br>
              <a:rPr lang="en-US" sz="1800" dirty="0"/>
            </a:br>
            <a:br>
              <a:rPr lang="en-US" sz="1800" dirty="0"/>
            </a:br>
            <a:br>
              <a:rPr lang="en-US" sz="1800" dirty="0"/>
            </a:br>
            <a:br>
              <a:rPr lang="en-US" sz="1800" dirty="0"/>
            </a:br>
            <a:endParaRPr lang="en-US" sz="1800" dirty="0"/>
          </a:p>
        </p:txBody>
      </p:sp>
      <p:sp>
        <p:nvSpPr>
          <p:cNvPr id="2" name="Title 1">
            <a:extLst>
              <a:ext uri="{FF2B5EF4-FFF2-40B4-BE49-F238E27FC236}">
                <a16:creationId xmlns:a16="http://schemas.microsoft.com/office/drawing/2014/main" id="{D945A404-23A7-49E9-C8B9-7F860285B5CE}"/>
              </a:ext>
            </a:extLst>
          </p:cNvPr>
          <p:cNvSpPr txBox="1">
            <a:spLocks/>
          </p:cNvSpPr>
          <p:nvPr/>
        </p:nvSpPr>
        <p:spPr>
          <a:xfrm>
            <a:off x="505521" y="651068"/>
            <a:ext cx="7961972" cy="585207"/>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dirty="0"/>
              <a:t>Functions with default parameters</a:t>
            </a:r>
          </a:p>
        </p:txBody>
      </p:sp>
      <p:sp>
        <p:nvSpPr>
          <p:cNvPr id="8" name="TextBox 7">
            <a:extLst>
              <a:ext uri="{FF2B5EF4-FFF2-40B4-BE49-F238E27FC236}">
                <a16:creationId xmlns:a16="http://schemas.microsoft.com/office/drawing/2014/main" id="{51A1FDCD-B09B-9CCE-0F8D-9235AF052F2D}"/>
              </a:ext>
            </a:extLst>
          </p:cNvPr>
          <p:cNvSpPr txBox="1"/>
          <p:nvPr/>
        </p:nvSpPr>
        <p:spPr>
          <a:xfrm>
            <a:off x="553845" y="2110085"/>
            <a:ext cx="8021442" cy="646331"/>
          </a:xfrm>
          <a:prstGeom prst="rect">
            <a:avLst/>
          </a:prstGeom>
          <a:noFill/>
        </p:spPr>
        <p:txBody>
          <a:bodyPr wrap="square">
            <a:spAutoFit/>
          </a:bodyPr>
          <a:lstStyle/>
          <a:p>
            <a:r>
              <a:rPr lang="en-US" sz="1800" b="1" dirty="0"/>
              <a:t>2. Arguments are matched by position first, then by keyword.</a:t>
            </a:r>
            <a:r>
              <a:rPr lang="en-US" sz="1800" dirty="0"/>
              <a:t> When calling a function, you can pass arguments positionally (in order) or by name</a:t>
            </a:r>
            <a:endParaRPr lang="en-US" dirty="0"/>
          </a:p>
        </p:txBody>
      </p:sp>
      <p:sp>
        <p:nvSpPr>
          <p:cNvPr id="10" name="TextBox 9">
            <a:extLst>
              <a:ext uri="{FF2B5EF4-FFF2-40B4-BE49-F238E27FC236}">
                <a16:creationId xmlns:a16="http://schemas.microsoft.com/office/drawing/2014/main" id="{94E92133-75A8-288B-A492-0282D03D61C5}"/>
              </a:ext>
            </a:extLst>
          </p:cNvPr>
          <p:cNvSpPr txBox="1"/>
          <p:nvPr/>
        </p:nvSpPr>
        <p:spPr>
          <a:xfrm>
            <a:off x="505521" y="2268825"/>
            <a:ext cx="8378284" cy="1969770"/>
          </a:xfrm>
          <a:prstGeom prst="rect">
            <a:avLst/>
          </a:prstGeom>
          <a:noFill/>
        </p:spPr>
        <p:txBody>
          <a:bodyPr wrap="square">
            <a:spAutoFit/>
          </a:bodyPr>
          <a:lstStyle/>
          <a:p>
            <a:br>
              <a:rPr lang="en-US" sz="1800" dirty="0"/>
            </a:br>
            <a:br>
              <a:rPr lang="en-US" sz="1800" dirty="0"/>
            </a:br>
            <a:br>
              <a:rPr lang="en-US" sz="1800" dirty="0"/>
            </a:br>
            <a:r>
              <a:rPr lang="en-US" sz="1800" b="1" dirty="0"/>
              <a:t>3. The default is used only when the argument is missing.</a:t>
            </a:r>
            <a:r>
              <a:rPr lang="en-US" sz="1800" dirty="0"/>
              <a:t> Passing a value — even the same value as the default — simply overrides it for that one call. The default itself is never changed by calling the function.</a:t>
            </a:r>
            <a:br>
              <a:rPr lang="en-US" sz="1800" dirty="0"/>
            </a:br>
            <a:endParaRPr lang="en-US" dirty="0"/>
          </a:p>
        </p:txBody>
      </p:sp>
    </p:spTree>
    <p:extLst>
      <p:ext uri="{BB962C8B-B14F-4D97-AF65-F5344CB8AC3E}">
        <p14:creationId xmlns:p14="http://schemas.microsoft.com/office/powerpoint/2010/main" val="383956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9DD5D-667D-B3F7-1C56-9944B393542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1707059-C7B5-BC9A-3F40-FE09269626B8}"/>
              </a:ext>
            </a:extLst>
          </p:cNvPr>
          <p:cNvSpPr>
            <a:spLocks noGrp="1"/>
          </p:cNvSpPr>
          <p:nvPr>
            <p:ph type="sldNum" sz="quarter" idx="4"/>
          </p:nvPr>
        </p:nvSpPr>
        <p:spPr/>
        <p:txBody>
          <a:bodyPr/>
          <a:lstStyle/>
          <a:p>
            <a:fld id="{71B8893A-F325-44A6-8EFB-883C20332CFE}" type="slidenum">
              <a:rPr lang="en-US" smtClean="0"/>
              <a:pPr/>
              <a:t>22</a:t>
            </a:fld>
            <a:endParaRPr lang="en-US"/>
          </a:p>
        </p:txBody>
      </p:sp>
      <p:sp>
        <p:nvSpPr>
          <p:cNvPr id="3" name="Title 2">
            <a:extLst>
              <a:ext uri="{FF2B5EF4-FFF2-40B4-BE49-F238E27FC236}">
                <a16:creationId xmlns:a16="http://schemas.microsoft.com/office/drawing/2014/main" id="{B7BE63EC-7EA8-C7A8-654A-6CA54F0C35E9}"/>
              </a:ext>
            </a:extLst>
          </p:cNvPr>
          <p:cNvSpPr>
            <a:spLocks noGrp="1"/>
          </p:cNvSpPr>
          <p:nvPr>
            <p:ph type="title"/>
          </p:nvPr>
        </p:nvSpPr>
        <p:spPr>
          <a:xfrm>
            <a:off x="568713" y="1411575"/>
            <a:ext cx="7898780" cy="857250"/>
          </a:xfrm>
        </p:spPr>
        <p:txBody>
          <a:bodyPr/>
          <a:lstStyle/>
          <a:p>
            <a:pPr>
              <a:buSzPct val="100000"/>
            </a:pPr>
            <a:r>
              <a:rPr lang="en-US" sz="2000" dirty="0"/>
              <a:t>Write </a:t>
            </a:r>
            <a:r>
              <a:rPr lang="en-US" sz="2000" b="1" dirty="0" err="1"/>
              <a:t>curve_grades</a:t>
            </a:r>
            <a:r>
              <a:rPr lang="en-US" sz="2000" b="1" dirty="0"/>
              <a:t>(scores, bonus=5, </a:t>
            </a:r>
            <a:r>
              <a:rPr lang="en-US" sz="2000" b="1" dirty="0" err="1"/>
              <a:t>max_score</a:t>
            </a:r>
            <a:r>
              <a:rPr lang="en-US" sz="2000" b="1" dirty="0"/>
              <a:t>=100)</a:t>
            </a:r>
            <a:r>
              <a:rPr lang="en-US" sz="2000" dirty="0"/>
              <a:t> that takes a list of scores and returns a new list where each score gets the bonus added, but no score exceeds </a:t>
            </a:r>
            <a:r>
              <a:rPr lang="en-US" sz="2000" dirty="0" err="1"/>
              <a:t>max_score</a:t>
            </a:r>
            <a:r>
              <a:rPr lang="en-US" sz="2000" dirty="0"/>
              <a:t>. </a:t>
            </a:r>
            <a:br>
              <a:rPr lang="en-US" sz="1800" dirty="0"/>
            </a:br>
            <a:br>
              <a:rPr lang="en-US" sz="1800" dirty="0"/>
            </a:br>
            <a:br>
              <a:rPr lang="en-US" sz="2000" dirty="0"/>
            </a:br>
            <a:r>
              <a:rPr lang="en-US" sz="2000" dirty="0"/>
              <a:t>Example: </a:t>
            </a:r>
            <a:r>
              <a:rPr lang="en-US" sz="2000" dirty="0" err="1"/>
              <a:t>curve_grades</a:t>
            </a:r>
            <a:r>
              <a:rPr lang="en-US" sz="2000" dirty="0"/>
              <a:t>([88, 97, 75]) → [93, 100, 80].</a:t>
            </a:r>
            <a:br>
              <a:rPr lang="en-US" sz="2000" dirty="0"/>
            </a:br>
            <a:br>
              <a:rPr lang="en-US" sz="1800" dirty="0"/>
            </a:br>
            <a:br>
              <a:rPr lang="en-US" sz="1800" dirty="0"/>
            </a:br>
            <a:br>
              <a:rPr lang="en-US" sz="1800" dirty="0"/>
            </a:br>
            <a:br>
              <a:rPr lang="en-US" sz="1800" dirty="0"/>
            </a:br>
            <a:br>
              <a:rPr lang="en-US" sz="1800" dirty="0"/>
            </a:br>
            <a:endParaRPr lang="en-US" sz="1800" dirty="0"/>
          </a:p>
        </p:txBody>
      </p:sp>
      <p:sp>
        <p:nvSpPr>
          <p:cNvPr id="2" name="Title 1">
            <a:extLst>
              <a:ext uri="{FF2B5EF4-FFF2-40B4-BE49-F238E27FC236}">
                <a16:creationId xmlns:a16="http://schemas.microsoft.com/office/drawing/2014/main" id="{94190FDC-3F8B-755E-81B7-FEE7326DC3FD}"/>
              </a:ext>
            </a:extLst>
          </p:cNvPr>
          <p:cNvSpPr txBox="1">
            <a:spLocks/>
          </p:cNvSpPr>
          <p:nvPr/>
        </p:nvSpPr>
        <p:spPr>
          <a:xfrm>
            <a:off x="505521" y="591595"/>
            <a:ext cx="7961972" cy="585207"/>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dirty="0"/>
              <a:t>Functions with default parameters practical exercise</a:t>
            </a:r>
          </a:p>
        </p:txBody>
      </p:sp>
    </p:spTree>
    <p:extLst>
      <p:ext uri="{BB962C8B-B14F-4D97-AF65-F5344CB8AC3E}">
        <p14:creationId xmlns:p14="http://schemas.microsoft.com/office/powerpoint/2010/main" val="2833829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0F1C3-3874-2AFD-ACAB-D088124D4FA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98F4F5C-F873-B945-2F5B-C18EC49ED7C6}"/>
              </a:ext>
            </a:extLst>
          </p:cNvPr>
          <p:cNvSpPr>
            <a:spLocks noGrp="1"/>
          </p:cNvSpPr>
          <p:nvPr>
            <p:ph type="sldNum" sz="quarter" idx="4"/>
          </p:nvPr>
        </p:nvSpPr>
        <p:spPr/>
        <p:txBody>
          <a:bodyPr/>
          <a:lstStyle/>
          <a:p>
            <a:fld id="{71B8893A-F325-44A6-8EFB-883C20332CFE}" type="slidenum">
              <a:rPr lang="en-US" smtClean="0"/>
              <a:pPr/>
              <a:t>23</a:t>
            </a:fld>
            <a:endParaRPr lang="en-US"/>
          </a:p>
        </p:txBody>
      </p:sp>
      <p:sp>
        <p:nvSpPr>
          <p:cNvPr id="3" name="Title 2">
            <a:extLst>
              <a:ext uri="{FF2B5EF4-FFF2-40B4-BE49-F238E27FC236}">
                <a16:creationId xmlns:a16="http://schemas.microsoft.com/office/drawing/2014/main" id="{E9391BF5-7344-DE6B-4B6C-85F2DCD907B5}"/>
              </a:ext>
            </a:extLst>
          </p:cNvPr>
          <p:cNvSpPr>
            <a:spLocks noGrp="1"/>
          </p:cNvSpPr>
          <p:nvPr>
            <p:ph type="title"/>
          </p:nvPr>
        </p:nvSpPr>
        <p:spPr>
          <a:xfrm>
            <a:off x="568713" y="1441312"/>
            <a:ext cx="7898780" cy="857250"/>
          </a:xfrm>
        </p:spPr>
        <p:txBody>
          <a:bodyPr/>
          <a:lstStyle/>
          <a:p>
            <a:pPr>
              <a:buSzPct val="100000"/>
            </a:pPr>
            <a:br>
              <a:rPr lang="en-US" sz="2000" dirty="0"/>
            </a:br>
            <a:br>
              <a:rPr lang="en-US" sz="1800" dirty="0"/>
            </a:br>
            <a:br>
              <a:rPr lang="en-US" sz="1800" dirty="0"/>
            </a:br>
            <a:br>
              <a:rPr lang="en-US" sz="1800" dirty="0"/>
            </a:br>
            <a:br>
              <a:rPr lang="en-US" sz="1800" dirty="0"/>
            </a:br>
            <a:br>
              <a:rPr lang="en-US" sz="1800" dirty="0"/>
            </a:br>
            <a:endParaRPr lang="en-US" sz="1800" dirty="0"/>
          </a:p>
        </p:txBody>
      </p:sp>
      <p:sp>
        <p:nvSpPr>
          <p:cNvPr id="2" name="Title 1">
            <a:extLst>
              <a:ext uri="{FF2B5EF4-FFF2-40B4-BE49-F238E27FC236}">
                <a16:creationId xmlns:a16="http://schemas.microsoft.com/office/drawing/2014/main" id="{EC26A3EE-8E77-1EA6-41E0-D2E0AE170C9C}"/>
              </a:ext>
            </a:extLst>
          </p:cNvPr>
          <p:cNvSpPr txBox="1">
            <a:spLocks/>
          </p:cNvSpPr>
          <p:nvPr/>
        </p:nvSpPr>
        <p:spPr>
          <a:xfrm>
            <a:off x="505521" y="591595"/>
            <a:ext cx="7961972" cy="585207"/>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dirty="0"/>
              <a:t>Functions with multiple returns</a:t>
            </a:r>
          </a:p>
        </p:txBody>
      </p:sp>
      <p:sp>
        <p:nvSpPr>
          <p:cNvPr id="6" name="TextBox 5">
            <a:extLst>
              <a:ext uri="{FF2B5EF4-FFF2-40B4-BE49-F238E27FC236}">
                <a16:creationId xmlns:a16="http://schemas.microsoft.com/office/drawing/2014/main" id="{15374111-005C-FC1A-2A60-5456BAA22EA6}"/>
              </a:ext>
            </a:extLst>
          </p:cNvPr>
          <p:cNvSpPr txBox="1"/>
          <p:nvPr/>
        </p:nvSpPr>
        <p:spPr>
          <a:xfrm>
            <a:off x="505521" y="1347956"/>
            <a:ext cx="6858000" cy="738664"/>
          </a:xfrm>
          <a:prstGeom prst="rect">
            <a:avLst/>
          </a:prstGeom>
          <a:noFill/>
        </p:spPr>
        <p:txBody>
          <a:bodyPr wrap="square">
            <a:spAutoFit/>
          </a:bodyPr>
          <a:lstStyle/>
          <a:p>
            <a:pPr>
              <a:buNone/>
            </a:pPr>
            <a:r>
              <a:rPr lang="en-US" b="1" dirty="0"/>
              <a:t>Functions can return more than one value</a:t>
            </a:r>
          </a:p>
          <a:p>
            <a:pPr>
              <a:buNone/>
            </a:pPr>
            <a:r>
              <a:rPr lang="en-US" dirty="0"/>
              <a:t>A </a:t>
            </a:r>
            <a:r>
              <a:rPr lang="en-US" dirty="0">
                <a:latin typeface="Courier New" panose="02070309020205020404" pitchFamily="49" charset="0"/>
              </a:rPr>
              <a:t>return</a:t>
            </a:r>
            <a:r>
              <a:rPr lang="en-US" dirty="0"/>
              <a:t> statement can send back several values at once by separating them with commas:</a:t>
            </a:r>
          </a:p>
        </p:txBody>
      </p:sp>
      <p:sp>
        <p:nvSpPr>
          <p:cNvPr id="8" name="TextBox 7">
            <a:extLst>
              <a:ext uri="{FF2B5EF4-FFF2-40B4-BE49-F238E27FC236}">
                <a16:creationId xmlns:a16="http://schemas.microsoft.com/office/drawing/2014/main" id="{DD56BECC-D0AC-AA28-3527-BC591C641A20}"/>
              </a:ext>
            </a:extLst>
          </p:cNvPr>
          <p:cNvSpPr txBox="1"/>
          <p:nvPr/>
        </p:nvSpPr>
        <p:spPr>
          <a:xfrm>
            <a:off x="505521" y="2298562"/>
            <a:ext cx="5519854" cy="1169551"/>
          </a:xfrm>
          <a:prstGeom prst="rect">
            <a:avLst/>
          </a:prstGeom>
          <a:noFill/>
        </p:spPr>
        <p:txBody>
          <a:bodyPr wrap="square">
            <a:spAutoFit/>
          </a:bodyPr>
          <a:lstStyle/>
          <a:p>
            <a:r>
              <a:rPr lang="en-US" dirty="0"/>
              <a:t>def </a:t>
            </a:r>
            <a:r>
              <a:rPr lang="en-US" dirty="0" err="1"/>
              <a:t>min_max</a:t>
            </a:r>
            <a:r>
              <a:rPr lang="en-US" dirty="0"/>
              <a:t>(numbers):</a:t>
            </a:r>
          </a:p>
          <a:p>
            <a:r>
              <a:rPr lang="en-US" dirty="0"/>
              <a:t>    return min(numbers), max(numbers)</a:t>
            </a:r>
          </a:p>
          <a:p>
            <a:endParaRPr lang="en-US" dirty="0"/>
          </a:p>
          <a:p>
            <a:r>
              <a:rPr lang="en-US" dirty="0"/>
              <a:t>result = </a:t>
            </a:r>
            <a:r>
              <a:rPr lang="en-US" dirty="0" err="1"/>
              <a:t>min_max</a:t>
            </a:r>
            <a:r>
              <a:rPr lang="en-US" dirty="0"/>
              <a:t>([4, 9, 1, 7])</a:t>
            </a:r>
          </a:p>
          <a:p>
            <a:r>
              <a:rPr lang="en-US" dirty="0"/>
              <a:t>print(result)        # (1, 9)</a:t>
            </a:r>
          </a:p>
        </p:txBody>
      </p:sp>
      <p:sp>
        <p:nvSpPr>
          <p:cNvPr id="10" name="TextBox 9">
            <a:extLst>
              <a:ext uri="{FF2B5EF4-FFF2-40B4-BE49-F238E27FC236}">
                <a16:creationId xmlns:a16="http://schemas.microsoft.com/office/drawing/2014/main" id="{CF6B03D2-7C86-0F4C-FE21-F0AE31927DDC}"/>
              </a:ext>
            </a:extLst>
          </p:cNvPr>
          <p:cNvSpPr txBox="1"/>
          <p:nvPr/>
        </p:nvSpPr>
        <p:spPr>
          <a:xfrm>
            <a:off x="505521" y="3680055"/>
            <a:ext cx="7898780" cy="738664"/>
          </a:xfrm>
          <a:prstGeom prst="rect">
            <a:avLst/>
          </a:prstGeom>
          <a:noFill/>
        </p:spPr>
        <p:txBody>
          <a:bodyPr wrap="square">
            <a:spAutoFit/>
          </a:bodyPr>
          <a:lstStyle/>
          <a:p>
            <a:r>
              <a:rPr lang="en-US" dirty="0"/>
              <a:t>Under the hood, Python isn't doing anything magical — it's packing those values into a </a:t>
            </a:r>
            <a:r>
              <a:rPr lang="en-US" b="1" dirty="0"/>
              <a:t>tuple</a:t>
            </a:r>
            <a:r>
              <a:rPr lang="en-US" dirty="0"/>
              <a:t>. That's why printing </a:t>
            </a:r>
            <a:r>
              <a:rPr lang="en-US" dirty="0">
                <a:latin typeface="Courier New" panose="02070309020205020404" pitchFamily="49" charset="0"/>
              </a:rPr>
              <a:t>result</a:t>
            </a:r>
            <a:r>
              <a:rPr lang="en-US" dirty="0"/>
              <a:t> shows </a:t>
            </a:r>
            <a:r>
              <a:rPr lang="en-US" dirty="0">
                <a:latin typeface="Courier New" panose="02070309020205020404" pitchFamily="49" charset="0"/>
              </a:rPr>
              <a:t>(1, 9)</a:t>
            </a:r>
            <a:r>
              <a:rPr lang="en-US" dirty="0"/>
              <a:t> with parentheses. Returning </a:t>
            </a:r>
            <a:r>
              <a:rPr lang="en-US" dirty="0">
                <a:latin typeface="Courier New" panose="02070309020205020404" pitchFamily="49" charset="0"/>
              </a:rPr>
              <a:t>min(numbers), max(numbers)</a:t>
            </a:r>
            <a:r>
              <a:rPr lang="en-US" dirty="0"/>
              <a:t> is really returning the single tuple </a:t>
            </a:r>
            <a:r>
              <a:rPr lang="en-US" dirty="0">
                <a:latin typeface="Courier New" panose="02070309020205020404" pitchFamily="49" charset="0"/>
              </a:rPr>
              <a:t>(1, 9)</a:t>
            </a:r>
            <a:r>
              <a:rPr lang="en-US" dirty="0"/>
              <a:t>.</a:t>
            </a:r>
          </a:p>
        </p:txBody>
      </p:sp>
    </p:spTree>
    <p:extLst>
      <p:ext uri="{BB962C8B-B14F-4D97-AF65-F5344CB8AC3E}">
        <p14:creationId xmlns:p14="http://schemas.microsoft.com/office/powerpoint/2010/main" val="924481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0F3C8-F68D-E970-4E6E-AE2A64F23F4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4F83A9B-DB13-6C1A-5FC2-2186F2F007BB}"/>
              </a:ext>
            </a:extLst>
          </p:cNvPr>
          <p:cNvSpPr>
            <a:spLocks noGrp="1"/>
          </p:cNvSpPr>
          <p:nvPr>
            <p:ph type="sldNum" sz="quarter" idx="4"/>
          </p:nvPr>
        </p:nvSpPr>
        <p:spPr/>
        <p:txBody>
          <a:bodyPr/>
          <a:lstStyle/>
          <a:p>
            <a:fld id="{71B8893A-F325-44A6-8EFB-883C20332CFE}" type="slidenum">
              <a:rPr lang="en-US" smtClean="0"/>
              <a:pPr/>
              <a:t>24</a:t>
            </a:fld>
            <a:endParaRPr lang="en-US"/>
          </a:p>
        </p:txBody>
      </p:sp>
      <p:sp>
        <p:nvSpPr>
          <p:cNvPr id="3" name="Title 2">
            <a:extLst>
              <a:ext uri="{FF2B5EF4-FFF2-40B4-BE49-F238E27FC236}">
                <a16:creationId xmlns:a16="http://schemas.microsoft.com/office/drawing/2014/main" id="{2D45C5EF-67E2-B5F3-0AF1-4DADA900CA9A}"/>
              </a:ext>
            </a:extLst>
          </p:cNvPr>
          <p:cNvSpPr>
            <a:spLocks noGrp="1"/>
          </p:cNvSpPr>
          <p:nvPr>
            <p:ph type="title"/>
          </p:nvPr>
        </p:nvSpPr>
        <p:spPr>
          <a:xfrm>
            <a:off x="568713" y="1441312"/>
            <a:ext cx="7898780" cy="857250"/>
          </a:xfrm>
        </p:spPr>
        <p:txBody>
          <a:bodyPr/>
          <a:lstStyle/>
          <a:p>
            <a:pPr>
              <a:buSzPct val="100000"/>
            </a:pPr>
            <a:br>
              <a:rPr lang="en-US" sz="2000" dirty="0"/>
            </a:br>
            <a:br>
              <a:rPr lang="en-US" sz="1800" dirty="0"/>
            </a:br>
            <a:br>
              <a:rPr lang="en-US" sz="1800" dirty="0"/>
            </a:br>
            <a:br>
              <a:rPr lang="en-US" sz="1800" dirty="0"/>
            </a:br>
            <a:br>
              <a:rPr lang="en-US" sz="1800" dirty="0"/>
            </a:br>
            <a:br>
              <a:rPr lang="en-US" sz="1800" dirty="0"/>
            </a:br>
            <a:endParaRPr lang="en-US" sz="1800" dirty="0"/>
          </a:p>
        </p:txBody>
      </p:sp>
      <p:sp>
        <p:nvSpPr>
          <p:cNvPr id="2" name="Title 1">
            <a:extLst>
              <a:ext uri="{FF2B5EF4-FFF2-40B4-BE49-F238E27FC236}">
                <a16:creationId xmlns:a16="http://schemas.microsoft.com/office/drawing/2014/main" id="{FD172D5D-F912-A79D-5BB6-B1E9552FB79B}"/>
              </a:ext>
            </a:extLst>
          </p:cNvPr>
          <p:cNvSpPr txBox="1">
            <a:spLocks/>
          </p:cNvSpPr>
          <p:nvPr/>
        </p:nvSpPr>
        <p:spPr>
          <a:xfrm>
            <a:off x="505521" y="591595"/>
            <a:ext cx="7961972" cy="585207"/>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dirty="0"/>
              <a:t>Functions with multiple returns</a:t>
            </a:r>
          </a:p>
        </p:txBody>
      </p:sp>
      <p:sp>
        <p:nvSpPr>
          <p:cNvPr id="6" name="TextBox 5">
            <a:extLst>
              <a:ext uri="{FF2B5EF4-FFF2-40B4-BE49-F238E27FC236}">
                <a16:creationId xmlns:a16="http://schemas.microsoft.com/office/drawing/2014/main" id="{6537E9BC-8290-DFCB-E8B8-DC661B36B456}"/>
              </a:ext>
            </a:extLst>
          </p:cNvPr>
          <p:cNvSpPr txBox="1"/>
          <p:nvPr/>
        </p:nvSpPr>
        <p:spPr>
          <a:xfrm>
            <a:off x="505521" y="1347956"/>
            <a:ext cx="6858000" cy="523220"/>
          </a:xfrm>
          <a:prstGeom prst="rect">
            <a:avLst/>
          </a:prstGeom>
          <a:noFill/>
        </p:spPr>
        <p:txBody>
          <a:bodyPr wrap="square">
            <a:spAutoFit/>
          </a:bodyPr>
          <a:lstStyle/>
          <a:p>
            <a:r>
              <a:rPr lang="en-US" b="1" dirty="0"/>
              <a:t>Unpacking</a:t>
            </a:r>
            <a:r>
              <a:rPr lang="en-US" dirty="0"/>
              <a:t> is the reverse operation: taking a tuple (or any </a:t>
            </a:r>
            <a:r>
              <a:rPr lang="en-US" dirty="0" err="1"/>
              <a:t>iterable</a:t>
            </a:r>
            <a:r>
              <a:rPr lang="en-US" dirty="0"/>
              <a:t>) and splitting its contents into individual variables in one line</a:t>
            </a:r>
          </a:p>
        </p:txBody>
      </p:sp>
      <p:sp>
        <p:nvSpPr>
          <p:cNvPr id="8" name="TextBox 7">
            <a:extLst>
              <a:ext uri="{FF2B5EF4-FFF2-40B4-BE49-F238E27FC236}">
                <a16:creationId xmlns:a16="http://schemas.microsoft.com/office/drawing/2014/main" id="{4237F6F7-4A16-C473-3455-49DE9B2F8614}"/>
              </a:ext>
            </a:extLst>
          </p:cNvPr>
          <p:cNvSpPr txBox="1"/>
          <p:nvPr/>
        </p:nvSpPr>
        <p:spPr>
          <a:xfrm>
            <a:off x="505521" y="2298562"/>
            <a:ext cx="5519854" cy="954107"/>
          </a:xfrm>
          <a:prstGeom prst="rect">
            <a:avLst/>
          </a:prstGeom>
          <a:noFill/>
        </p:spPr>
        <p:txBody>
          <a:bodyPr wrap="square">
            <a:spAutoFit/>
          </a:bodyPr>
          <a:lstStyle/>
          <a:p>
            <a:r>
              <a:rPr lang="en-US" dirty="0"/>
              <a:t>low, high = </a:t>
            </a:r>
            <a:r>
              <a:rPr lang="en-US" dirty="0" err="1"/>
              <a:t>min_max</a:t>
            </a:r>
            <a:r>
              <a:rPr lang="en-US" dirty="0"/>
              <a:t>([4, 9, 1, 7]) </a:t>
            </a:r>
          </a:p>
          <a:p>
            <a:endParaRPr lang="en-US" dirty="0"/>
          </a:p>
          <a:p>
            <a:r>
              <a:rPr lang="en-US" dirty="0"/>
              <a:t>print(low) # 1 </a:t>
            </a:r>
          </a:p>
          <a:p>
            <a:r>
              <a:rPr lang="en-US" dirty="0"/>
              <a:t>print(high) # 9</a:t>
            </a:r>
          </a:p>
        </p:txBody>
      </p:sp>
    </p:spTree>
    <p:extLst>
      <p:ext uri="{BB962C8B-B14F-4D97-AF65-F5344CB8AC3E}">
        <p14:creationId xmlns:p14="http://schemas.microsoft.com/office/powerpoint/2010/main" val="317306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B0EA6-C017-E434-FF82-15E11A3D0B4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090092-129E-C4C9-455D-DD28807246B1}"/>
              </a:ext>
            </a:extLst>
          </p:cNvPr>
          <p:cNvSpPr>
            <a:spLocks noGrp="1"/>
          </p:cNvSpPr>
          <p:nvPr>
            <p:ph type="sldNum" sz="quarter" idx="4"/>
          </p:nvPr>
        </p:nvSpPr>
        <p:spPr/>
        <p:txBody>
          <a:bodyPr/>
          <a:lstStyle/>
          <a:p>
            <a:fld id="{71B8893A-F325-44A6-8EFB-883C20332CFE}" type="slidenum">
              <a:rPr lang="en-US" smtClean="0"/>
              <a:pPr/>
              <a:t>25</a:t>
            </a:fld>
            <a:endParaRPr lang="en-US"/>
          </a:p>
        </p:txBody>
      </p:sp>
      <p:sp>
        <p:nvSpPr>
          <p:cNvPr id="3" name="Title 2">
            <a:extLst>
              <a:ext uri="{FF2B5EF4-FFF2-40B4-BE49-F238E27FC236}">
                <a16:creationId xmlns:a16="http://schemas.microsoft.com/office/drawing/2014/main" id="{187C579E-D6EF-C2D5-B1CB-16B1D70590FA}"/>
              </a:ext>
            </a:extLst>
          </p:cNvPr>
          <p:cNvSpPr>
            <a:spLocks noGrp="1"/>
          </p:cNvSpPr>
          <p:nvPr>
            <p:ph type="title"/>
          </p:nvPr>
        </p:nvSpPr>
        <p:spPr>
          <a:xfrm>
            <a:off x="591014" y="1248024"/>
            <a:ext cx="7961971" cy="857250"/>
          </a:xfrm>
        </p:spPr>
        <p:txBody>
          <a:bodyPr/>
          <a:lstStyle/>
          <a:p>
            <a:r>
              <a:rPr lang="en-US" sz="1600" i="1" dirty="0"/>
              <a:t>Requires: enumerate() — nothing else fancy</a:t>
            </a:r>
            <a:br>
              <a:rPr lang="en-US" sz="1600" dirty="0"/>
            </a:br>
            <a:r>
              <a:rPr lang="en-US" sz="1600" dirty="0"/>
              <a:t>An airline boards passengers in the order they appear in the list. Seat numbers start at </a:t>
            </a:r>
            <a:r>
              <a:rPr lang="en-US" sz="1600" b="1" dirty="0"/>
              <a:t>1</a:t>
            </a:r>
            <a:r>
              <a:rPr lang="en-US" sz="1600" dirty="0"/>
              <a:t>, not 0.</a:t>
            </a:r>
            <a:br>
              <a:rPr lang="en-US" sz="1600" dirty="0"/>
            </a:br>
            <a:br>
              <a:rPr lang="en-US" sz="1600" dirty="0"/>
            </a:br>
            <a:br>
              <a:rPr lang="en-US" sz="1600" dirty="0"/>
            </a:br>
            <a:r>
              <a:rPr lang="en-US" sz="1600" dirty="0"/>
              <a:t>passengers = ["Lopez", "Chen", "Okafor", "Smith", "Patel"]</a:t>
            </a:r>
            <a:br>
              <a:rPr lang="en-US" sz="1600" dirty="0"/>
            </a:br>
            <a:br>
              <a:rPr lang="en-US" sz="1600" dirty="0"/>
            </a:br>
            <a:br>
              <a:rPr lang="en-US" sz="1600" dirty="0"/>
            </a:br>
            <a:r>
              <a:rPr lang="en-US" sz="1600" dirty="0"/>
              <a:t>Write a function </a:t>
            </a:r>
            <a:r>
              <a:rPr lang="en-US" sz="1600" dirty="0" err="1"/>
              <a:t>print_boarding_list</a:t>
            </a:r>
            <a:r>
              <a:rPr lang="en-US" sz="1600" dirty="0"/>
              <a:t>(passengers) that prints each passenger with their seat number:</a:t>
            </a:r>
            <a:br>
              <a:rPr lang="en-US" sz="1600" dirty="0"/>
            </a:br>
            <a:r>
              <a:rPr lang="en-US" sz="1600" dirty="0"/>
              <a:t>Seat 1: Lopez</a:t>
            </a:r>
            <a:br>
              <a:rPr lang="en-US" sz="1600" dirty="0"/>
            </a:br>
            <a:r>
              <a:rPr lang="en-US" sz="1600" dirty="0"/>
              <a:t>Seat 2: Chen</a:t>
            </a:r>
            <a:br>
              <a:rPr lang="en-US" sz="1600" dirty="0"/>
            </a:br>
            <a:r>
              <a:rPr lang="en-US" sz="1600" dirty="0"/>
              <a:t>Seat 3: Okafor</a:t>
            </a:r>
            <a:br>
              <a:rPr lang="en-US" sz="1600" dirty="0"/>
            </a:br>
            <a:r>
              <a:rPr lang="en-US" sz="1600" dirty="0"/>
              <a:t>Seat 4: Smith</a:t>
            </a:r>
            <a:br>
              <a:rPr lang="en-US" sz="1600" dirty="0"/>
            </a:br>
            <a:r>
              <a:rPr lang="en-US" sz="1600" dirty="0"/>
              <a:t>Seat 5: Patel</a:t>
            </a:r>
            <a:br>
              <a:rPr lang="en-US" sz="1600" dirty="0"/>
            </a:br>
            <a:br>
              <a:rPr lang="en-US" sz="1600" dirty="0"/>
            </a:br>
            <a:r>
              <a:rPr lang="en-US" sz="1600" dirty="0"/>
              <a:t>You must use the enumerate() function!</a:t>
            </a:r>
            <a:br>
              <a:rPr lang="en-US" sz="1600" dirty="0"/>
            </a:br>
            <a:br>
              <a:rPr lang="en-US" sz="1400" dirty="0"/>
            </a:br>
            <a:br>
              <a:rPr lang="en-US" sz="1400" dirty="0"/>
            </a:br>
            <a:endParaRPr lang="en-US" sz="1400" dirty="0"/>
          </a:p>
        </p:txBody>
      </p:sp>
      <p:sp>
        <p:nvSpPr>
          <p:cNvPr id="2" name="Title 1">
            <a:extLst>
              <a:ext uri="{FF2B5EF4-FFF2-40B4-BE49-F238E27FC236}">
                <a16:creationId xmlns:a16="http://schemas.microsoft.com/office/drawing/2014/main" id="{453F5417-6274-FE94-5113-454D97FCCE5A}"/>
              </a:ext>
            </a:extLst>
          </p:cNvPr>
          <p:cNvSpPr txBox="1">
            <a:spLocks/>
          </p:cNvSpPr>
          <p:nvPr/>
        </p:nvSpPr>
        <p:spPr>
          <a:xfrm>
            <a:off x="505521" y="591595"/>
            <a:ext cx="7961972" cy="585207"/>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dirty="0"/>
              <a:t>Functions with multiple returns practical</a:t>
            </a:r>
          </a:p>
        </p:txBody>
      </p:sp>
    </p:spTree>
    <p:extLst>
      <p:ext uri="{BB962C8B-B14F-4D97-AF65-F5344CB8AC3E}">
        <p14:creationId xmlns:p14="http://schemas.microsoft.com/office/powerpoint/2010/main" val="2531921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ctrTitle"/>
          </p:nvPr>
        </p:nvSpPr>
        <p:spPr>
          <a:xfrm>
            <a:off x="685800" y="2020491"/>
            <a:ext cx="7772400" cy="1102519"/>
          </a:xfrm>
        </p:spPr>
        <p:txBody>
          <a:bodyPr/>
          <a:lstStyle/>
          <a:p>
            <a:pPr eaLnBrk="1" hangingPunct="1"/>
            <a:r>
              <a:rPr lang="en-US" altLang="en-US" sz="4500" dirty="0"/>
              <a:t>Admin</a:t>
            </a:r>
            <a:endParaRPr lang="en-US" altLang="en-US" dirty="0"/>
          </a:p>
        </p:txBody>
      </p:sp>
    </p:spTree>
    <p:extLst>
      <p:ext uri="{BB962C8B-B14F-4D97-AF65-F5344CB8AC3E}">
        <p14:creationId xmlns:p14="http://schemas.microsoft.com/office/powerpoint/2010/main" val="2524704764"/>
      </p:ext>
    </p:extLst>
  </p:cSld>
  <p:clrMapOvr>
    <a:masterClrMapping/>
  </p:clrMapOvr>
</p:sld>
</file>

<file path=ppt/theme/theme1.xml><?xml version="1.0" encoding="utf-8"?>
<a:theme xmlns:a="http://schemas.openxmlformats.org/drawingml/2006/main" name="US Army 2023 AFC DEVCOM Logo">
  <a:themeElements>
    <a:clrScheme name="US Army Color Palette">
      <a:dk1>
        <a:srgbClr val="000000"/>
      </a:dk1>
      <a:lt1>
        <a:srgbClr val="FFFFFF"/>
      </a:lt1>
      <a:dk2>
        <a:srgbClr val="221F20"/>
      </a:dk2>
      <a:lt2>
        <a:srgbClr val="FFCC01"/>
      </a:lt2>
      <a:accent1>
        <a:srgbClr val="221F20"/>
      </a:accent1>
      <a:accent2>
        <a:srgbClr val="FFCC01"/>
      </a:accent2>
      <a:accent3>
        <a:srgbClr val="727365"/>
      </a:accent3>
      <a:accent4>
        <a:srgbClr val="D5D5D7"/>
      </a:accent4>
      <a:accent5>
        <a:srgbClr val="565557"/>
      </a:accent5>
      <a:accent6>
        <a:srgbClr val="BFB8A6"/>
      </a:accent6>
      <a:hlink>
        <a:srgbClr val="565557"/>
      </a:hlink>
      <a:folHlink>
        <a:srgbClr val="305B6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1876</TotalTime>
  <Words>1880</Words>
  <Application>Microsoft Office PowerPoint</Application>
  <PresentationFormat>On-screen Show (16:9)</PresentationFormat>
  <Paragraphs>274</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Roboto</vt:lpstr>
      <vt:lpstr>Courier New</vt:lpstr>
      <vt:lpstr>Arial</vt:lpstr>
      <vt:lpstr>US Army 2023 AFC DEVCOM Logo</vt:lpstr>
      <vt:lpstr>Strings, Virtual Environments, and Advanced Functions</vt:lpstr>
      <vt:lpstr> Before we start….</vt:lpstr>
      <vt:lpstr> Course Schedule</vt:lpstr>
      <vt:lpstr>Virtual Environments Review</vt:lpstr>
      <vt:lpstr>PowerPoint Presentation</vt:lpstr>
      <vt:lpstr>PowerPoint Presentation</vt:lpstr>
      <vt:lpstr>PowerPoint Presentation</vt:lpstr>
      <vt:lpstr>Strings</vt:lpstr>
      <vt:lpstr>PowerPoint Presentation</vt:lpstr>
      <vt:lpstr>PowerPoint Presentation</vt:lpstr>
      <vt:lpstr>So what’s the difference?</vt:lpstr>
      <vt:lpstr>PowerPoint Presentation</vt:lpstr>
      <vt:lpstr>PowerPoint Presentation</vt:lpstr>
      <vt:lpstr>Strings Practical Exercise #1 – Username Validator</vt:lpstr>
      <vt:lpstr>Strings Practical Exercise #2 – Secret Message Decoder</vt:lpstr>
      <vt:lpstr>Modules</vt:lpstr>
      <vt:lpstr>3 types of modules   </vt:lpstr>
      <vt:lpstr> </vt:lpstr>
      <vt:lpstr>Advanced Functions</vt:lpstr>
      <vt:lpstr> </vt:lpstr>
      <vt:lpstr>Defaults must come after required parameters. Python needs to know which arguments belong where, so this is illegal.       </vt:lpstr>
      <vt:lpstr>Write curve_grades(scores, bonus=5, max_score=100) that takes a list of scores and returns a new list where each score gets the bonus added, but no score exceeds max_score.    Example: curve_grades([88, 97, 75]) → [93, 100, 80].      </vt:lpstr>
      <vt:lpstr>      </vt:lpstr>
      <vt:lpstr>      </vt:lpstr>
      <vt:lpstr>Requires: enumerate() — nothing else fancy An airline boards passengers in the order they appear in the list. Seat numbers start at 1, not 0.   passengers = ["Lopez", "Chen", "Okafor", "Smith", "Patel"]   Write a function print_boarding_list(passengers) that prints each passenger with their seat number: Seat 1: Lopez Seat 2: Chen Seat 3: Okafor Seat 4: Smith Seat 5: Patel  You must use the enumerate() function!   </vt:lpstr>
      <vt:lpstr>Admin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ryan.neville</dc:creator>
  <cp:lastModifiedBy>Ryan Neville</cp:lastModifiedBy>
  <cp:revision>20</cp:revision>
  <dcterms:modified xsi:type="dcterms:W3CDTF">2026-07-20T13:56:09Z</dcterms:modified>
</cp:coreProperties>
</file>