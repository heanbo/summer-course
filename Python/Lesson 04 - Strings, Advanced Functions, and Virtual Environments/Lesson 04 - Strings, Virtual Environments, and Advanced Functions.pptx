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4" r:id="rId1"/>
  </p:sldMasterIdLst>
  <p:notesMasterIdLst>
    <p:notesMasterId r:id="rId27"/>
  </p:notesMasterIdLst>
  <p:sldIdLst>
    <p:sldId id="256" r:id="rId2"/>
    <p:sldId id="502" r:id="rId3"/>
    <p:sldId id="486" r:id="rId4"/>
    <p:sldId id="491" r:id="rId5"/>
    <p:sldId id="490" r:id="rId6"/>
    <p:sldId id="503" r:id="rId7"/>
    <p:sldId id="492" r:id="rId8"/>
    <p:sldId id="419" r:id="rId9"/>
    <p:sldId id="504" r:id="rId10"/>
    <p:sldId id="493" r:id="rId11"/>
    <p:sldId id="500" r:id="rId12"/>
    <p:sldId id="505" r:id="rId13"/>
    <p:sldId id="506" r:id="rId14"/>
    <p:sldId id="507" r:id="rId15"/>
    <p:sldId id="508" r:id="rId16"/>
    <p:sldId id="494" r:id="rId17"/>
    <p:sldId id="433" r:id="rId18"/>
    <p:sldId id="501" r:id="rId19"/>
    <p:sldId id="510" r:id="rId20"/>
    <p:sldId id="511" r:id="rId21"/>
    <p:sldId id="512" r:id="rId22"/>
    <p:sldId id="513" r:id="rId23"/>
    <p:sldId id="514" r:id="rId24"/>
    <p:sldId id="515" r:id="rId25"/>
    <p:sldId id="476" r:id="rId26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B9063A8-BC75-44AB-A561-BE0A82F3F6A3}">
  <a:tblStyle styleId="{5B9063A8-BC75-44AB-A561-BE0A82F3F6A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8638" autoAdjust="0"/>
  </p:normalViewPr>
  <p:slideViewPr>
    <p:cSldViewPr snapToGrid="0">
      <p:cViewPr varScale="1">
        <p:scale>
          <a:sx n="129" d="100"/>
          <a:sy n="129" d="100"/>
        </p:scale>
        <p:origin x="110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5" name="Google Shape;37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35673-0793-1473-0EA1-CD4CB936F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8EE368-AA1D-B984-B84E-0631B0335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31B74-7FB9-0113-7CD5-66B641609D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72BFBD-15BB-D615-DB04-14DDDFB654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2570D5-C374-43AE-876B-55C2A221664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8116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64719-007A-9D20-6D43-3A4FCAADA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32F23C-3B6C-06AD-FDEF-F55DEF812C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84E9A6-CB51-3C7D-DF18-0DDEC1AC42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5C7A3-AEE3-A283-A203-B801AB559F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2570D5-C374-43AE-876B-55C2A221664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2140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FD7E6-9378-263A-EC10-412A02CBC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3A103B-85B0-E208-6061-CF80516F0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8FB0F2-B5C0-3ABE-C3C6-2B1D823983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06EB43-F4ED-79BD-FD95-5B1538063B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2570D5-C374-43AE-876B-55C2A221664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7649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7105969b97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7105969b97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>
          <a:extLst>
            <a:ext uri="{FF2B5EF4-FFF2-40B4-BE49-F238E27FC236}">
              <a16:creationId xmlns:a16="http://schemas.microsoft.com/office/drawing/2014/main" id="{6BD20807-39CE-0879-E59A-DF135798A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7105969b97_1_0:notes">
            <a:extLst>
              <a:ext uri="{FF2B5EF4-FFF2-40B4-BE49-F238E27FC236}">
                <a16:creationId xmlns:a16="http://schemas.microsoft.com/office/drawing/2014/main" id="{A5093DA5-9396-E4FF-37D5-0A6B6DA202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7105969b97_1_0:notes">
            <a:extLst>
              <a:ext uri="{FF2B5EF4-FFF2-40B4-BE49-F238E27FC236}">
                <a16:creationId xmlns:a16="http://schemas.microsoft.com/office/drawing/2014/main" id="{D6A56E10-E6F9-8F4E-56DC-F62303BA43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779925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3D38C-9460-DC53-88CA-B5F165B61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45B4D7-B5DA-2852-3424-CEE824E4D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32141D-8E9C-DC88-7E8E-758B8BA5E8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A42DEA-2D46-9CFD-2B4F-AFF7E8D3C9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2570D5-C374-43AE-876B-55C2A221664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2688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8B4ECCA-5441-478E-8672-6AB21BB71BD9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894242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>
          <a:extLst>
            <a:ext uri="{FF2B5EF4-FFF2-40B4-BE49-F238E27FC236}">
              <a16:creationId xmlns:a16="http://schemas.microsoft.com/office/drawing/2014/main" id="{D89AE080-C45E-DF21-44ED-1AB50E218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7105969b97_1_0:notes">
            <a:extLst>
              <a:ext uri="{FF2B5EF4-FFF2-40B4-BE49-F238E27FC236}">
                <a16:creationId xmlns:a16="http://schemas.microsoft.com/office/drawing/2014/main" id="{2370BDB3-BCB9-99B6-7EA6-1E3BDB0799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7105969b97_1_0:notes">
            <a:extLst>
              <a:ext uri="{FF2B5EF4-FFF2-40B4-BE49-F238E27FC236}">
                <a16:creationId xmlns:a16="http://schemas.microsoft.com/office/drawing/2014/main" id="{AC379ED3-A3BE-FD9E-8436-9DFA42CF74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026700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C4BE3-0F40-FA3E-2098-6387168E0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9FCB48-5F83-68A1-A1E3-56D993AEC0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5B53DF-E7CF-FD26-8EF5-487B9DB6D7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Demonstrate list mutability and string immutability in terminal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6AEABA-6ABD-0AA2-2729-1ECCBBDDCD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8B4ECCA-5441-478E-8672-6AB21BB71BD9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577665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44AA2-3DEE-6F66-ED7C-03931BE3B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4F032E-9D18-BD08-8827-A3299DEEA2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03149A-3EB3-8136-C82D-F54F508C7C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GLOBAL MODULE INDEX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389EB9-C118-1EB9-5630-2E8ACB23AF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8B4ECCA-5441-478E-8672-6AB21BB71BD9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903072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BB941-BE1F-E80F-4ADF-69AA1001D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202FB-A31C-BE87-2E90-2CCF8A0A7F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A0B2DF-9A75-531F-E3DD-7EE8A43FB3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GLOBAL MODULE INDEX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A9A317-5F08-BC5A-70F6-07756D5AD6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8B4ECCA-5441-478E-8672-6AB21BB71BD9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177201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BA21C-66BD-CA14-DB1F-48DA43986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1FFB9A-D821-FBA1-CF52-1EA84EACC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99D8A5-9CE9-8330-38F5-75FBDB0C76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CC8A5-B08F-D5EC-99CF-E9D7C24FCB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2570D5-C374-43AE-876B-55C2A221664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9710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411EF-276F-919A-65E0-A791620F4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766FFD-28E7-3D02-7EE0-FF26AD816A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E9F68A-5682-D97A-015A-950081FBF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DD502A-08F4-41D7-EF41-810B6ED1D0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2570D5-C374-43AE-876B-55C2A221664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1783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77CD7-AF93-0491-7AAE-DB7A01B15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66F-C4CD-CF01-ACEE-86E58172F7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70958B-5F97-DAD6-4292-BDAD96A771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94F7A3-CFDF-F041-D9BB-5BCCDB708D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2570D5-C374-43AE-876B-55C2A221664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7874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5313C-DB9F-349B-86EC-B0F9BF098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14B599-D64F-E154-9D1B-F78ABC5185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2F4977-3198-2C2E-77EA-F0967B550F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GLOBAL MODULE INDEX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637CF6-050D-7D06-3BE1-992D37497F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8B4ECCA-5441-478E-8672-6AB21BB71BD9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076590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8B4ECCA-5441-478E-8672-6AB21BB71BD9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680205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31A53-26E7-27EB-AA77-6BCAD4250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AC93BE-7C9F-D9BE-A094-8FE37C74F4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D7B24-32A6-C22F-412A-88974C017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95394-049D-95B4-D2CD-04ED0AFEEF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2570D5-C374-43AE-876B-55C2A221664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5117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31425-54C9-1153-5689-F47A93C40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2AE665-8EA2-6666-D626-64A964CB73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7FFCD6-7183-6F41-E9AE-DD89AC8EA7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3A06C6-06D4-1DC2-1249-1520114D85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8B4ECCA-5441-478E-8672-6AB21BB71BD9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0866665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8A1B2-85FA-B0A5-F422-5F22667C6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B44917-D6CC-E6C5-27BB-F0D4E52D4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5C14DF-2E20-9A35-5896-BB9477ED47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98E48-C123-D9FE-DBC1-35CEB0ECD6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8B4ECCA-5441-478E-8672-6AB21BB71BD9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213701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143A5-B01B-41D9-8EEF-27EEDD495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3EC2D-2275-A960-E2F8-47EDACD05F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677792-BDDC-9882-7351-6EDFAFA90E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B5C771-5718-8AC5-D2C5-CC1101042B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8B4ECCA-5441-478E-8672-6AB21BB71BD9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725951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A4B02-DDFE-533C-916E-FA6BC6990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21288-47D6-772F-DFD3-BCAD160358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E65F9D-10B9-271E-7A3F-823A6277CB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6841A3-D0EA-92B3-7B8C-E7B4ACC9CB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8B4ECCA-5441-478E-8672-6AB21BB71BD9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44752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9E201-8AD0-918A-128A-B5415F334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DF9413-02F9-19F1-99C8-05F91BCD4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3AA86E-A316-A832-E9C1-26B5BA468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B5D6E-658E-25DC-33A5-DB48B7DA4E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8B4ECCA-5441-478E-8672-6AB21BB71BD9}" type="slidenum">
              <a:rPr lang="en-US" altLang="en-US" smtClean="0"/>
              <a:pPr>
                <a:defRPr/>
              </a:pPr>
              <a:t>23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9725596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2BB5F-617A-3ADE-6918-9265910A2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5EB9A5-1AEC-F9B2-A8B8-6B9560ABA7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D8BAD0-FAC2-BF55-0868-C1A9DB3C50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F89CCB-3192-1F56-731E-07E6DEEC41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8B4ECCA-5441-478E-8672-6AB21BB71BD9}" type="slidenum">
              <a:rPr lang="en-US" altLang="en-US" smtClean="0"/>
              <a:pPr>
                <a:defRPr/>
              </a:pPr>
              <a:t>24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833357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BF26720-795C-40C0-8D4A-669747B4E216}" type="slidenum">
              <a:rPr lang="en-US" altLang="en-US" smtClean="0"/>
              <a:pPr>
                <a:defRPr/>
              </a:pPr>
              <a:t>25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218293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>
            <a:spLocks noGrp="1"/>
          </p:cNvSpPr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ubTitle" idx="1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bg>
      <p:bgPr>
        <a:solidFill>
          <a:srgbClr val="221F20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body" idx="2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3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4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5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body" idx="6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body" idx="7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body" idx="8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body" idx="9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body" idx="13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pic>
        <p:nvPicPr>
          <p:cNvPr id="31" name="Google Shape;31;p3" descr="U.S. Army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83674" y="84473"/>
            <a:ext cx="2434590" cy="919356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3" name="Google Shape;33;p3"/>
          <p:cNvGrpSpPr/>
          <p:nvPr/>
        </p:nvGrpSpPr>
        <p:grpSpPr>
          <a:xfrm>
            <a:off x="411164" y="1480665"/>
            <a:ext cx="5380036" cy="1783080"/>
            <a:chOff x="411163" y="2240280"/>
            <a:chExt cx="6446837" cy="2377440"/>
          </a:xfrm>
        </p:grpSpPr>
        <p:sp>
          <p:nvSpPr>
            <p:cNvPr id="34" name="Google Shape;34;p3"/>
            <p:cNvSpPr/>
            <p:nvPr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 cmpd="sng">
              <a:solidFill>
                <a:srgbClr val="FFCC0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35" name="Google Shape;35;p3"/>
            <p:cNvCxnSpPr/>
            <p:nvPr/>
          </p:nvCxnSpPr>
          <p:spPr>
            <a:xfrm>
              <a:off x="411163" y="3931920"/>
              <a:ext cx="6446837" cy="0"/>
            </a:xfrm>
            <a:prstGeom prst="straightConnector1">
              <a:avLst/>
            </a:prstGeom>
            <a:noFill/>
            <a:ln w="19050" cap="flat" cmpd="sng">
              <a:solidFill>
                <a:srgbClr val="FFCC0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4274795" y="3931920"/>
              <a:ext cx="0" cy="685800"/>
            </a:xfrm>
            <a:prstGeom prst="straightConnector1">
              <a:avLst/>
            </a:prstGeom>
            <a:noFill/>
            <a:ln w="19050" cap="flat" cmpd="sng">
              <a:solidFill>
                <a:srgbClr val="FFCC0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37" name="Google Shape;37;p3"/>
          <p:cNvSpPr txBox="1">
            <a:spLocks noGrp="1"/>
          </p:cNvSpPr>
          <p:nvPr>
            <p:ph type="ctrTitle"/>
          </p:nvPr>
        </p:nvSpPr>
        <p:spPr>
          <a:xfrm>
            <a:off x="685801" y="1652115"/>
            <a:ext cx="4822031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sz="27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"/>
          <p:cNvSpPr txBox="1">
            <a:spLocks noGrp="1"/>
          </p:cNvSpPr>
          <p:nvPr>
            <p:ph type="subTitle" idx="14"/>
          </p:nvPr>
        </p:nvSpPr>
        <p:spPr>
          <a:xfrm>
            <a:off x="685801" y="2838549"/>
            <a:ext cx="267414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1pPr>
            <a:lvl2pPr lvl="1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2pPr>
            <a:lvl3pPr lvl="2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3pPr>
            <a:lvl4pPr lvl="3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4pPr>
            <a:lvl5pPr lvl="4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5pPr>
            <a:lvl6pPr lvl="5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6pPr>
            <a:lvl7pPr lvl="6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7pPr>
            <a:lvl8pPr lvl="7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8pPr>
            <a:lvl9pPr lvl="8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39" name="Google Shape;39;p3"/>
          <p:cNvSpPr txBox="1">
            <a:spLocks noGrp="1"/>
          </p:cNvSpPr>
          <p:nvPr>
            <p:ph type="body" idx="15"/>
          </p:nvPr>
        </p:nvSpPr>
        <p:spPr>
          <a:xfrm>
            <a:off x="3909060" y="2838549"/>
            <a:ext cx="159877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1pPr>
            <a:lvl2pPr marL="914400" lvl="1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2pPr>
            <a:lvl3pPr marL="1371600" lvl="2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3pPr>
            <a:lvl4pPr marL="1828800" lvl="3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4pPr>
            <a:lvl5pPr marL="2286000" lvl="4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5pPr>
            <a:lvl6pPr marL="2743200" lvl="5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6pPr>
            <a:lvl7pPr marL="3200400" lvl="6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7pPr>
            <a:lvl8pPr marL="3657600" lvl="7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8pPr>
            <a:lvl9pPr marL="4114800" lvl="8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3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rgbClr val="2DAA27"/>
                </a:solidFill>
                <a:latin typeface="Arial"/>
                <a:ea typeface="Arial"/>
                <a:cs typeface="Arial"/>
                <a:sym typeface="Arial"/>
              </a:rPr>
              <a:t>UNCLASSIFIED / GENERAL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rgbClr val="2DAA27"/>
                </a:solidFill>
                <a:latin typeface="Arial"/>
                <a:ea typeface="Arial"/>
                <a:cs typeface="Arial"/>
                <a:sym typeface="Arial"/>
              </a:rPr>
              <a:t>UNCLASSIFIED / GENERAL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White">
  <p:cSld name="Title Slide - White">
    <p:bg>
      <p:bgPr>
        <a:solidFill>
          <a:schemeClr val="lt1"/>
        </a:solid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4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5" name="Google Shape;45;p4" descr="U.S. Army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35668" y="78731"/>
            <a:ext cx="2434590" cy="919356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2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48" name="Google Shape;48;p4"/>
          <p:cNvSpPr txBox="1">
            <a:spLocks noGrp="1"/>
          </p:cNvSpPr>
          <p:nvPr>
            <p:ph type="body" idx="3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49" name="Google Shape;49;p4"/>
          <p:cNvSpPr txBox="1">
            <a:spLocks noGrp="1"/>
          </p:cNvSpPr>
          <p:nvPr>
            <p:ph type="body" idx="4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50" name="Google Shape;50;p4"/>
          <p:cNvSpPr txBox="1">
            <a:spLocks noGrp="1"/>
          </p:cNvSpPr>
          <p:nvPr>
            <p:ph type="body" idx="5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body" idx="6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7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>
            <a:spLocks noGrp="1"/>
          </p:cNvSpPr>
          <p:nvPr>
            <p:ph type="body" idx="8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54" name="Google Shape;54;p4"/>
          <p:cNvSpPr txBox="1">
            <a:spLocks noGrp="1"/>
          </p:cNvSpPr>
          <p:nvPr>
            <p:ph type="body" idx="9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3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grpSp>
        <p:nvGrpSpPr>
          <p:cNvPr id="56" name="Google Shape;56;p4"/>
          <p:cNvGrpSpPr/>
          <p:nvPr/>
        </p:nvGrpSpPr>
        <p:grpSpPr>
          <a:xfrm>
            <a:off x="411164" y="1480665"/>
            <a:ext cx="5380037" cy="1783080"/>
            <a:chOff x="411163" y="2240280"/>
            <a:chExt cx="6446837" cy="2377440"/>
          </a:xfrm>
        </p:grpSpPr>
        <p:sp>
          <p:nvSpPr>
            <p:cNvPr id="57" name="Google Shape;57;p4"/>
            <p:cNvSpPr/>
            <p:nvPr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 cmpd="sng">
              <a:solidFill>
                <a:srgbClr val="221F2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8" name="Google Shape;58;p4"/>
            <p:cNvCxnSpPr/>
            <p:nvPr/>
          </p:nvCxnSpPr>
          <p:spPr>
            <a:xfrm>
              <a:off x="411163" y="3931920"/>
              <a:ext cx="6446837" cy="0"/>
            </a:xfrm>
            <a:prstGeom prst="straightConnector1">
              <a:avLst/>
            </a:prstGeom>
            <a:noFill/>
            <a:ln w="19050" cap="flat" cmpd="sng">
              <a:solidFill>
                <a:srgbClr val="221F20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9" name="Google Shape;59;p4"/>
            <p:cNvCxnSpPr/>
            <p:nvPr/>
          </p:nvCxnSpPr>
          <p:spPr>
            <a:xfrm>
              <a:off x="4272796" y="3931920"/>
              <a:ext cx="0" cy="685800"/>
            </a:xfrm>
            <a:prstGeom prst="straightConnector1">
              <a:avLst/>
            </a:prstGeom>
            <a:noFill/>
            <a:ln w="19050" cap="flat" cmpd="sng">
              <a:solidFill>
                <a:srgbClr val="221F20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60" name="Google Shape;60;p4"/>
          <p:cNvSpPr txBox="1">
            <a:spLocks noGrp="1"/>
          </p:cNvSpPr>
          <p:nvPr>
            <p:ph type="ctrTitle"/>
          </p:nvPr>
        </p:nvSpPr>
        <p:spPr>
          <a:xfrm>
            <a:off x="685800" y="1652115"/>
            <a:ext cx="4822031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  <a:defRPr sz="27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4"/>
          <p:cNvSpPr txBox="1">
            <a:spLocks noGrp="1"/>
          </p:cNvSpPr>
          <p:nvPr>
            <p:ph type="subTitle" idx="14"/>
          </p:nvPr>
        </p:nvSpPr>
        <p:spPr>
          <a:xfrm>
            <a:off x="685800" y="2838549"/>
            <a:ext cx="2674144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 b="1">
                <a:solidFill>
                  <a:schemeClr val="dk2"/>
                </a:solidFill>
              </a:defRPr>
            </a:lvl1pPr>
            <a:lvl2pPr lvl="1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 b="1">
                <a:solidFill>
                  <a:schemeClr val="dk2"/>
                </a:solidFill>
              </a:defRPr>
            </a:lvl2pPr>
            <a:lvl3pPr lvl="2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 b="1">
                <a:solidFill>
                  <a:schemeClr val="dk2"/>
                </a:solidFill>
              </a:defRPr>
            </a:lvl3pPr>
            <a:lvl4pPr lvl="3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 b="1">
                <a:solidFill>
                  <a:schemeClr val="dk2"/>
                </a:solidFill>
              </a:defRPr>
            </a:lvl4pPr>
            <a:lvl5pPr lvl="4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 b="1">
                <a:solidFill>
                  <a:schemeClr val="dk2"/>
                </a:solidFill>
              </a:defRPr>
            </a:lvl5pPr>
            <a:lvl6pPr lvl="5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 b="1">
                <a:solidFill>
                  <a:schemeClr val="dk2"/>
                </a:solidFill>
              </a:defRPr>
            </a:lvl6pPr>
            <a:lvl7pPr lvl="6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 b="1">
                <a:solidFill>
                  <a:schemeClr val="dk2"/>
                </a:solidFill>
              </a:defRPr>
            </a:lvl7pPr>
            <a:lvl8pPr lvl="7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 b="1">
                <a:solidFill>
                  <a:schemeClr val="dk2"/>
                </a:solidFill>
              </a:defRPr>
            </a:lvl8pPr>
            <a:lvl9pPr lvl="8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900" b="1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2" name="Google Shape;62;p4"/>
          <p:cNvSpPr txBox="1">
            <a:spLocks noGrp="1"/>
          </p:cNvSpPr>
          <p:nvPr>
            <p:ph type="body" idx="15"/>
          </p:nvPr>
        </p:nvSpPr>
        <p:spPr>
          <a:xfrm>
            <a:off x="3909060" y="2838549"/>
            <a:ext cx="159877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sz="1050" b="1" cap="none">
                <a:solidFill>
                  <a:schemeClr val="dk2"/>
                </a:solidFill>
              </a:defRPr>
            </a:lvl1pPr>
            <a:lvl2pPr marL="914400" lvl="1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sz="1050" b="1" cap="none">
                <a:solidFill>
                  <a:schemeClr val="dk2"/>
                </a:solidFill>
              </a:defRPr>
            </a:lvl2pPr>
            <a:lvl3pPr marL="1371600" lvl="2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sz="1050" b="1" cap="none">
                <a:solidFill>
                  <a:schemeClr val="dk2"/>
                </a:solidFill>
              </a:defRPr>
            </a:lvl3pPr>
            <a:lvl4pPr marL="1828800" lvl="3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sz="1050" b="1" cap="none">
                <a:solidFill>
                  <a:schemeClr val="dk2"/>
                </a:solidFill>
              </a:defRPr>
            </a:lvl4pPr>
            <a:lvl5pPr marL="2286000" lvl="4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sz="1050" b="1" cap="none">
                <a:solidFill>
                  <a:schemeClr val="dk2"/>
                </a:solidFill>
              </a:defRPr>
            </a:lvl5pPr>
            <a:lvl6pPr marL="2743200" lvl="5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sz="1050" b="1" cap="none">
                <a:solidFill>
                  <a:schemeClr val="dk2"/>
                </a:solidFill>
              </a:defRPr>
            </a:lvl6pPr>
            <a:lvl7pPr marL="3200400" lvl="6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sz="1050" b="1" cap="none">
                <a:solidFill>
                  <a:schemeClr val="dk2"/>
                </a:solidFill>
              </a:defRPr>
            </a:lvl7pPr>
            <a:lvl8pPr marL="3657600" lvl="7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sz="1050" b="1" cap="none">
                <a:solidFill>
                  <a:schemeClr val="dk2"/>
                </a:solidFill>
              </a:defRPr>
            </a:lvl8pPr>
            <a:lvl9pPr marL="4114800" lvl="8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Font typeface="Arial"/>
              <a:buNone/>
              <a:defRPr sz="1050" b="1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Image">
  <p:cSld name="Title Slide - Imag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6" name="Google Shape;66;p5" descr="U.S. Army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3674" y="84473"/>
            <a:ext cx="2434590" cy="919356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5"/>
          <p:cNvSpPr txBox="1">
            <a:spLocks noGrp="1"/>
          </p:cNvSpPr>
          <p:nvPr>
            <p:ph type="body" idx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68" name="Google Shape;68;p5"/>
          <p:cNvSpPr txBox="1">
            <a:spLocks noGrp="1"/>
          </p:cNvSpPr>
          <p:nvPr>
            <p:ph type="body" idx="2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69" name="Google Shape;69;p5"/>
          <p:cNvSpPr txBox="1">
            <a:spLocks noGrp="1"/>
          </p:cNvSpPr>
          <p:nvPr>
            <p:ph type="body" idx="3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70" name="Google Shape;70;p5"/>
          <p:cNvSpPr txBox="1">
            <a:spLocks noGrp="1"/>
          </p:cNvSpPr>
          <p:nvPr>
            <p:ph type="body" idx="4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71" name="Google Shape;71;p5"/>
          <p:cNvSpPr txBox="1">
            <a:spLocks noGrp="1"/>
          </p:cNvSpPr>
          <p:nvPr>
            <p:ph type="body" idx="5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72" name="Google Shape;72;p5"/>
          <p:cNvSpPr txBox="1">
            <a:spLocks noGrp="1"/>
          </p:cNvSpPr>
          <p:nvPr>
            <p:ph type="body" idx="6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73" name="Google Shape;73;p5"/>
          <p:cNvSpPr txBox="1">
            <a:spLocks noGrp="1"/>
          </p:cNvSpPr>
          <p:nvPr>
            <p:ph type="body" idx="7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74" name="Google Shape;74;p5"/>
          <p:cNvSpPr txBox="1">
            <a:spLocks noGrp="1"/>
          </p:cNvSpPr>
          <p:nvPr>
            <p:ph type="body" idx="8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75" name="Google Shape;75;p5"/>
          <p:cNvSpPr txBox="1">
            <a:spLocks noGrp="1"/>
          </p:cNvSpPr>
          <p:nvPr>
            <p:ph type="body" idx="9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76" name="Google Shape;76;p5"/>
          <p:cNvSpPr txBox="1">
            <a:spLocks noGrp="1"/>
          </p:cNvSpPr>
          <p:nvPr>
            <p:ph type="body" idx="13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solidFill>
            <a:schemeClr val="lt1">
              <a:alpha val="92941"/>
            </a:schemeClr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0" rIns="365750" bIns="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grpSp>
        <p:nvGrpSpPr>
          <p:cNvPr id="77" name="Google Shape;77;p5"/>
          <p:cNvGrpSpPr/>
          <p:nvPr/>
        </p:nvGrpSpPr>
        <p:grpSpPr>
          <a:xfrm>
            <a:off x="411164" y="1480665"/>
            <a:ext cx="5380036" cy="1783080"/>
            <a:chOff x="411163" y="2240280"/>
            <a:chExt cx="6446837" cy="2377440"/>
          </a:xfrm>
        </p:grpSpPr>
        <p:sp>
          <p:nvSpPr>
            <p:cNvPr id="78" name="Google Shape;78;p5"/>
            <p:cNvSpPr/>
            <p:nvPr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 cmpd="sng">
              <a:solidFill>
                <a:srgbClr val="FFCC0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79" name="Google Shape;79;p5"/>
            <p:cNvCxnSpPr/>
            <p:nvPr/>
          </p:nvCxnSpPr>
          <p:spPr>
            <a:xfrm>
              <a:off x="411163" y="3931920"/>
              <a:ext cx="6446837" cy="0"/>
            </a:xfrm>
            <a:prstGeom prst="straightConnector1">
              <a:avLst/>
            </a:prstGeom>
            <a:noFill/>
            <a:ln w="19050" cap="flat" cmpd="sng">
              <a:solidFill>
                <a:srgbClr val="FFCC0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0" name="Google Shape;80;p5"/>
            <p:cNvCxnSpPr/>
            <p:nvPr/>
          </p:nvCxnSpPr>
          <p:spPr>
            <a:xfrm>
              <a:off x="4274795" y="3931920"/>
              <a:ext cx="0" cy="685800"/>
            </a:xfrm>
            <a:prstGeom prst="straightConnector1">
              <a:avLst/>
            </a:prstGeom>
            <a:noFill/>
            <a:ln w="19050" cap="flat" cmpd="sng">
              <a:solidFill>
                <a:srgbClr val="FFCC0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81" name="Google Shape;81;p5"/>
          <p:cNvSpPr txBox="1">
            <a:spLocks noGrp="1"/>
          </p:cNvSpPr>
          <p:nvPr>
            <p:ph type="ctrTitle"/>
          </p:nvPr>
        </p:nvSpPr>
        <p:spPr>
          <a:xfrm>
            <a:off x="685801" y="1652115"/>
            <a:ext cx="4822031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sz="27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14"/>
          </p:nvPr>
        </p:nvSpPr>
        <p:spPr>
          <a:xfrm>
            <a:off x="685801" y="2838549"/>
            <a:ext cx="267414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1pPr>
            <a:lvl2pPr lvl="1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2pPr>
            <a:lvl3pPr lvl="2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3pPr>
            <a:lvl4pPr lvl="3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4pPr>
            <a:lvl5pPr lvl="4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5pPr>
            <a:lvl6pPr lvl="5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6pPr>
            <a:lvl7pPr lvl="6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7pPr>
            <a:lvl8pPr lvl="7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8pPr>
            <a:lvl9pPr lvl="8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None/>
              <a:defRPr sz="900" b="1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body" idx="15"/>
          </p:nvPr>
        </p:nvSpPr>
        <p:spPr>
          <a:xfrm>
            <a:off x="3909060" y="2838549"/>
            <a:ext cx="159877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1pPr>
            <a:lvl2pPr marL="914400" lvl="1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2pPr>
            <a:lvl3pPr marL="1371600" lvl="2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3pPr>
            <a:lvl4pPr marL="1828800" lvl="3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4pPr>
            <a:lvl5pPr marL="2286000" lvl="4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5pPr>
            <a:lvl6pPr marL="2743200" lvl="5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6pPr>
            <a:lvl7pPr marL="3200400" lvl="6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7pPr>
            <a:lvl8pPr marL="3657600" lvl="7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8pPr>
            <a:lvl9pPr marL="4114800" lvl="8" indent="-2286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50"/>
              <a:buFont typeface="Arial"/>
              <a:buNone/>
              <a:defRPr sz="1050" b="1" cap="none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pic>
        <p:nvPicPr>
          <p:cNvPr id="84" name="Google Shape;84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5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rgbClr val="2DAA27"/>
                </a:solidFill>
                <a:latin typeface="Arial"/>
                <a:ea typeface="Arial"/>
                <a:cs typeface="Arial"/>
                <a:sym typeface="Arial"/>
              </a:rPr>
              <a:t>UNCLASSIFIED / GENERAL</a:t>
            </a:r>
            <a:endParaRPr/>
          </a:p>
        </p:txBody>
      </p:sp>
      <p:sp>
        <p:nvSpPr>
          <p:cNvPr id="86" name="Google Shape;86;p5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rgbClr val="2DAA27"/>
                </a:solidFill>
                <a:latin typeface="Arial"/>
                <a:ea typeface="Arial"/>
                <a:cs typeface="Arial"/>
                <a:sym typeface="Arial"/>
              </a:rPr>
              <a:t>UNCLASSIFIED / GENERAL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Column">
  <p:cSld name="2 Column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7"/>
          <p:cNvSpPr txBox="1">
            <a:spLocks noGrp="1"/>
          </p:cNvSpPr>
          <p:nvPr>
            <p:ph type="body" idx="1"/>
          </p:nvPr>
        </p:nvSpPr>
        <p:spPr>
          <a:xfrm>
            <a:off x="411479" y="1200150"/>
            <a:ext cx="402336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marL="914400" lvl="1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3pPr>
            <a:lvl4pPr marL="1828800" lvl="3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95" name="Google Shape;95;p7"/>
          <p:cNvSpPr txBox="1">
            <a:spLocks noGrp="1"/>
          </p:cNvSpPr>
          <p:nvPr>
            <p:ph type="body" idx="2"/>
          </p:nvPr>
        </p:nvSpPr>
        <p:spPr>
          <a:xfrm>
            <a:off x="4709159" y="1200150"/>
            <a:ext cx="402336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marL="914400" lvl="1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3pPr>
            <a:lvl4pPr marL="1828800" lvl="3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96" name="Google Shape;96;p7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7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Column">
  <p:cSld name="3 Column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8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8"/>
          <p:cNvSpPr txBox="1">
            <a:spLocks noGrp="1"/>
          </p:cNvSpPr>
          <p:nvPr>
            <p:ph type="body" idx="1"/>
          </p:nvPr>
        </p:nvSpPr>
        <p:spPr>
          <a:xfrm>
            <a:off x="411479" y="1200150"/>
            <a:ext cx="2587752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marL="914400" lvl="1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3pPr>
            <a:lvl4pPr marL="1828800" lvl="3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101" name="Google Shape;101;p8"/>
          <p:cNvSpPr txBox="1">
            <a:spLocks noGrp="1"/>
          </p:cNvSpPr>
          <p:nvPr>
            <p:ph type="body" idx="2"/>
          </p:nvPr>
        </p:nvSpPr>
        <p:spPr>
          <a:xfrm>
            <a:off x="3278124" y="1200150"/>
            <a:ext cx="2587752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marL="914400" lvl="1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3pPr>
            <a:lvl4pPr marL="1828800" lvl="3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102" name="Google Shape;102;p8"/>
          <p:cNvSpPr txBox="1">
            <a:spLocks noGrp="1"/>
          </p:cNvSpPr>
          <p:nvPr>
            <p:ph type="body" idx="3"/>
          </p:nvPr>
        </p:nvSpPr>
        <p:spPr>
          <a:xfrm>
            <a:off x="6144767" y="1200150"/>
            <a:ext cx="2587752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marL="914400" lvl="1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3pPr>
            <a:lvl4pPr marL="1828800" lvl="3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103" name="Google Shape;103;p8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8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Column">
  <p:cSld name="4 Column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9"/>
          <p:cNvSpPr txBox="1">
            <a:spLocks noGrp="1"/>
          </p:cNvSpPr>
          <p:nvPr>
            <p:ph type="body" idx="1"/>
          </p:nvPr>
        </p:nvSpPr>
        <p:spPr>
          <a:xfrm>
            <a:off x="411481" y="1200150"/>
            <a:ext cx="1874519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108" name="Google Shape;108;p9"/>
          <p:cNvSpPr txBox="1">
            <a:spLocks noGrp="1"/>
          </p:cNvSpPr>
          <p:nvPr>
            <p:ph type="body" idx="2"/>
          </p:nvPr>
        </p:nvSpPr>
        <p:spPr>
          <a:xfrm>
            <a:off x="2560321" y="1200150"/>
            <a:ext cx="1874519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109" name="Google Shape;109;p9"/>
          <p:cNvSpPr txBox="1">
            <a:spLocks noGrp="1"/>
          </p:cNvSpPr>
          <p:nvPr>
            <p:ph type="body" idx="3"/>
          </p:nvPr>
        </p:nvSpPr>
        <p:spPr>
          <a:xfrm>
            <a:off x="4709161" y="1200150"/>
            <a:ext cx="1874519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110" name="Google Shape;110;p9"/>
          <p:cNvSpPr txBox="1">
            <a:spLocks noGrp="1"/>
          </p:cNvSpPr>
          <p:nvPr>
            <p:ph type="body" idx="4"/>
          </p:nvPr>
        </p:nvSpPr>
        <p:spPr>
          <a:xfrm>
            <a:off x="6858001" y="1200150"/>
            <a:ext cx="1874519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111" name="Google Shape;111;p9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9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Icons">
  <p:cSld name="4 Icons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0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0"/>
          <p:cNvSpPr>
            <a:spLocks noGrp="1"/>
          </p:cNvSpPr>
          <p:nvPr>
            <p:ph type="pic" idx="2"/>
          </p:nvPr>
        </p:nvSpPr>
        <p:spPr>
          <a:xfrm>
            <a:off x="411480" y="1200150"/>
            <a:ext cx="418338" cy="416624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10"/>
          <p:cNvSpPr txBox="1">
            <a:spLocks noGrp="1"/>
          </p:cNvSpPr>
          <p:nvPr>
            <p:ph type="body" idx="1"/>
          </p:nvPr>
        </p:nvSpPr>
        <p:spPr>
          <a:xfrm>
            <a:off x="411481" y="1714498"/>
            <a:ext cx="1874519" cy="2914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117" name="Google Shape;117;p10"/>
          <p:cNvSpPr>
            <a:spLocks noGrp="1"/>
          </p:cNvSpPr>
          <p:nvPr>
            <p:ph type="pic" idx="3"/>
          </p:nvPr>
        </p:nvSpPr>
        <p:spPr>
          <a:xfrm>
            <a:off x="2560320" y="1200150"/>
            <a:ext cx="418338" cy="418338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10"/>
          <p:cNvSpPr txBox="1">
            <a:spLocks noGrp="1"/>
          </p:cNvSpPr>
          <p:nvPr>
            <p:ph type="body" idx="4"/>
          </p:nvPr>
        </p:nvSpPr>
        <p:spPr>
          <a:xfrm>
            <a:off x="2560321" y="1714498"/>
            <a:ext cx="1874519" cy="2914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119" name="Google Shape;119;p10"/>
          <p:cNvSpPr>
            <a:spLocks noGrp="1"/>
          </p:cNvSpPr>
          <p:nvPr>
            <p:ph type="pic" idx="5"/>
          </p:nvPr>
        </p:nvSpPr>
        <p:spPr>
          <a:xfrm>
            <a:off x="4709160" y="1200150"/>
            <a:ext cx="418338" cy="418338"/>
          </a:xfrm>
          <a:prstGeom prst="rect">
            <a:avLst/>
          </a:prstGeom>
          <a:noFill/>
          <a:ln>
            <a:noFill/>
          </a:ln>
        </p:spPr>
      </p:sp>
      <p:sp>
        <p:nvSpPr>
          <p:cNvPr id="120" name="Google Shape;120;p10"/>
          <p:cNvSpPr txBox="1">
            <a:spLocks noGrp="1"/>
          </p:cNvSpPr>
          <p:nvPr>
            <p:ph type="body" idx="6"/>
          </p:nvPr>
        </p:nvSpPr>
        <p:spPr>
          <a:xfrm>
            <a:off x="4709161" y="1714498"/>
            <a:ext cx="1874519" cy="2914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121" name="Google Shape;121;p10"/>
          <p:cNvSpPr>
            <a:spLocks noGrp="1"/>
          </p:cNvSpPr>
          <p:nvPr>
            <p:ph type="pic" idx="7"/>
          </p:nvPr>
        </p:nvSpPr>
        <p:spPr>
          <a:xfrm>
            <a:off x="6858000" y="1200150"/>
            <a:ext cx="418338" cy="418338"/>
          </a:xfrm>
          <a:prstGeom prst="rect">
            <a:avLst/>
          </a:prstGeom>
          <a:noFill/>
          <a:ln>
            <a:noFill/>
          </a:ln>
        </p:spPr>
      </p:sp>
      <p:sp>
        <p:nvSpPr>
          <p:cNvPr id="122" name="Google Shape;122;p10"/>
          <p:cNvSpPr txBox="1">
            <a:spLocks noGrp="1"/>
          </p:cNvSpPr>
          <p:nvPr>
            <p:ph type="body" idx="8"/>
          </p:nvPr>
        </p:nvSpPr>
        <p:spPr>
          <a:xfrm>
            <a:off x="6858001" y="1714498"/>
            <a:ext cx="1874519" cy="2914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123" name="Google Shape;123;p10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10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4 Numbers">
  <p:cSld name="4 Numbers">
    <p:bg>
      <p:bgPr>
        <a:solidFill>
          <a:srgbClr val="221F20"/>
        </a:solidFill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1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27" name="Google Shape;127;p11"/>
          <p:cNvCxnSpPr/>
          <p:nvPr/>
        </p:nvCxnSpPr>
        <p:spPr>
          <a:xfrm>
            <a:off x="41148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28" name="Google Shape;128;p11"/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129" name="Google Shape;129;p11"/>
          <p:cNvSpPr txBox="1">
            <a:spLocks noGrp="1"/>
          </p:cNvSpPr>
          <p:nvPr>
            <p:ph type="body" idx="1"/>
          </p:nvPr>
        </p:nvSpPr>
        <p:spPr>
          <a:xfrm>
            <a:off x="41148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None/>
              <a:defRPr sz="975">
                <a:solidFill>
                  <a:schemeClr val="lt1"/>
                </a:solidFill>
              </a:defRPr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>
                <a:solidFill>
                  <a:schemeClr val="lt1"/>
                </a:solidFill>
              </a:defRPr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30" name="Google Shape;130;p11"/>
          <p:cNvCxnSpPr/>
          <p:nvPr/>
        </p:nvCxnSpPr>
        <p:spPr>
          <a:xfrm>
            <a:off x="256032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1" name="Google Shape;131;p11"/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132" name="Google Shape;132;p11"/>
          <p:cNvSpPr txBox="1">
            <a:spLocks noGrp="1"/>
          </p:cNvSpPr>
          <p:nvPr>
            <p:ph type="body" idx="2"/>
          </p:nvPr>
        </p:nvSpPr>
        <p:spPr>
          <a:xfrm>
            <a:off x="256032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>
                <a:solidFill>
                  <a:schemeClr val="lt1"/>
                </a:solidFill>
              </a:defRPr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>
                <a:solidFill>
                  <a:schemeClr val="lt1"/>
                </a:solidFill>
              </a:defRPr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33" name="Google Shape;133;p11"/>
          <p:cNvCxnSpPr/>
          <p:nvPr/>
        </p:nvCxnSpPr>
        <p:spPr>
          <a:xfrm>
            <a:off x="470916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4" name="Google Shape;134;p11"/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135" name="Google Shape;135;p11"/>
          <p:cNvSpPr txBox="1">
            <a:spLocks noGrp="1"/>
          </p:cNvSpPr>
          <p:nvPr>
            <p:ph type="body" idx="3"/>
          </p:nvPr>
        </p:nvSpPr>
        <p:spPr>
          <a:xfrm>
            <a:off x="470916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>
                <a:solidFill>
                  <a:schemeClr val="lt1"/>
                </a:solidFill>
              </a:defRPr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>
                <a:solidFill>
                  <a:schemeClr val="lt1"/>
                </a:solidFill>
              </a:defRPr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36" name="Google Shape;136;p11"/>
          <p:cNvCxnSpPr/>
          <p:nvPr/>
        </p:nvCxnSpPr>
        <p:spPr>
          <a:xfrm>
            <a:off x="685800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7" name="Google Shape;137;p11"/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138" name="Google Shape;138;p11"/>
          <p:cNvSpPr txBox="1">
            <a:spLocks noGrp="1"/>
          </p:cNvSpPr>
          <p:nvPr>
            <p:ph type="body" idx="4"/>
          </p:nvPr>
        </p:nvSpPr>
        <p:spPr>
          <a:xfrm>
            <a:off x="685800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>
                <a:solidFill>
                  <a:schemeClr val="lt1"/>
                </a:solidFill>
              </a:defRPr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>
                <a:solidFill>
                  <a:schemeClr val="lt1"/>
                </a:solidFill>
              </a:defRPr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9" name="Google Shape;139;p11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11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1" name="Google Shape;141;p11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sp>
        <p:nvSpPr>
          <p:cNvPr id="142" name="Google Shape;142;p11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pic>
        <p:nvPicPr>
          <p:cNvPr id="143" name="Google Shape;143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Numbers - White">
  <p:cSld name="4 Numbers - White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2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46" name="Google Shape;146;p12"/>
          <p:cNvCxnSpPr/>
          <p:nvPr/>
        </p:nvCxnSpPr>
        <p:spPr>
          <a:xfrm>
            <a:off x="41148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47" name="Google Shape;147;p12"/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148" name="Google Shape;148;p12"/>
          <p:cNvSpPr txBox="1">
            <a:spLocks noGrp="1"/>
          </p:cNvSpPr>
          <p:nvPr>
            <p:ph type="body" idx="1"/>
          </p:nvPr>
        </p:nvSpPr>
        <p:spPr>
          <a:xfrm>
            <a:off x="41148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49" name="Google Shape;149;p12"/>
          <p:cNvCxnSpPr/>
          <p:nvPr/>
        </p:nvCxnSpPr>
        <p:spPr>
          <a:xfrm>
            <a:off x="256032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50" name="Google Shape;150;p12"/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151" name="Google Shape;151;p12"/>
          <p:cNvSpPr txBox="1">
            <a:spLocks noGrp="1"/>
          </p:cNvSpPr>
          <p:nvPr>
            <p:ph type="body" idx="2"/>
          </p:nvPr>
        </p:nvSpPr>
        <p:spPr>
          <a:xfrm>
            <a:off x="256032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52" name="Google Shape;152;p12"/>
          <p:cNvCxnSpPr/>
          <p:nvPr/>
        </p:nvCxnSpPr>
        <p:spPr>
          <a:xfrm>
            <a:off x="470916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53" name="Google Shape;153;p12"/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154" name="Google Shape;154;p12"/>
          <p:cNvSpPr txBox="1">
            <a:spLocks noGrp="1"/>
          </p:cNvSpPr>
          <p:nvPr>
            <p:ph type="body" idx="3"/>
          </p:nvPr>
        </p:nvSpPr>
        <p:spPr>
          <a:xfrm>
            <a:off x="470916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55" name="Google Shape;155;p12"/>
          <p:cNvCxnSpPr/>
          <p:nvPr/>
        </p:nvCxnSpPr>
        <p:spPr>
          <a:xfrm>
            <a:off x="685800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56" name="Google Shape;156;p12"/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157" name="Google Shape;157;p12"/>
          <p:cNvSpPr txBox="1">
            <a:spLocks noGrp="1"/>
          </p:cNvSpPr>
          <p:nvPr>
            <p:ph type="body" idx="4"/>
          </p:nvPr>
        </p:nvSpPr>
        <p:spPr>
          <a:xfrm>
            <a:off x="6858001" y="1714500"/>
            <a:ext cx="1874519" cy="291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158" name="Google Shape;158;p12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9" name="Google Shape;159;p12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8 Numbers">
  <p:cSld name="8 Numbers">
    <p:bg>
      <p:bgPr>
        <a:solidFill>
          <a:srgbClr val="221F20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3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62" name="Google Shape;162;p13"/>
          <p:cNvCxnSpPr/>
          <p:nvPr/>
        </p:nvCxnSpPr>
        <p:spPr>
          <a:xfrm>
            <a:off x="41148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63" name="Google Shape;163;p13"/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164" name="Google Shape;164;p13"/>
          <p:cNvSpPr txBox="1">
            <a:spLocks noGrp="1"/>
          </p:cNvSpPr>
          <p:nvPr>
            <p:ph type="body" idx="1"/>
          </p:nvPr>
        </p:nvSpPr>
        <p:spPr>
          <a:xfrm>
            <a:off x="41148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65" name="Google Shape;165;p13"/>
          <p:cNvCxnSpPr/>
          <p:nvPr/>
        </p:nvCxnSpPr>
        <p:spPr>
          <a:xfrm>
            <a:off x="256032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66" name="Google Shape;166;p13"/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167" name="Google Shape;167;p13"/>
          <p:cNvSpPr txBox="1">
            <a:spLocks noGrp="1"/>
          </p:cNvSpPr>
          <p:nvPr>
            <p:ph type="body" idx="2"/>
          </p:nvPr>
        </p:nvSpPr>
        <p:spPr>
          <a:xfrm>
            <a:off x="256032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68" name="Google Shape;168;p13"/>
          <p:cNvCxnSpPr/>
          <p:nvPr/>
        </p:nvCxnSpPr>
        <p:spPr>
          <a:xfrm>
            <a:off x="470916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69" name="Google Shape;169;p13"/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170" name="Google Shape;170;p13"/>
          <p:cNvSpPr txBox="1">
            <a:spLocks noGrp="1"/>
          </p:cNvSpPr>
          <p:nvPr>
            <p:ph type="body" idx="3"/>
          </p:nvPr>
        </p:nvSpPr>
        <p:spPr>
          <a:xfrm>
            <a:off x="470916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71" name="Google Shape;171;p13"/>
          <p:cNvCxnSpPr/>
          <p:nvPr/>
        </p:nvCxnSpPr>
        <p:spPr>
          <a:xfrm>
            <a:off x="685800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72" name="Google Shape;172;p13"/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173" name="Google Shape;173;p13"/>
          <p:cNvSpPr txBox="1">
            <a:spLocks noGrp="1"/>
          </p:cNvSpPr>
          <p:nvPr>
            <p:ph type="body" idx="4"/>
          </p:nvPr>
        </p:nvSpPr>
        <p:spPr>
          <a:xfrm>
            <a:off x="685800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74" name="Google Shape;174;p13"/>
          <p:cNvCxnSpPr/>
          <p:nvPr/>
        </p:nvCxnSpPr>
        <p:spPr>
          <a:xfrm>
            <a:off x="411480" y="29146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75" name="Google Shape;175;p13"/>
          <p:cNvSpPr txBox="1"/>
          <p:nvPr/>
        </p:nvSpPr>
        <p:spPr>
          <a:xfrm>
            <a:off x="41148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/>
          </a:p>
        </p:txBody>
      </p:sp>
      <p:sp>
        <p:nvSpPr>
          <p:cNvPr id="176" name="Google Shape;176;p13"/>
          <p:cNvSpPr txBox="1">
            <a:spLocks noGrp="1"/>
          </p:cNvSpPr>
          <p:nvPr>
            <p:ph type="body" idx="5"/>
          </p:nvPr>
        </p:nvSpPr>
        <p:spPr>
          <a:xfrm>
            <a:off x="41148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77" name="Google Shape;177;p13"/>
          <p:cNvCxnSpPr/>
          <p:nvPr/>
        </p:nvCxnSpPr>
        <p:spPr>
          <a:xfrm>
            <a:off x="2560320" y="29146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78" name="Google Shape;178;p13"/>
          <p:cNvSpPr txBox="1"/>
          <p:nvPr/>
        </p:nvSpPr>
        <p:spPr>
          <a:xfrm>
            <a:off x="256032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/>
          </a:p>
        </p:txBody>
      </p:sp>
      <p:sp>
        <p:nvSpPr>
          <p:cNvPr id="179" name="Google Shape;179;p13"/>
          <p:cNvSpPr txBox="1">
            <a:spLocks noGrp="1"/>
          </p:cNvSpPr>
          <p:nvPr>
            <p:ph type="body" idx="6"/>
          </p:nvPr>
        </p:nvSpPr>
        <p:spPr>
          <a:xfrm>
            <a:off x="256032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80" name="Google Shape;180;p13"/>
          <p:cNvCxnSpPr/>
          <p:nvPr/>
        </p:nvCxnSpPr>
        <p:spPr>
          <a:xfrm>
            <a:off x="4709160" y="29146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81" name="Google Shape;181;p13"/>
          <p:cNvSpPr txBox="1"/>
          <p:nvPr/>
        </p:nvSpPr>
        <p:spPr>
          <a:xfrm>
            <a:off x="470916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/>
          </a:p>
        </p:txBody>
      </p:sp>
      <p:sp>
        <p:nvSpPr>
          <p:cNvPr id="182" name="Google Shape;182;p13"/>
          <p:cNvSpPr txBox="1">
            <a:spLocks noGrp="1"/>
          </p:cNvSpPr>
          <p:nvPr>
            <p:ph type="body" idx="7"/>
          </p:nvPr>
        </p:nvSpPr>
        <p:spPr>
          <a:xfrm>
            <a:off x="470916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83" name="Google Shape;183;p13"/>
          <p:cNvCxnSpPr/>
          <p:nvPr/>
        </p:nvCxnSpPr>
        <p:spPr>
          <a:xfrm>
            <a:off x="6858000" y="29146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84" name="Google Shape;184;p13"/>
          <p:cNvSpPr txBox="1"/>
          <p:nvPr/>
        </p:nvSpPr>
        <p:spPr>
          <a:xfrm>
            <a:off x="685800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/>
          </a:p>
        </p:txBody>
      </p:sp>
      <p:sp>
        <p:nvSpPr>
          <p:cNvPr id="185" name="Google Shape;185;p13"/>
          <p:cNvSpPr txBox="1">
            <a:spLocks noGrp="1"/>
          </p:cNvSpPr>
          <p:nvPr>
            <p:ph type="body" idx="8"/>
          </p:nvPr>
        </p:nvSpPr>
        <p:spPr>
          <a:xfrm>
            <a:off x="685800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186" name="Google Shape;186;p13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8" name="Google Shape;188;p13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sp>
        <p:nvSpPr>
          <p:cNvPr id="189" name="Google Shape;189;p13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pic>
        <p:nvPicPr>
          <p:cNvPr id="190" name="Google Shape;190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 Numbers - White">
  <p:cSld name="8 Numbers - White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4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93" name="Google Shape;193;p14"/>
          <p:cNvCxnSpPr/>
          <p:nvPr/>
        </p:nvCxnSpPr>
        <p:spPr>
          <a:xfrm>
            <a:off x="41148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94" name="Google Shape;194;p14"/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195" name="Google Shape;195;p14"/>
          <p:cNvSpPr txBox="1">
            <a:spLocks noGrp="1"/>
          </p:cNvSpPr>
          <p:nvPr>
            <p:ph type="body" idx="1"/>
          </p:nvPr>
        </p:nvSpPr>
        <p:spPr>
          <a:xfrm>
            <a:off x="41148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96" name="Google Shape;196;p14"/>
          <p:cNvCxnSpPr/>
          <p:nvPr/>
        </p:nvCxnSpPr>
        <p:spPr>
          <a:xfrm>
            <a:off x="256032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97" name="Google Shape;197;p14"/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198" name="Google Shape;198;p14"/>
          <p:cNvSpPr txBox="1">
            <a:spLocks noGrp="1"/>
          </p:cNvSpPr>
          <p:nvPr>
            <p:ph type="body" idx="2"/>
          </p:nvPr>
        </p:nvSpPr>
        <p:spPr>
          <a:xfrm>
            <a:off x="256032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199" name="Google Shape;199;p14"/>
          <p:cNvCxnSpPr/>
          <p:nvPr/>
        </p:nvCxnSpPr>
        <p:spPr>
          <a:xfrm>
            <a:off x="470916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00" name="Google Shape;200;p14"/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201" name="Google Shape;201;p14"/>
          <p:cNvSpPr txBox="1">
            <a:spLocks noGrp="1"/>
          </p:cNvSpPr>
          <p:nvPr>
            <p:ph type="body" idx="3"/>
          </p:nvPr>
        </p:nvSpPr>
        <p:spPr>
          <a:xfrm>
            <a:off x="470916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202" name="Google Shape;202;p14"/>
          <p:cNvCxnSpPr/>
          <p:nvPr/>
        </p:nvCxnSpPr>
        <p:spPr>
          <a:xfrm>
            <a:off x="6858000" y="12001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03" name="Google Shape;203;p14"/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204" name="Google Shape;204;p14"/>
          <p:cNvSpPr txBox="1">
            <a:spLocks noGrp="1"/>
          </p:cNvSpPr>
          <p:nvPr>
            <p:ph type="body" idx="4"/>
          </p:nvPr>
        </p:nvSpPr>
        <p:spPr>
          <a:xfrm>
            <a:off x="6858001" y="17145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205" name="Google Shape;205;p14"/>
          <p:cNvCxnSpPr/>
          <p:nvPr/>
        </p:nvCxnSpPr>
        <p:spPr>
          <a:xfrm>
            <a:off x="411480" y="29146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06" name="Google Shape;206;p14"/>
          <p:cNvSpPr txBox="1"/>
          <p:nvPr/>
        </p:nvSpPr>
        <p:spPr>
          <a:xfrm>
            <a:off x="41148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/>
          </a:p>
        </p:txBody>
      </p:sp>
      <p:sp>
        <p:nvSpPr>
          <p:cNvPr id="207" name="Google Shape;207;p14"/>
          <p:cNvSpPr txBox="1">
            <a:spLocks noGrp="1"/>
          </p:cNvSpPr>
          <p:nvPr>
            <p:ph type="body" idx="5"/>
          </p:nvPr>
        </p:nvSpPr>
        <p:spPr>
          <a:xfrm>
            <a:off x="41148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208" name="Google Shape;208;p14"/>
          <p:cNvCxnSpPr/>
          <p:nvPr/>
        </p:nvCxnSpPr>
        <p:spPr>
          <a:xfrm>
            <a:off x="2560320" y="29146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09" name="Google Shape;209;p14"/>
          <p:cNvSpPr txBox="1"/>
          <p:nvPr/>
        </p:nvSpPr>
        <p:spPr>
          <a:xfrm>
            <a:off x="256032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/>
          </a:p>
        </p:txBody>
      </p:sp>
      <p:sp>
        <p:nvSpPr>
          <p:cNvPr id="210" name="Google Shape;210;p14"/>
          <p:cNvSpPr txBox="1">
            <a:spLocks noGrp="1"/>
          </p:cNvSpPr>
          <p:nvPr>
            <p:ph type="body" idx="6"/>
          </p:nvPr>
        </p:nvSpPr>
        <p:spPr>
          <a:xfrm>
            <a:off x="256032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211" name="Google Shape;211;p14"/>
          <p:cNvCxnSpPr/>
          <p:nvPr/>
        </p:nvCxnSpPr>
        <p:spPr>
          <a:xfrm>
            <a:off x="4709160" y="29146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12" name="Google Shape;212;p14"/>
          <p:cNvSpPr txBox="1"/>
          <p:nvPr/>
        </p:nvSpPr>
        <p:spPr>
          <a:xfrm>
            <a:off x="470916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/>
          </a:p>
        </p:txBody>
      </p:sp>
      <p:sp>
        <p:nvSpPr>
          <p:cNvPr id="213" name="Google Shape;213;p14"/>
          <p:cNvSpPr txBox="1">
            <a:spLocks noGrp="1"/>
          </p:cNvSpPr>
          <p:nvPr>
            <p:ph type="body" idx="7"/>
          </p:nvPr>
        </p:nvSpPr>
        <p:spPr>
          <a:xfrm>
            <a:off x="470916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cxnSp>
        <p:nvCxnSpPr>
          <p:cNvPr id="214" name="Google Shape;214;p14"/>
          <p:cNvCxnSpPr/>
          <p:nvPr/>
        </p:nvCxnSpPr>
        <p:spPr>
          <a:xfrm>
            <a:off x="6858000" y="2914650"/>
            <a:ext cx="187452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15" name="Google Shape;215;p14"/>
          <p:cNvSpPr txBox="1"/>
          <p:nvPr/>
        </p:nvSpPr>
        <p:spPr>
          <a:xfrm>
            <a:off x="6858001" y="3017520"/>
            <a:ext cx="18745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"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/>
          </a:p>
        </p:txBody>
      </p:sp>
      <p:sp>
        <p:nvSpPr>
          <p:cNvPr id="216" name="Google Shape;216;p14"/>
          <p:cNvSpPr txBox="1">
            <a:spLocks noGrp="1"/>
          </p:cNvSpPr>
          <p:nvPr>
            <p:ph type="body" idx="8"/>
          </p:nvPr>
        </p:nvSpPr>
        <p:spPr>
          <a:xfrm>
            <a:off x="6858001" y="3429000"/>
            <a:ext cx="1874519" cy="994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None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Font typeface="Arial"/>
              <a:buChar char="▪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217" name="Google Shape;217;p14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14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ull Image">
  <p:cSld name="Full Image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5"/>
          <p:cNvSpPr>
            <a:spLocks noGrp="1"/>
          </p:cNvSpPr>
          <p:nvPr>
            <p:ph type="pic" idx="2"/>
          </p:nvPr>
        </p:nvSpPr>
        <p:spPr>
          <a:xfrm>
            <a:off x="0" y="171450"/>
            <a:ext cx="9144000" cy="480060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21" name="Google Shape;221;p15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2" name="Google Shape;222;p15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3" name="Google Shape;223;p15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4" name="Google Shape;224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01">
  <p:cSld name="Content and Image 01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6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402336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16"/>
          <p:cNvSpPr txBox="1">
            <a:spLocks noGrp="1"/>
          </p:cNvSpPr>
          <p:nvPr>
            <p:ph type="body" idx="1"/>
          </p:nvPr>
        </p:nvSpPr>
        <p:spPr>
          <a:xfrm>
            <a:off x="411479" y="1200150"/>
            <a:ext cx="402336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marL="914400" lvl="1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3pPr>
            <a:lvl4pPr marL="1828800" lvl="3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228" name="Google Shape;228;p16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16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0" name="Google Shape;230;p16"/>
          <p:cNvSpPr>
            <a:spLocks noGrp="1"/>
          </p:cNvSpPr>
          <p:nvPr>
            <p:ph type="pic" idx="2"/>
          </p:nvPr>
        </p:nvSpPr>
        <p:spPr>
          <a:xfrm>
            <a:off x="4708528" y="807244"/>
            <a:ext cx="4024311" cy="3821906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02">
  <p:cSld name="Content and Image 02"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7"/>
          <p:cNvSpPr>
            <a:spLocks noGrp="1"/>
          </p:cNvSpPr>
          <p:nvPr>
            <p:ph type="pic" idx="2"/>
          </p:nvPr>
        </p:nvSpPr>
        <p:spPr>
          <a:xfrm>
            <a:off x="411479" y="308610"/>
            <a:ext cx="8321040" cy="233172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33" name="Google Shape;233;p17"/>
          <p:cNvSpPr txBox="1">
            <a:spLocks noGrp="1"/>
          </p:cNvSpPr>
          <p:nvPr>
            <p:ph type="title"/>
          </p:nvPr>
        </p:nvSpPr>
        <p:spPr>
          <a:xfrm>
            <a:off x="411480" y="2846070"/>
            <a:ext cx="402336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4" name="Google Shape;234;p17"/>
          <p:cNvSpPr txBox="1">
            <a:spLocks noGrp="1"/>
          </p:cNvSpPr>
          <p:nvPr>
            <p:ph type="body" idx="1"/>
          </p:nvPr>
        </p:nvSpPr>
        <p:spPr>
          <a:xfrm>
            <a:off x="4709159" y="2846070"/>
            <a:ext cx="4023360" cy="1783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  <a:defRPr/>
            </a:lvl1pPr>
            <a:lvl2pPr marL="914400" lvl="1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3pPr>
            <a:lvl4pPr marL="1828800" lvl="3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5pPr>
            <a:lvl6pPr marL="2743200" lvl="5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6pPr>
            <a:lvl7pPr marL="3200400" lvl="6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7pPr>
            <a:lvl8pPr marL="3657600" lvl="7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8pPr>
            <a:lvl9pPr marL="4114800" lvl="8" indent="-342900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9pPr>
          </a:lstStyle>
          <a:p>
            <a:endParaRPr/>
          </a:p>
        </p:txBody>
      </p:sp>
      <p:sp>
        <p:nvSpPr>
          <p:cNvPr id="235" name="Google Shape;235;p17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6" name="Google Shape;236;p17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90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218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2 Images">
  <p:cSld name="Content and 2 Images"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8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9" name="Google Shape;239;p18"/>
          <p:cNvSpPr>
            <a:spLocks noGrp="1"/>
          </p:cNvSpPr>
          <p:nvPr>
            <p:ph type="pic" idx="2"/>
          </p:nvPr>
        </p:nvSpPr>
        <p:spPr>
          <a:xfrm>
            <a:off x="411479" y="1200150"/>
            <a:ext cx="4023360" cy="171450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40" name="Google Shape;240;p18"/>
          <p:cNvSpPr txBox="1">
            <a:spLocks noGrp="1"/>
          </p:cNvSpPr>
          <p:nvPr>
            <p:ph type="body" idx="1"/>
          </p:nvPr>
        </p:nvSpPr>
        <p:spPr>
          <a:xfrm>
            <a:off x="411478" y="308610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1pPr>
            <a:lvl2pPr marL="914400" lvl="1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2pPr>
            <a:lvl3pPr marL="1371600" lvl="2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3pPr>
            <a:lvl4pPr marL="1828800" lvl="3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4pPr>
            <a:lvl5pPr marL="2286000" lvl="4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5pPr>
            <a:lvl6pPr marL="2743200" lvl="5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6pPr>
            <a:lvl7pPr marL="3200400" lvl="6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7pPr>
            <a:lvl8pPr marL="3657600" lvl="7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8pPr>
            <a:lvl9pPr marL="4114800" lvl="8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9pPr>
          </a:lstStyle>
          <a:p>
            <a:endParaRPr/>
          </a:p>
        </p:txBody>
      </p:sp>
      <p:sp>
        <p:nvSpPr>
          <p:cNvPr id="241" name="Google Shape;241;p18"/>
          <p:cNvSpPr txBox="1">
            <a:spLocks noGrp="1"/>
          </p:cNvSpPr>
          <p:nvPr>
            <p:ph type="body" idx="3"/>
          </p:nvPr>
        </p:nvSpPr>
        <p:spPr>
          <a:xfrm>
            <a:off x="411479" y="3394710"/>
            <a:ext cx="4023360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0037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125"/>
              <a:buChar char="▪"/>
              <a:defRPr sz="1125"/>
            </a:lvl1pPr>
            <a:lvl2pPr marL="914400" lvl="1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2pPr>
            <a:lvl3pPr marL="1371600" lvl="2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3pPr>
            <a:lvl4pPr marL="1828800" lvl="3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4pPr>
            <a:lvl5pPr marL="2286000" lvl="4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5pPr>
            <a:lvl6pPr marL="2743200" lvl="5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6pPr>
            <a:lvl7pPr marL="3200400" lvl="6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7pPr>
            <a:lvl8pPr marL="3657600" lvl="7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8pPr>
            <a:lvl9pPr marL="4114800" lvl="8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9pPr>
          </a:lstStyle>
          <a:p>
            <a:endParaRPr/>
          </a:p>
        </p:txBody>
      </p:sp>
      <p:sp>
        <p:nvSpPr>
          <p:cNvPr id="242" name="Google Shape;242;p18"/>
          <p:cNvSpPr>
            <a:spLocks noGrp="1"/>
          </p:cNvSpPr>
          <p:nvPr>
            <p:ph type="pic" idx="4"/>
          </p:nvPr>
        </p:nvSpPr>
        <p:spPr>
          <a:xfrm>
            <a:off x="4709159" y="1200150"/>
            <a:ext cx="4023360" cy="171450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43" name="Google Shape;243;p18"/>
          <p:cNvSpPr txBox="1">
            <a:spLocks noGrp="1"/>
          </p:cNvSpPr>
          <p:nvPr>
            <p:ph type="body" idx="5"/>
          </p:nvPr>
        </p:nvSpPr>
        <p:spPr>
          <a:xfrm>
            <a:off x="4709159" y="308610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1pPr>
            <a:lvl2pPr marL="914400" lvl="1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2pPr>
            <a:lvl3pPr marL="1371600" lvl="2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3pPr>
            <a:lvl4pPr marL="1828800" lvl="3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4pPr>
            <a:lvl5pPr marL="2286000" lvl="4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5pPr>
            <a:lvl6pPr marL="2743200" lvl="5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6pPr>
            <a:lvl7pPr marL="3200400" lvl="6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7pPr>
            <a:lvl8pPr marL="3657600" lvl="7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8pPr>
            <a:lvl9pPr marL="4114800" lvl="8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9pPr>
          </a:lstStyle>
          <a:p>
            <a:endParaRPr/>
          </a:p>
        </p:txBody>
      </p:sp>
      <p:sp>
        <p:nvSpPr>
          <p:cNvPr id="244" name="Google Shape;244;p18"/>
          <p:cNvSpPr txBox="1">
            <a:spLocks noGrp="1"/>
          </p:cNvSpPr>
          <p:nvPr>
            <p:ph type="body" idx="6"/>
          </p:nvPr>
        </p:nvSpPr>
        <p:spPr>
          <a:xfrm>
            <a:off x="4709159" y="3394710"/>
            <a:ext cx="4023360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0037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125"/>
              <a:buChar char="▪"/>
              <a:defRPr sz="1125"/>
            </a:lvl1pPr>
            <a:lvl2pPr marL="914400" lvl="1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2pPr>
            <a:lvl3pPr marL="1371600" lvl="2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3pPr>
            <a:lvl4pPr marL="1828800" lvl="3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4pPr>
            <a:lvl5pPr marL="2286000" lvl="4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5pPr>
            <a:lvl6pPr marL="2743200" lvl="5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6pPr>
            <a:lvl7pPr marL="3200400" lvl="6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7pPr>
            <a:lvl8pPr marL="3657600" lvl="7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8pPr>
            <a:lvl9pPr marL="4114800" lvl="8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9pPr>
          </a:lstStyle>
          <a:p>
            <a:endParaRPr/>
          </a:p>
        </p:txBody>
      </p:sp>
      <p:sp>
        <p:nvSpPr>
          <p:cNvPr id="245" name="Google Shape;245;p18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6" name="Google Shape;246;p18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592">
          <p15:clr>
            <a:srgbClr val="A4A3A4"/>
          </p15:clr>
        </p15:guide>
        <p15:guide id="4" orient="horz" pos="2448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3 Images">
  <p:cSld name="Content and 3 Images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9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9" name="Google Shape;249;p19"/>
          <p:cNvSpPr>
            <a:spLocks noGrp="1"/>
          </p:cNvSpPr>
          <p:nvPr>
            <p:ph type="pic" idx="2"/>
          </p:nvPr>
        </p:nvSpPr>
        <p:spPr>
          <a:xfrm>
            <a:off x="411479" y="1200150"/>
            <a:ext cx="2587752" cy="12687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50" name="Google Shape;250;p19"/>
          <p:cNvSpPr txBox="1">
            <a:spLocks noGrp="1"/>
          </p:cNvSpPr>
          <p:nvPr>
            <p:ph type="body" idx="1"/>
          </p:nvPr>
        </p:nvSpPr>
        <p:spPr>
          <a:xfrm>
            <a:off x="411478" y="2640330"/>
            <a:ext cx="25877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1pPr>
            <a:lvl2pPr marL="914400" lvl="1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2pPr>
            <a:lvl3pPr marL="1371600" lvl="2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3pPr>
            <a:lvl4pPr marL="1828800" lvl="3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4pPr>
            <a:lvl5pPr marL="2286000" lvl="4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5pPr>
            <a:lvl6pPr marL="2743200" lvl="5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6pPr>
            <a:lvl7pPr marL="3200400" lvl="6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7pPr>
            <a:lvl8pPr marL="3657600" lvl="7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8pPr>
            <a:lvl9pPr marL="4114800" lvl="8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9pPr>
          </a:lstStyle>
          <a:p>
            <a:endParaRPr/>
          </a:p>
        </p:txBody>
      </p:sp>
      <p:sp>
        <p:nvSpPr>
          <p:cNvPr id="251" name="Google Shape;251;p19"/>
          <p:cNvSpPr txBox="1">
            <a:spLocks noGrp="1"/>
          </p:cNvSpPr>
          <p:nvPr>
            <p:ph type="body" idx="3"/>
          </p:nvPr>
        </p:nvSpPr>
        <p:spPr>
          <a:xfrm>
            <a:off x="411479" y="2948940"/>
            <a:ext cx="2587752" cy="1680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0037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125"/>
              <a:buChar char="▪"/>
              <a:defRPr sz="1125"/>
            </a:lvl1pPr>
            <a:lvl2pPr marL="914400" lvl="1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2pPr>
            <a:lvl3pPr marL="1371600" lvl="2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3pPr>
            <a:lvl4pPr marL="1828800" lvl="3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4pPr>
            <a:lvl5pPr marL="2286000" lvl="4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5pPr>
            <a:lvl6pPr marL="2743200" lvl="5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6pPr>
            <a:lvl7pPr marL="3200400" lvl="6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7pPr>
            <a:lvl8pPr marL="3657600" lvl="7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8pPr>
            <a:lvl9pPr marL="4114800" lvl="8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9pPr>
          </a:lstStyle>
          <a:p>
            <a:endParaRPr/>
          </a:p>
        </p:txBody>
      </p:sp>
      <p:sp>
        <p:nvSpPr>
          <p:cNvPr id="252" name="Google Shape;252;p19"/>
          <p:cNvSpPr>
            <a:spLocks noGrp="1"/>
          </p:cNvSpPr>
          <p:nvPr>
            <p:ph type="pic" idx="4"/>
          </p:nvPr>
        </p:nvSpPr>
        <p:spPr>
          <a:xfrm>
            <a:off x="3278123" y="1200150"/>
            <a:ext cx="2587752" cy="12687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53" name="Google Shape;253;p19"/>
          <p:cNvSpPr txBox="1">
            <a:spLocks noGrp="1"/>
          </p:cNvSpPr>
          <p:nvPr>
            <p:ph type="body" idx="5"/>
          </p:nvPr>
        </p:nvSpPr>
        <p:spPr>
          <a:xfrm>
            <a:off x="3278123" y="2640330"/>
            <a:ext cx="25877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1pPr>
            <a:lvl2pPr marL="914400" lvl="1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2pPr>
            <a:lvl3pPr marL="1371600" lvl="2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3pPr>
            <a:lvl4pPr marL="1828800" lvl="3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4pPr>
            <a:lvl5pPr marL="2286000" lvl="4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5pPr>
            <a:lvl6pPr marL="2743200" lvl="5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6pPr>
            <a:lvl7pPr marL="3200400" lvl="6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7pPr>
            <a:lvl8pPr marL="3657600" lvl="7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8pPr>
            <a:lvl9pPr marL="4114800" lvl="8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9pPr>
          </a:lstStyle>
          <a:p>
            <a:endParaRPr/>
          </a:p>
        </p:txBody>
      </p:sp>
      <p:sp>
        <p:nvSpPr>
          <p:cNvPr id="254" name="Google Shape;254;p19"/>
          <p:cNvSpPr txBox="1">
            <a:spLocks noGrp="1"/>
          </p:cNvSpPr>
          <p:nvPr>
            <p:ph type="body" idx="6"/>
          </p:nvPr>
        </p:nvSpPr>
        <p:spPr>
          <a:xfrm>
            <a:off x="3278123" y="2948940"/>
            <a:ext cx="2587752" cy="1680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0037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125"/>
              <a:buChar char="▪"/>
              <a:defRPr sz="1125"/>
            </a:lvl1pPr>
            <a:lvl2pPr marL="914400" lvl="1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2pPr>
            <a:lvl3pPr marL="1371600" lvl="2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3pPr>
            <a:lvl4pPr marL="1828800" lvl="3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4pPr>
            <a:lvl5pPr marL="2286000" lvl="4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5pPr>
            <a:lvl6pPr marL="2743200" lvl="5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6pPr>
            <a:lvl7pPr marL="3200400" lvl="6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7pPr>
            <a:lvl8pPr marL="3657600" lvl="7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8pPr>
            <a:lvl9pPr marL="4114800" lvl="8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9pPr>
          </a:lstStyle>
          <a:p>
            <a:endParaRPr/>
          </a:p>
        </p:txBody>
      </p:sp>
      <p:sp>
        <p:nvSpPr>
          <p:cNvPr id="255" name="Google Shape;255;p19"/>
          <p:cNvSpPr>
            <a:spLocks noGrp="1"/>
          </p:cNvSpPr>
          <p:nvPr>
            <p:ph type="pic" idx="7"/>
          </p:nvPr>
        </p:nvSpPr>
        <p:spPr>
          <a:xfrm>
            <a:off x="6144767" y="1200150"/>
            <a:ext cx="2587752" cy="12687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56" name="Google Shape;256;p19"/>
          <p:cNvSpPr txBox="1">
            <a:spLocks noGrp="1"/>
          </p:cNvSpPr>
          <p:nvPr>
            <p:ph type="body" idx="8"/>
          </p:nvPr>
        </p:nvSpPr>
        <p:spPr>
          <a:xfrm>
            <a:off x="6144767" y="2640330"/>
            <a:ext cx="25877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1pPr>
            <a:lvl2pPr marL="914400" lvl="1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2pPr>
            <a:lvl3pPr marL="1371600" lvl="2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3pPr>
            <a:lvl4pPr marL="1828800" lvl="3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4pPr>
            <a:lvl5pPr marL="2286000" lvl="4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5pPr>
            <a:lvl6pPr marL="2743200" lvl="5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6pPr>
            <a:lvl7pPr marL="3200400" lvl="6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7pPr>
            <a:lvl8pPr marL="3657600" lvl="7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8pPr>
            <a:lvl9pPr marL="4114800" lvl="8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sz="1350" b="1"/>
            </a:lvl9pPr>
          </a:lstStyle>
          <a:p>
            <a:endParaRPr/>
          </a:p>
        </p:txBody>
      </p:sp>
      <p:sp>
        <p:nvSpPr>
          <p:cNvPr id="257" name="Google Shape;257;p19"/>
          <p:cNvSpPr txBox="1">
            <a:spLocks noGrp="1"/>
          </p:cNvSpPr>
          <p:nvPr>
            <p:ph type="body" idx="9"/>
          </p:nvPr>
        </p:nvSpPr>
        <p:spPr>
          <a:xfrm>
            <a:off x="6144767" y="2948940"/>
            <a:ext cx="2587752" cy="1680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0037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125"/>
              <a:buChar char="▪"/>
              <a:defRPr sz="1125"/>
            </a:lvl1pPr>
            <a:lvl2pPr marL="914400" lvl="1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2pPr>
            <a:lvl3pPr marL="1371600" lvl="2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3pPr>
            <a:lvl4pPr marL="1828800" lvl="3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4pPr>
            <a:lvl5pPr marL="2286000" lvl="4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5pPr>
            <a:lvl6pPr marL="2743200" lvl="5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6pPr>
            <a:lvl7pPr marL="3200400" lvl="6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7pPr>
            <a:lvl8pPr marL="3657600" lvl="7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8pPr>
            <a:lvl9pPr marL="4114800" lvl="8" indent="-300037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125"/>
              <a:buChar char="–"/>
              <a:defRPr sz="1125"/>
            </a:lvl9pPr>
          </a:lstStyle>
          <a:p>
            <a:endParaRPr/>
          </a:p>
        </p:txBody>
      </p:sp>
      <p:sp>
        <p:nvSpPr>
          <p:cNvPr id="258" name="Google Shape;258;p19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19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2218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2074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4 Images">
  <p:cSld name="Content and 4 Images"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0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20"/>
          <p:cNvSpPr>
            <a:spLocks noGrp="1"/>
          </p:cNvSpPr>
          <p:nvPr>
            <p:ph type="pic" idx="2"/>
          </p:nvPr>
        </p:nvSpPr>
        <p:spPr>
          <a:xfrm>
            <a:off x="411481" y="1200150"/>
            <a:ext cx="1874519" cy="9258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63" name="Google Shape;263;p20"/>
          <p:cNvSpPr txBox="1">
            <a:spLocks noGrp="1"/>
          </p:cNvSpPr>
          <p:nvPr>
            <p:ph type="body" idx="1"/>
          </p:nvPr>
        </p:nvSpPr>
        <p:spPr>
          <a:xfrm>
            <a:off x="411480" y="2297430"/>
            <a:ext cx="187451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1pPr>
            <a:lvl2pPr marL="914400" lvl="1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2pPr>
            <a:lvl3pPr marL="1371600" lvl="2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3pPr>
            <a:lvl4pPr marL="1828800" lvl="3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4pPr>
            <a:lvl5pPr marL="2286000" lvl="4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5pPr>
            <a:lvl6pPr marL="2743200" lvl="5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6pPr>
            <a:lvl7pPr marL="3200400" lvl="6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7pPr>
            <a:lvl8pPr marL="3657600" lvl="7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8pPr>
            <a:lvl9pPr marL="4114800" lvl="8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9pPr>
          </a:lstStyle>
          <a:p>
            <a:endParaRPr/>
          </a:p>
        </p:txBody>
      </p:sp>
      <p:sp>
        <p:nvSpPr>
          <p:cNvPr id="264" name="Google Shape;264;p20"/>
          <p:cNvSpPr txBox="1">
            <a:spLocks noGrp="1"/>
          </p:cNvSpPr>
          <p:nvPr>
            <p:ph type="body" idx="3"/>
          </p:nvPr>
        </p:nvSpPr>
        <p:spPr>
          <a:xfrm>
            <a:off x="411481" y="2606040"/>
            <a:ext cx="1874519" cy="202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265" name="Google Shape;265;p20"/>
          <p:cNvSpPr>
            <a:spLocks noGrp="1"/>
          </p:cNvSpPr>
          <p:nvPr>
            <p:ph type="pic" idx="4"/>
          </p:nvPr>
        </p:nvSpPr>
        <p:spPr>
          <a:xfrm>
            <a:off x="2571604" y="1200150"/>
            <a:ext cx="1874519" cy="9258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66" name="Google Shape;266;p20"/>
          <p:cNvSpPr txBox="1">
            <a:spLocks noGrp="1"/>
          </p:cNvSpPr>
          <p:nvPr>
            <p:ph type="body" idx="5"/>
          </p:nvPr>
        </p:nvSpPr>
        <p:spPr>
          <a:xfrm>
            <a:off x="2571604" y="2297430"/>
            <a:ext cx="187451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1pPr>
            <a:lvl2pPr marL="914400" lvl="1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2pPr>
            <a:lvl3pPr marL="1371600" lvl="2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3pPr>
            <a:lvl4pPr marL="1828800" lvl="3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4pPr>
            <a:lvl5pPr marL="2286000" lvl="4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5pPr>
            <a:lvl6pPr marL="2743200" lvl="5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6pPr>
            <a:lvl7pPr marL="3200400" lvl="6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7pPr>
            <a:lvl8pPr marL="3657600" lvl="7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8pPr>
            <a:lvl9pPr marL="4114800" lvl="8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9pPr>
          </a:lstStyle>
          <a:p>
            <a:endParaRPr/>
          </a:p>
        </p:txBody>
      </p:sp>
      <p:sp>
        <p:nvSpPr>
          <p:cNvPr id="267" name="Google Shape;267;p20"/>
          <p:cNvSpPr txBox="1">
            <a:spLocks noGrp="1"/>
          </p:cNvSpPr>
          <p:nvPr>
            <p:ph type="body" idx="6"/>
          </p:nvPr>
        </p:nvSpPr>
        <p:spPr>
          <a:xfrm>
            <a:off x="2571604" y="2606040"/>
            <a:ext cx="1874519" cy="202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268" name="Google Shape;268;p20"/>
          <p:cNvSpPr>
            <a:spLocks noGrp="1"/>
          </p:cNvSpPr>
          <p:nvPr>
            <p:ph type="pic" idx="7"/>
          </p:nvPr>
        </p:nvSpPr>
        <p:spPr>
          <a:xfrm>
            <a:off x="4697881" y="1200150"/>
            <a:ext cx="1874519" cy="9258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69" name="Google Shape;269;p20"/>
          <p:cNvSpPr txBox="1">
            <a:spLocks noGrp="1"/>
          </p:cNvSpPr>
          <p:nvPr>
            <p:ph type="body" idx="8"/>
          </p:nvPr>
        </p:nvSpPr>
        <p:spPr>
          <a:xfrm>
            <a:off x="4697881" y="2297430"/>
            <a:ext cx="187451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1pPr>
            <a:lvl2pPr marL="914400" lvl="1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2pPr>
            <a:lvl3pPr marL="1371600" lvl="2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3pPr>
            <a:lvl4pPr marL="1828800" lvl="3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4pPr>
            <a:lvl5pPr marL="2286000" lvl="4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5pPr>
            <a:lvl6pPr marL="2743200" lvl="5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6pPr>
            <a:lvl7pPr marL="3200400" lvl="6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7pPr>
            <a:lvl8pPr marL="3657600" lvl="7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8pPr>
            <a:lvl9pPr marL="4114800" lvl="8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9pPr>
          </a:lstStyle>
          <a:p>
            <a:endParaRPr/>
          </a:p>
        </p:txBody>
      </p:sp>
      <p:sp>
        <p:nvSpPr>
          <p:cNvPr id="270" name="Google Shape;270;p20"/>
          <p:cNvSpPr txBox="1">
            <a:spLocks noGrp="1"/>
          </p:cNvSpPr>
          <p:nvPr>
            <p:ph type="body" idx="9"/>
          </p:nvPr>
        </p:nvSpPr>
        <p:spPr>
          <a:xfrm>
            <a:off x="4697881" y="2606040"/>
            <a:ext cx="1874519" cy="202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271" name="Google Shape;271;p20"/>
          <p:cNvSpPr>
            <a:spLocks noGrp="1"/>
          </p:cNvSpPr>
          <p:nvPr>
            <p:ph type="pic" idx="13"/>
          </p:nvPr>
        </p:nvSpPr>
        <p:spPr>
          <a:xfrm>
            <a:off x="6858001" y="1200150"/>
            <a:ext cx="1874519" cy="925830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272" name="Google Shape;272;p20"/>
          <p:cNvSpPr txBox="1">
            <a:spLocks noGrp="1"/>
          </p:cNvSpPr>
          <p:nvPr>
            <p:ph type="body" idx="14"/>
          </p:nvPr>
        </p:nvSpPr>
        <p:spPr>
          <a:xfrm>
            <a:off x="6858001" y="2297430"/>
            <a:ext cx="187451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1pPr>
            <a:lvl2pPr marL="914400" lvl="1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2pPr>
            <a:lvl3pPr marL="1371600" lvl="2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3pPr>
            <a:lvl4pPr marL="1828800" lvl="3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4pPr>
            <a:lvl5pPr marL="2286000" lvl="4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5pPr>
            <a:lvl6pPr marL="2743200" lvl="5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6pPr>
            <a:lvl7pPr marL="3200400" lvl="6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7pPr>
            <a:lvl8pPr marL="3657600" lvl="7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8pPr>
            <a:lvl9pPr marL="4114800" lvl="8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/>
            </a:lvl9pPr>
          </a:lstStyle>
          <a:p>
            <a:endParaRPr/>
          </a:p>
        </p:txBody>
      </p:sp>
      <p:sp>
        <p:nvSpPr>
          <p:cNvPr id="273" name="Google Shape;273;p20"/>
          <p:cNvSpPr txBox="1">
            <a:spLocks noGrp="1"/>
          </p:cNvSpPr>
          <p:nvPr>
            <p:ph type="body" idx="15"/>
          </p:nvPr>
        </p:nvSpPr>
        <p:spPr>
          <a:xfrm>
            <a:off x="6858001" y="2606040"/>
            <a:ext cx="1874519" cy="2023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051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975"/>
              <a:buChar char="▪"/>
              <a:defRPr sz="975"/>
            </a:lvl1pPr>
            <a:lvl2pPr marL="914400" lvl="1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2pPr>
            <a:lvl3pPr marL="1371600" lvl="2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3pPr>
            <a:lvl4pPr marL="1828800" lvl="3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4pPr>
            <a:lvl5pPr marL="2286000" lvl="4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5pPr>
            <a:lvl6pPr marL="2743200" lvl="5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6pPr>
            <a:lvl7pPr marL="3200400" lvl="6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7pPr>
            <a:lvl8pPr marL="3657600" lvl="7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8pPr>
            <a:lvl9pPr marL="4114800" lvl="8" indent="-29051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75"/>
              <a:buChar char="–"/>
              <a:defRPr sz="975"/>
            </a:lvl9pPr>
          </a:lstStyle>
          <a:p>
            <a:endParaRPr/>
          </a:p>
        </p:txBody>
      </p:sp>
      <p:sp>
        <p:nvSpPr>
          <p:cNvPr id="274" name="Google Shape;274;p20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5" name="Google Shape;275;p20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1786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1930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- Image">
  <p:cSld name="Section Header - Image">
    <p:bg>
      <p:bgPr>
        <a:solidFill>
          <a:schemeClr val="lt1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2"/>
          <p:cNvSpPr>
            <a:spLocks noGrp="1"/>
          </p:cNvSpPr>
          <p:nvPr>
            <p:ph type="pic" idx="2"/>
          </p:nvPr>
        </p:nvSpPr>
        <p:spPr>
          <a:xfrm>
            <a:off x="0" y="171450"/>
            <a:ext cx="9144000" cy="4800600"/>
          </a:xfrm>
          <a:prstGeom prst="rect">
            <a:avLst/>
          </a:prstGeom>
          <a:solidFill>
            <a:srgbClr val="565557"/>
          </a:solidFill>
          <a:ln>
            <a:noFill/>
          </a:ln>
        </p:spPr>
      </p:sp>
      <p:sp>
        <p:nvSpPr>
          <p:cNvPr id="286" name="Google Shape;286;p22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  <a:defRPr sz="3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7" name="Google Shape;287;p22"/>
          <p:cNvSpPr txBox="1">
            <a:spLocks noGrp="1"/>
          </p:cNvSpPr>
          <p:nvPr>
            <p:ph type="body" idx="1"/>
          </p:nvPr>
        </p:nvSpPr>
        <p:spPr>
          <a:xfrm>
            <a:off x="411480" y="1611630"/>
            <a:ext cx="5096351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  <a:defRPr sz="2100"/>
            </a:lvl1pPr>
            <a:lvl2pPr marL="914400" lvl="1" indent="-30956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Char char="▪"/>
              <a:defRPr/>
            </a:lvl2pPr>
            <a:lvl3pPr marL="1371600" lvl="2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3pPr>
            <a:lvl4pPr marL="1828800" lvl="3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4pPr>
            <a:lvl5pPr marL="2286000" lvl="4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5pPr>
            <a:lvl6pPr marL="2743200" lvl="5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6pPr>
            <a:lvl7pPr marL="3200400" lvl="6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7pPr>
            <a:lvl8pPr marL="3657600" lvl="7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8pPr>
            <a:lvl9pPr marL="4114800" lvl="8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9pPr>
          </a:lstStyle>
          <a:p>
            <a:endParaRPr/>
          </a:p>
        </p:txBody>
      </p:sp>
      <p:sp>
        <p:nvSpPr>
          <p:cNvPr id="288" name="Google Shape;288;p22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22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90" name="Google Shape;290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- White 01">
  <p:cSld name="Section Header - White 01">
    <p:bg>
      <p:bgPr>
        <a:solidFill>
          <a:schemeClr val="lt1"/>
        </a:solidFill>
        <a:effectLst/>
      </p:bgPr>
    </p:bg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23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8917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sz="3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23"/>
          <p:cNvSpPr txBox="1">
            <a:spLocks noGrp="1"/>
          </p:cNvSpPr>
          <p:nvPr>
            <p:ph type="body" idx="1"/>
          </p:nvPr>
        </p:nvSpPr>
        <p:spPr>
          <a:xfrm>
            <a:off x="411480" y="1611630"/>
            <a:ext cx="5096351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/>
            </a:lvl1pPr>
            <a:lvl2pPr marL="914400" lvl="1" indent="-30956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▪"/>
              <a:defRPr/>
            </a:lvl2pPr>
            <a:lvl3pPr marL="1371600" lvl="2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3pPr>
            <a:lvl4pPr marL="1828800" lvl="3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4pPr>
            <a:lvl5pPr marL="2286000" lvl="4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5pPr>
            <a:lvl6pPr marL="2743200" lvl="5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6pPr>
            <a:lvl7pPr marL="3200400" lvl="6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7pPr>
            <a:lvl8pPr marL="3657600" lvl="7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8pPr>
            <a:lvl9pPr marL="4114800" lvl="8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9pPr>
          </a:lstStyle>
          <a:p>
            <a:endParaRPr/>
          </a:p>
        </p:txBody>
      </p:sp>
      <p:sp>
        <p:nvSpPr>
          <p:cNvPr id="294" name="Google Shape;294;p23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23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- White 02">
  <p:cSld name="Section Header - White 02">
    <p:bg>
      <p:bgPr>
        <a:solidFill>
          <a:schemeClr val="lt1"/>
        </a:solidFill>
        <a:effectLst/>
      </p:bgPr>
    </p:bg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4"/>
          <p:cNvSpPr txBox="1">
            <a:spLocks noGrp="1"/>
          </p:cNvSpPr>
          <p:nvPr>
            <p:ph type="title"/>
          </p:nvPr>
        </p:nvSpPr>
        <p:spPr>
          <a:xfrm>
            <a:off x="411481" y="308610"/>
            <a:ext cx="402399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8" name="Google Shape;298;p24"/>
          <p:cNvSpPr txBox="1">
            <a:spLocks noGrp="1"/>
          </p:cNvSpPr>
          <p:nvPr>
            <p:ph type="body" idx="1"/>
          </p:nvPr>
        </p:nvSpPr>
        <p:spPr>
          <a:xfrm>
            <a:off x="411480" y="1200150"/>
            <a:ext cx="5096351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  <a:defRPr sz="2700"/>
            </a:lvl1pPr>
            <a:lvl2pPr marL="914400" lvl="1" indent="-30956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▪"/>
              <a:defRPr/>
            </a:lvl2pPr>
            <a:lvl3pPr marL="1371600" lvl="2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3pPr>
            <a:lvl4pPr marL="1828800" lvl="3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4pPr>
            <a:lvl5pPr marL="2286000" lvl="4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5pPr>
            <a:lvl6pPr marL="2743200" lvl="5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6pPr>
            <a:lvl7pPr marL="3200400" lvl="6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7pPr>
            <a:lvl8pPr marL="3657600" lvl="7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8pPr>
            <a:lvl9pPr marL="4114800" lvl="8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9pPr>
          </a:lstStyle>
          <a:p>
            <a:endParaRPr/>
          </a:p>
        </p:txBody>
      </p:sp>
      <p:sp>
        <p:nvSpPr>
          <p:cNvPr id="299" name="Google Shape;299;p24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0" name="Google Shape;300;p24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- Half Image">
  <p:cSld name="Section Header - Half Image">
    <p:bg>
      <p:bgPr>
        <a:solidFill>
          <a:srgbClr val="221F20"/>
        </a:solidFill>
        <a:effectLst/>
      </p:bgPr>
    </p:bg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25"/>
          <p:cNvSpPr txBox="1">
            <a:spLocks noGrp="1"/>
          </p:cNvSpPr>
          <p:nvPr>
            <p:ph type="title"/>
          </p:nvPr>
        </p:nvSpPr>
        <p:spPr>
          <a:xfrm>
            <a:off x="411481" y="308611"/>
            <a:ext cx="4023995" cy="8917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  <a:defRPr sz="3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3" name="Google Shape;303;p25"/>
          <p:cNvSpPr txBox="1">
            <a:spLocks noGrp="1"/>
          </p:cNvSpPr>
          <p:nvPr>
            <p:ph type="body" idx="1"/>
          </p:nvPr>
        </p:nvSpPr>
        <p:spPr>
          <a:xfrm>
            <a:off x="411480" y="1611630"/>
            <a:ext cx="4023994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None/>
              <a:defRPr/>
            </a:lvl1pPr>
            <a:lvl2pPr marL="914400" lvl="1" indent="-30956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Char char="▪"/>
              <a:defRPr/>
            </a:lvl2pPr>
            <a:lvl3pPr marL="1371600" lvl="2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3pPr>
            <a:lvl4pPr marL="1828800" lvl="3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4pPr>
            <a:lvl5pPr marL="2286000" lvl="4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5pPr>
            <a:lvl6pPr marL="2743200" lvl="5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6pPr>
            <a:lvl7pPr marL="3200400" lvl="6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7pPr>
            <a:lvl8pPr marL="3657600" lvl="7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8pPr>
            <a:lvl9pPr marL="4114800" lvl="8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9pPr>
          </a:lstStyle>
          <a:p>
            <a:endParaRPr/>
          </a:p>
        </p:txBody>
      </p:sp>
      <p:sp>
        <p:nvSpPr>
          <p:cNvPr id="304" name="Google Shape;304;p25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5" name="Google Shape;305;p25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06" name="Google Shape;306;p25"/>
          <p:cNvSpPr>
            <a:spLocks noGrp="1"/>
          </p:cNvSpPr>
          <p:nvPr>
            <p:ph type="pic" idx="2"/>
          </p:nvPr>
        </p:nvSpPr>
        <p:spPr>
          <a:xfrm>
            <a:off x="4708528" y="807244"/>
            <a:ext cx="4024311" cy="3821906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307" name="Google Shape;307;p25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sp>
        <p:nvSpPr>
          <p:cNvPr id="308" name="Google Shape;308;p25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pic>
        <p:nvPicPr>
          <p:cNvPr id="309" name="Google Shape;309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- Half Image - White">
  <p:cSld name="Section Header - Half Image - White">
    <p:bg>
      <p:bgPr>
        <a:solidFill>
          <a:schemeClr val="lt1"/>
        </a:solidFill>
        <a:effectLst/>
      </p:bgPr>
    </p:bg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6"/>
          <p:cNvSpPr txBox="1">
            <a:spLocks noGrp="1"/>
          </p:cNvSpPr>
          <p:nvPr>
            <p:ph type="title"/>
          </p:nvPr>
        </p:nvSpPr>
        <p:spPr>
          <a:xfrm>
            <a:off x="411481" y="308611"/>
            <a:ext cx="4023995" cy="8917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 sz="3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26"/>
          <p:cNvSpPr txBox="1">
            <a:spLocks noGrp="1"/>
          </p:cNvSpPr>
          <p:nvPr>
            <p:ph type="body" idx="1"/>
          </p:nvPr>
        </p:nvSpPr>
        <p:spPr>
          <a:xfrm>
            <a:off x="411480" y="1611630"/>
            <a:ext cx="4023994" cy="3017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None/>
              <a:defRPr/>
            </a:lvl1pPr>
            <a:lvl2pPr marL="914400" lvl="1" indent="-309562" algn="l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▪"/>
              <a:defRPr/>
            </a:lvl2pPr>
            <a:lvl3pPr marL="1371600" lvl="2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3pPr>
            <a:lvl4pPr marL="1828800" lvl="3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4pPr>
            <a:lvl5pPr marL="2286000" lvl="4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5pPr>
            <a:lvl6pPr marL="2743200" lvl="5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6pPr>
            <a:lvl7pPr marL="3200400" lvl="6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7pPr>
            <a:lvl8pPr marL="3657600" lvl="7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8pPr>
            <a:lvl9pPr marL="4114800" lvl="8" indent="-309562" algn="l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Char char="–"/>
              <a:defRPr/>
            </a:lvl9pPr>
          </a:lstStyle>
          <a:p>
            <a:endParaRPr/>
          </a:p>
        </p:txBody>
      </p:sp>
      <p:sp>
        <p:nvSpPr>
          <p:cNvPr id="313" name="Google Shape;313;p26"/>
          <p:cNvSpPr>
            <a:spLocks noGrp="1"/>
          </p:cNvSpPr>
          <p:nvPr>
            <p:ph type="pic" idx="2"/>
          </p:nvPr>
        </p:nvSpPr>
        <p:spPr>
          <a:xfrm>
            <a:off x="4708528" y="807244"/>
            <a:ext cx="4024311" cy="3821906"/>
          </a:xfrm>
          <a:prstGeom prst="rect">
            <a:avLst/>
          </a:prstGeom>
          <a:solidFill>
            <a:srgbClr val="D5D5D7"/>
          </a:solidFill>
          <a:ln>
            <a:noFill/>
          </a:ln>
        </p:spPr>
      </p:sp>
      <p:sp>
        <p:nvSpPr>
          <p:cNvPr id="314" name="Google Shape;314;p26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26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7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27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9" name="Google Shape;319;p27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Only - Black">
  <p:cSld name="Title Only - Black">
    <p:bg>
      <p:bgPr>
        <a:solidFill>
          <a:srgbClr val="221F20"/>
        </a:solidFill>
        <a:effectLst/>
      </p:bgPr>
    </p:bg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8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2" name="Google Shape;322;p28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3" name="Google Shape;323;p28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4" name="Google Shape;324;p28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sp>
        <p:nvSpPr>
          <p:cNvPr id="325" name="Google Shape;325;p28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pic>
        <p:nvPicPr>
          <p:cNvPr id="326" name="Google Shape;326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29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9" name="Google Shape;329;p29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- Black">
  <p:cSld name="Blank - Black">
    <p:bg>
      <p:bgPr>
        <a:solidFill>
          <a:srgbClr val="221F20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0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2" name="Google Shape;332;p30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3" name="Google Shape;333;p30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sp>
        <p:nvSpPr>
          <p:cNvPr id="334" name="Google Shape;334;p30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EDIT CONTROL STATEMENT UNDER &gt; VIEW &gt; SLIDE MASTER &gt; SCROLL TO TOP &gt; CHANGE HEADER AND FOOTER</a:t>
            </a:r>
            <a:endParaRPr/>
          </a:p>
        </p:txBody>
      </p:sp>
      <p:pic>
        <p:nvPicPr>
          <p:cNvPr id="335" name="Google Shape;335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">
  <p:cSld name="Thank You">
    <p:bg>
      <p:bgPr>
        <a:solidFill>
          <a:srgbClr val="221F20"/>
        </a:solidFill>
        <a:effectLst/>
      </p:bgPr>
    </p:bg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31"/>
          <p:cNvSpPr txBox="1"/>
          <p:nvPr/>
        </p:nvSpPr>
        <p:spPr>
          <a:xfrm>
            <a:off x="411162" y="1611630"/>
            <a:ext cx="832104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CC01"/>
              </a:buClr>
              <a:buSzPts val="3600"/>
              <a:buFont typeface="Arial"/>
              <a:buNone/>
            </a:pPr>
            <a:r>
              <a:rPr lang="en" sz="3600" b="0" i="0" u="none" strike="noStrike" cap="none">
                <a:solidFill>
                  <a:srgbClr val="FFCC01"/>
                </a:solidFill>
                <a:latin typeface="Arial"/>
                <a:ea typeface="Arial"/>
                <a:cs typeface="Arial"/>
                <a:sym typeface="Arial"/>
              </a:rPr>
              <a:t>THANK YOU.</a:t>
            </a:r>
            <a:endParaRPr/>
          </a:p>
        </p:txBody>
      </p:sp>
      <p:sp>
        <p:nvSpPr>
          <p:cNvPr id="338" name="Google Shape;338;p31"/>
          <p:cNvSpPr txBox="1">
            <a:spLocks noGrp="1"/>
          </p:cNvSpPr>
          <p:nvPr>
            <p:ph type="body" idx="1"/>
          </p:nvPr>
        </p:nvSpPr>
        <p:spPr>
          <a:xfrm>
            <a:off x="411164" y="3614561"/>
            <a:ext cx="4024312" cy="1028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1pPr>
            <a:lvl2pPr marL="914400" lvl="1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2pPr>
            <a:lvl3pPr marL="1371600" lvl="2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3pPr>
            <a:lvl4pPr marL="1828800" lvl="3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4pPr>
            <a:lvl5pPr marL="2286000" lvl="4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5pPr>
            <a:lvl6pPr marL="2743200" lvl="5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6pPr>
            <a:lvl7pPr marL="3200400" lvl="6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7pPr>
            <a:lvl8pPr marL="3657600" lvl="7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8pPr>
            <a:lvl9pPr marL="4114800" lvl="8" indent="-22860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None/>
              <a:defRPr sz="900"/>
            </a:lvl9pPr>
          </a:lstStyle>
          <a:p>
            <a:endParaRPr/>
          </a:p>
        </p:txBody>
      </p:sp>
      <p:sp>
        <p:nvSpPr>
          <p:cNvPr id="339" name="Google Shape;339;p31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0" name="Google Shape;340;p31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41" name="Google Shape;341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Logo">
  <p:cSld name="Logo">
    <p:bg>
      <p:bgPr>
        <a:solidFill>
          <a:srgbClr val="221F20"/>
        </a:solidFill>
        <a:effectLst/>
      </p:bgPr>
    </p:bg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Google Shape;343;p32" descr="U.S. Army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120265" y="1645920"/>
            <a:ext cx="4903470" cy="18516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46" name="Google Shape;346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4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52" name="Google Shape;352;p35"/>
          <p:cNvSpPr txBox="1">
            <a:spLocks noGrp="1"/>
          </p:cNvSpPr>
          <p:nvPr>
            <p:ph type="body" idx="1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53" name="Google Shape;353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0"/>
            <a:ext cx="8382000" cy="8572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857250"/>
            <a:ext cx="8382000" cy="3771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BF840045-53C2-449D-82F0-164420CD5D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6600" y="-21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A48AF087-BD35-42CD-BDE1-5464FFCAAE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300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/>
          <p:cNvPicPr preferRelativeResize="0"/>
          <p:nvPr/>
        </p:nvPicPr>
        <p:blipFill rotWithShape="1">
          <a:blip r:embed="rId36">
            <a:alphaModFix/>
          </a:blip>
          <a:srcRect l="26274" t="67"/>
          <a:stretch/>
        </p:blipFill>
        <p:spPr>
          <a:xfrm>
            <a:off x="7821386" y="308611"/>
            <a:ext cx="911133" cy="358278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411479" y="1200149"/>
            <a:ext cx="832104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09562" algn="l" rtl="0">
              <a:lnSpc>
                <a:spcPct val="95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▪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09562" algn="l" rtl="0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09562" algn="l" rtl="0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9562" algn="l" rtl="0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09562" algn="l" rtl="0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09562" algn="l" rtl="0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09562" algn="l" rtl="0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09562" algn="l" rtl="0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09562" algn="l" rtl="0">
              <a:lnSpc>
                <a:spcPct val="95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Char char="–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1040130" y="4970376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rgbClr val="2DAA27"/>
                </a:solidFill>
                <a:latin typeface="Arial"/>
                <a:ea typeface="Arial"/>
                <a:cs typeface="Arial"/>
                <a:sym typeface="Arial"/>
              </a:rPr>
              <a:t>UNCLASSIFIED / GENERAL</a:t>
            </a:r>
            <a:endParaRPr/>
          </a:p>
        </p:txBody>
      </p:sp>
      <p:sp>
        <p:nvSpPr>
          <p:cNvPr id="10" name="Google Shape;10;p1"/>
          <p:cNvSpPr/>
          <p:nvPr/>
        </p:nvSpPr>
        <p:spPr>
          <a:xfrm>
            <a:off x="1040130" y="0"/>
            <a:ext cx="7063740" cy="17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5" b="1" i="0" u="none" strike="noStrike" cap="none">
                <a:solidFill>
                  <a:srgbClr val="2DAA27"/>
                </a:solidFill>
                <a:latin typeface="Arial"/>
                <a:ea typeface="Arial"/>
                <a:cs typeface="Arial"/>
                <a:sym typeface="Arial"/>
              </a:rPr>
              <a:t>UNCLASSIFIED / GENERAL</a:t>
            </a:r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dt" idx="10"/>
          </p:nvPr>
        </p:nvSpPr>
        <p:spPr>
          <a:xfrm>
            <a:off x="410766" y="4972050"/>
            <a:ext cx="61793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5"/>
              <a:buFont typeface="Arial"/>
              <a:buNone/>
              <a:defRPr sz="525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3" name="Google Shape;13;p1" descr="A picture containing icon&#10;&#10;AI-generated content may be incorrect."/>
          <p:cNvPicPr preferRelativeResize="0"/>
          <p:nvPr/>
        </p:nvPicPr>
        <p:blipFill rotWithShape="1">
          <a:blip r:embed="rId37">
            <a:alphaModFix/>
          </a:blip>
          <a:srcRect/>
          <a:stretch/>
        </p:blipFill>
        <p:spPr>
          <a:xfrm>
            <a:off x="7444515" y="318065"/>
            <a:ext cx="376871" cy="358278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4" r:id="rId25"/>
    <p:sldLayoutId id="2147483675" r:id="rId26"/>
    <p:sldLayoutId id="2147483676" r:id="rId27"/>
    <p:sldLayoutId id="2147483677" r:id="rId28"/>
    <p:sldLayoutId id="2147483678" r:id="rId29"/>
    <p:sldLayoutId id="2147483679" r:id="rId30"/>
    <p:sldLayoutId id="2147483680" r:id="rId31"/>
    <p:sldLayoutId id="2147483681" r:id="rId32"/>
    <p:sldLayoutId id="2147483682" r:id="rId33"/>
    <p:sldLayoutId id="2147483685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">
          <p15:clr>
            <a:srgbClr val="F26B43"/>
          </p15:clr>
        </p15:guide>
        <p15:guide id="2" pos="345">
          <p15:clr>
            <a:srgbClr val="F26B43"/>
          </p15:clr>
        </p15:guide>
        <p15:guide id="3" pos="7335">
          <p15:clr>
            <a:srgbClr val="F26B43"/>
          </p15:clr>
        </p15:guide>
        <p15:guide id="4" orient="horz" pos="4061">
          <p15:clr>
            <a:srgbClr val="F26B43"/>
          </p15:clr>
        </p15:guide>
        <p15:guide id="5" pos="1018">
          <p15:clr>
            <a:srgbClr val="A4A3A4"/>
          </p15:clr>
        </p15:guide>
        <p15:guide id="6" pos="1248">
          <p15:clr>
            <a:srgbClr val="A4A3A4"/>
          </p15:clr>
        </p15:guide>
        <p15:guide id="7" pos="2148">
          <p15:clr>
            <a:srgbClr val="A4A3A4"/>
          </p15:clr>
        </p15:guide>
        <p15:guide id="8" pos="3052">
          <p15:clr>
            <a:srgbClr val="A4A3A4"/>
          </p15:clr>
        </p15:guide>
        <p15:guide id="9" pos="3954">
          <p15:clr>
            <a:srgbClr val="A4A3A4"/>
          </p15:clr>
        </p15:guide>
        <p15:guide id="10" pos="3724">
          <p15:clr>
            <a:srgbClr val="A4A3A4"/>
          </p15:clr>
        </p15:guide>
        <p15:guide id="11" pos="4858">
          <p15:clr>
            <a:srgbClr val="A4A3A4"/>
          </p15:clr>
        </p15:guide>
        <p15:guide id="12" pos="5784">
          <p15:clr>
            <a:srgbClr val="A4A3A4"/>
          </p15:clr>
        </p15:guide>
        <p15:guide id="13" pos="6660">
          <p15:clr>
            <a:srgbClr val="A4A3A4"/>
          </p15:clr>
        </p15:guide>
        <p15:guide id="14" pos="1920">
          <p15:clr>
            <a:srgbClr val="A4A3A4"/>
          </p15:clr>
        </p15:guide>
        <p15:guide id="15" pos="2822">
          <p15:clr>
            <a:srgbClr val="A4A3A4"/>
          </p15:clr>
        </p15:guide>
        <p15:guide id="16" pos="4626">
          <p15:clr>
            <a:srgbClr val="A4A3A4"/>
          </p15:clr>
        </p15:guide>
        <p15:guide id="17" pos="5530">
          <p15:clr>
            <a:srgbClr val="A4A3A4"/>
          </p15:clr>
        </p15:guide>
        <p15:guide id="18" pos="6434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070E2C-C69B-CF2A-4AFC-23A14A6A0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FD8E2E-8543-A688-763B-E884BB31846B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30D199-3936-A1F3-B0EB-089330973D56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46C0D10-A9D9-A711-D381-3D00C47E0FBF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8D0B74B-73C2-B2A1-57AF-63998F4A4F49}"/>
              </a:ext>
            </a:extLst>
          </p:cNvPr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9903D50-9478-61DD-97EF-868FFEC1A203}"/>
              </a:ext>
            </a:extLst>
          </p:cNvPr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E0195E4-F595-93CB-A46C-7430AD0680AD}"/>
              </a:ext>
            </a:extLst>
          </p:cNvPr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B959FF5-1EE2-7B58-60C8-30418EF2E627}"/>
              </a:ext>
            </a:extLst>
          </p:cNvPr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D2EDCAF-FCD3-27B6-7A7D-482980E30A32}"/>
              </a:ext>
            </a:extLst>
          </p:cNvPr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30A370C-AC35-54DB-180E-CF84A6DE97E5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77" name="Google Shape;377;p39"/>
          <p:cNvSpPr txBox="1">
            <a:spLocks noGrp="1"/>
          </p:cNvSpPr>
          <p:nvPr>
            <p:ph type="ctrTitle"/>
          </p:nvPr>
        </p:nvSpPr>
        <p:spPr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</a:rPr>
              <a:t>Strings, Virtual Environments, and Advanced Functions</a:t>
            </a:r>
          </a:p>
        </p:txBody>
      </p:sp>
      <p:sp>
        <p:nvSpPr>
          <p:cNvPr id="14" name="Subtitle 13">
            <a:extLst>
              <a:ext uri="{FF2B5EF4-FFF2-40B4-BE49-F238E27FC236}">
                <a16:creationId xmlns:a16="http://schemas.microsoft.com/office/drawing/2014/main" id="{375DF464-1047-E0FE-E481-3664C51B5C5B}"/>
              </a:ext>
            </a:extLst>
          </p:cNvPr>
          <p:cNvSpPr>
            <a:spLocks noGrp="1"/>
          </p:cNvSpPr>
          <p:nvPr>
            <p:ph type="subTitle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D1E60D9-3A05-7A61-72B6-7F9C21F9F660}"/>
              </a:ext>
            </a:extLst>
          </p:cNvPr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730DC-F6C8-22C9-2A12-713C4E1E4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93AAA-D656-4F94-34E8-AB5956587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Before we start….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514417-23DA-C546-6700-FBE2B4651B4A}"/>
              </a:ext>
            </a:extLst>
          </p:cNvPr>
          <p:cNvSpPr txBox="1"/>
          <p:nvPr/>
        </p:nvSpPr>
        <p:spPr>
          <a:xfrm>
            <a:off x="1170878" y="1091086"/>
            <a:ext cx="6477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Let’s run through our git sequence so you can get my changes, and then create a Lesson4 notes for yourself…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Let’s practice creating our own Git repository… the easy way!</a:t>
            </a:r>
          </a:p>
        </p:txBody>
      </p:sp>
    </p:spTree>
    <p:extLst>
      <p:ext uri="{BB962C8B-B14F-4D97-AF65-F5344CB8AC3E}">
        <p14:creationId xmlns:p14="http://schemas.microsoft.com/office/powerpoint/2010/main" val="2603382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D87CF-5E92-D709-ADC1-CD5AB2C3F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D2C0DF-7F54-4712-28A5-4CA447A5F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32113"/>
            <a:ext cx="9144000" cy="38792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EBB9CF-99E0-34C2-13BD-CE711791B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Course Schedule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366FE1-DAFA-E7EC-025F-E1D1E8686851}"/>
              </a:ext>
            </a:extLst>
          </p:cNvPr>
          <p:cNvSpPr/>
          <p:nvPr/>
        </p:nvSpPr>
        <p:spPr>
          <a:xfrm>
            <a:off x="-81775" y="1947746"/>
            <a:ext cx="4713249" cy="2304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185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9F51F-ADCA-105D-6A2E-72EBEFFBB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0DA68-9A3E-BE02-724E-F79475A24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7768" y="2331186"/>
            <a:ext cx="5120455" cy="585207"/>
          </a:xfrm>
        </p:spPr>
        <p:txBody>
          <a:bodyPr/>
          <a:lstStyle/>
          <a:p>
            <a:r>
              <a:rPr lang="en-US" dirty="0"/>
              <a:t>Virtual Environments Review</a:t>
            </a:r>
          </a:p>
        </p:txBody>
      </p:sp>
    </p:spTree>
    <p:extLst>
      <p:ext uri="{BB962C8B-B14F-4D97-AF65-F5344CB8AC3E}">
        <p14:creationId xmlns:p14="http://schemas.microsoft.com/office/powerpoint/2010/main" val="2846455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>
            <a:spLocks noGrp="1"/>
          </p:cNvSpPr>
          <p:nvPr>
            <p:ph type="body" idx="1"/>
          </p:nvPr>
        </p:nvSpPr>
        <p:spPr>
          <a:xfrm>
            <a:off x="311700" y="213675"/>
            <a:ext cx="8520600" cy="47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/>
              <a:t>Virtual Environment Instructor Led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/>
              <a:t>Exercise #1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5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/>
              <a:t>Make a virtual environment with Python 3.10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/>
              <a:t>	-pip install </a:t>
            </a:r>
            <a:r>
              <a:rPr lang="en-US" sz="2500" dirty="0" err="1"/>
              <a:t>pytorch</a:t>
            </a:r>
            <a:endParaRPr lang="en-US" sz="25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5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/>
              <a:t>Install the requirements.txt files into your virtual environment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5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/>
              <a:t>Add a .</a:t>
            </a:r>
            <a:r>
              <a:rPr lang="en-US" sz="2500" dirty="0" err="1"/>
              <a:t>gitignore</a:t>
            </a:r>
            <a:r>
              <a:rPr lang="en-US" sz="2500" dirty="0"/>
              <a:t> to ensure that none of your virtual environment files are committed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>
          <a:extLst>
            <a:ext uri="{FF2B5EF4-FFF2-40B4-BE49-F238E27FC236}">
              <a16:creationId xmlns:a16="http://schemas.microsoft.com/office/drawing/2014/main" id="{776A344A-0B1E-9218-FFA2-812DD3DF0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>
            <a:extLst>
              <a:ext uri="{FF2B5EF4-FFF2-40B4-BE49-F238E27FC236}">
                <a16:creationId xmlns:a16="http://schemas.microsoft.com/office/drawing/2014/main" id="{6F97DFF0-615B-8711-F973-E93CD0EE32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213675"/>
            <a:ext cx="8520600" cy="47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/>
              <a:t>Virtual Environment Instructor Led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/>
              <a:t>Exercise #2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5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/>
              <a:t>Create an arbitrary virtual environment (any version of Python, you pick)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/>
              <a:t>Install the following packages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/>
              <a:t>	- requests (‘pip install requests’)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/>
              <a:t>	- rich (‘pip install rich’)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/>
              <a:t>Run venv_testScript.py.  What does the package rich do for us?</a:t>
            </a: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Log the packages in your virtual environment using pip freeze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734193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CF93E-5639-82B9-F48F-8AEF8C9A5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7CDC2-0AFB-55FB-DF29-1C300D0E8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1414" y="2279146"/>
            <a:ext cx="1438879" cy="585207"/>
          </a:xfrm>
        </p:spPr>
        <p:txBody>
          <a:bodyPr/>
          <a:lstStyle/>
          <a:p>
            <a:r>
              <a:rPr lang="en-US" dirty="0"/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99971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F0E6DB-EE9E-45C5-B784-49ED7052A2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B8893A-F325-44A6-8EFB-883C20332CFE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6F2A3D-0D08-77DA-1BC0-ADA8A0CBDD55}"/>
              </a:ext>
            </a:extLst>
          </p:cNvPr>
          <p:cNvSpPr txBox="1"/>
          <p:nvPr/>
        </p:nvSpPr>
        <p:spPr>
          <a:xfrm>
            <a:off x="381000" y="477281"/>
            <a:ext cx="5906429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my_list</a:t>
            </a:r>
            <a:r>
              <a:rPr lang="en-US" dirty="0"/>
              <a:t> = ['c', 'a', 't']</a:t>
            </a:r>
          </a:p>
          <a:p>
            <a:r>
              <a:rPr lang="en-US" dirty="0" err="1"/>
              <a:t>my_string</a:t>
            </a:r>
            <a:r>
              <a:rPr lang="en-US" dirty="0"/>
              <a:t> = "cat"</a:t>
            </a:r>
          </a:p>
          <a:p>
            <a:endParaRPr lang="en-US" dirty="0"/>
          </a:p>
          <a:p>
            <a:r>
              <a:rPr lang="en-US" dirty="0"/>
              <a:t># 1. Loop over both</a:t>
            </a:r>
          </a:p>
          <a:p>
            <a:r>
              <a:rPr lang="en-US" dirty="0"/>
              <a:t>for item in </a:t>
            </a:r>
            <a:r>
              <a:rPr lang="en-US" dirty="0" err="1"/>
              <a:t>my_list</a:t>
            </a:r>
            <a:r>
              <a:rPr lang="en-US" dirty="0"/>
              <a:t>:</a:t>
            </a:r>
          </a:p>
          <a:p>
            <a:r>
              <a:rPr lang="en-US" dirty="0"/>
              <a:t>    print(item)</a:t>
            </a:r>
          </a:p>
          <a:p>
            <a:endParaRPr lang="en-US" dirty="0"/>
          </a:p>
          <a:p>
            <a:r>
              <a:rPr lang="en-US" dirty="0"/>
              <a:t>for char in </a:t>
            </a:r>
            <a:r>
              <a:rPr lang="en-US" dirty="0" err="1"/>
              <a:t>my_string</a:t>
            </a:r>
            <a:r>
              <a:rPr lang="en-US" dirty="0"/>
              <a:t>:</a:t>
            </a:r>
          </a:p>
          <a:p>
            <a:r>
              <a:rPr lang="en-US" dirty="0"/>
              <a:t>    print(char)      # same output!</a:t>
            </a:r>
          </a:p>
          <a:p>
            <a:endParaRPr lang="en-US" dirty="0"/>
          </a:p>
          <a:p>
            <a:r>
              <a:rPr lang="en-US" dirty="0"/>
              <a:t># 2. Indexing and slicing</a:t>
            </a:r>
          </a:p>
          <a:p>
            <a:r>
              <a:rPr lang="en-US" dirty="0"/>
              <a:t>print(</a:t>
            </a:r>
            <a:r>
              <a:rPr lang="en-US" dirty="0" err="1"/>
              <a:t>my_list</a:t>
            </a:r>
            <a:r>
              <a:rPr lang="en-US" dirty="0"/>
              <a:t>[0], </a:t>
            </a:r>
            <a:r>
              <a:rPr lang="en-US" dirty="0" err="1"/>
              <a:t>my_string</a:t>
            </a:r>
            <a:r>
              <a:rPr lang="en-US" dirty="0"/>
              <a:t>[0])      # 'c' 'c'</a:t>
            </a:r>
          </a:p>
          <a:p>
            <a:r>
              <a:rPr lang="en-US" dirty="0"/>
              <a:t>print(</a:t>
            </a:r>
            <a:r>
              <a:rPr lang="en-US" dirty="0" err="1"/>
              <a:t>my_list</a:t>
            </a:r>
            <a:r>
              <a:rPr lang="en-US" dirty="0"/>
              <a:t>[-1], </a:t>
            </a:r>
            <a:r>
              <a:rPr lang="en-US" dirty="0" err="1"/>
              <a:t>my_string</a:t>
            </a:r>
            <a:r>
              <a:rPr lang="en-US" dirty="0"/>
              <a:t>[-1])    # 't' 't'</a:t>
            </a:r>
          </a:p>
          <a:p>
            <a:r>
              <a:rPr lang="en-US" dirty="0"/>
              <a:t>print(</a:t>
            </a:r>
            <a:r>
              <a:rPr lang="en-US" dirty="0" err="1"/>
              <a:t>my_string</a:t>
            </a:r>
            <a:r>
              <a:rPr lang="en-US" dirty="0"/>
              <a:t>[0:2])                # 'ca'</a:t>
            </a:r>
          </a:p>
          <a:p>
            <a:endParaRPr lang="en-US" dirty="0"/>
          </a:p>
          <a:p>
            <a:r>
              <a:rPr lang="en-US" dirty="0"/>
              <a:t># 3. </a:t>
            </a:r>
            <a:r>
              <a:rPr lang="en-US" dirty="0" err="1"/>
              <a:t>len</a:t>
            </a:r>
            <a:r>
              <a:rPr lang="en-US" dirty="0"/>
              <a:t>(), in, and membership</a:t>
            </a:r>
          </a:p>
          <a:p>
            <a:r>
              <a:rPr lang="en-US" dirty="0"/>
              <a:t>print(</a:t>
            </a:r>
            <a:r>
              <a:rPr lang="en-US" dirty="0" err="1"/>
              <a:t>len</a:t>
            </a:r>
            <a:r>
              <a:rPr lang="en-US" dirty="0"/>
              <a:t>(</a:t>
            </a:r>
            <a:r>
              <a:rPr lang="en-US" dirty="0" err="1"/>
              <a:t>my_list</a:t>
            </a:r>
            <a:r>
              <a:rPr lang="en-US" dirty="0"/>
              <a:t>), </a:t>
            </a:r>
            <a:r>
              <a:rPr lang="en-US" dirty="0" err="1"/>
              <a:t>len</a:t>
            </a:r>
            <a:r>
              <a:rPr lang="en-US" dirty="0"/>
              <a:t>(</a:t>
            </a:r>
            <a:r>
              <a:rPr lang="en-US" dirty="0" err="1"/>
              <a:t>my_string</a:t>
            </a:r>
            <a:r>
              <a:rPr lang="en-US" dirty="0"/>
              <a:t>))  # 3 3</a:t>
            </a:r>
          </a:p>
          <a:p>
            <a:r>
              <a:rPr lang="en-US" dirty="0"/>
              <a:t>print('a' in </a:t>
            </a:r>
            <a:r>
              <a:rPr lang="en-US" dirty="0" err="1"/>
              <a:t>my_list</a:t>
            </a:r>
            <a:r>
              <a:rPr lang="en-US" dirty="0"/>
              <a:t>, 'a' in </a:t>
            </a:r>
            <a:r>
              <a:rPr lang="en-US" dirty="0" err="1"/>
              <a:t>my_string</a:t>
            </a:r>
            <a:r>
              <a:rPr lang="en-US" dirty="0"/>
              <a:t>)  # True </a:t>
            </a:r>
            <a:r>
              <a:rPr lang="en-US" dirty="0" err="1"/>
              <a:t>True</a:t>
            </a:r>
            <a:endParaRPr lang="en-US" dirty="0"/>
          </a:p>
          <a:p>
            <a:endParaRPr lang="en-US" dirty="0"/>
          </a:p>
          <a:p>
            <a:r>
              <a:rPr lang="en-US" dirty="0"/>
              <a:t># 4. The big reveal</a:t>
            </a:r>
          </a:p>
          <a:p>
            <a:r>
              <a:rPr lang="en-US" dirty="0"/>
              <a:t>print(list("cat"))   # ['c', 'a', 't']</a:t>
            </a:r>
          </a:p>
        </p:txBody>
      </p:sp>
    </p:spTree>
    <p:extLst>
      <p:ext uri="{BB962C8B-B14F-4D97-AF65-F5344CB8AC3E}">
        <p14:creationId xmlns:p14="http://schemas.microsoft.com/office/powerpoint/2010/main" val="13597970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>
          <a:extLst>
            <a:ext uri="{FF2B5EF4-FFF2-40B4-BE49-F238E27FC236}">
              <a16:creationId xmlns:a16="http://schemas.microsoft.com/office/drawing/2014/main" id="{2F35CFA6-B927-4D89-AB7B-DC2C347A9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>
            <a:extLst>
              <a:ext uri="{FF2B5EF4-FFF2-40B4-BE49-F238E27FC236}">
                <a16:creationId xmlns:a16="http://schemas.microsoft.com/office/drawing/2014/main" id="{AED2004A-1A78-8127-2217-AE41406C2A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213675"/>
            <a:ext cx="8520600" cy="47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/>
              <a:t>Strings exploration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5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2974E2-420F-A192-9719-7A2D27114A93}"/>
              </a:ext>
            </a:extLst>
          </p:cNvPr>
          <p:cNvSpPr txBox="1"/>
          <p:nvPr/>
        </p:nvSpPr>
        <p:spPr>
          <a:xfrm>
            <a:off x="311699" y="935287"/>
            <a:ext cx="724882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In your interactive terminal create the following variables and answer the following questions:</a:t>
            </a:r>
          </a:p>
          <a:p>
            <a:endParaRPr lang="en-US" sz="1600" b="1" dirty="0"/>
          </a:p>
          <a:p>
            <a:r>
              <a:rPr lang="en-US" sz="1600" dirty="0" err="1"/>
              <a:t>my_list</a:t>
            </a:r>
            <a:r>
              <a:rPr lang="en-US" sz="1600" dirty="0"/>
              <a:t> = ['c', 'a', 't']</a:t>
            </a:r>
          </a:p>
          <a:p>
            <a:r>
              <a:rPr lang="en-US" sz="1600" dirty="0" err="1"/>
              <a:t>my_string</a:t>
            </a:r>
            <a:r>
              <a:rPr lang="en-US" sz="1600" dirty="0"/>
              <a:t> = "cat“</a:t>
            </a:r>
          </a:p>
          <a:p>
            <a:endParaRPr lang="en-US" dirty="0"/>
          </a:p>
          <a:p>
            <a:endParaRPr lang="en-US" dirty="0"/>
          </a:p>
          <a:p>
            <a:pPr marL="342900" indent="-342900">
              <a:buAutoNum type="arabicParenR"/>
            </a:pPr>
            <a:r>
              <a:rPr lang="en-US" dirty="0"/>
              <a:t>Can you loop through both variables?</a:t>
            </a:r>
          </a:p>
          <a:p>
            <a:pPr marL="342900" indent="-342900">
              <a:buAutoNum type="arabicParenR"/>
            </a:pPr>
            <a:endParaRPr lang="en-US" dirty="0"/>
          </a:p>
          <a:p>
            <a:pPr marL="342900" indent="-342900">
              <a:buAutoNum type="arabicParenR"/>
            </a:pPr>
            <a:r>
              <a:rPr lang="en-US" dirty="0"/>
              <a:t>Can you index and slice both variables?</a:t>
            </a:r>
          </a:p>
          <a:p>
            <a:pPr marL="342900" indent="-342900">
              <a:buAutoNum type="arabicParenR"/>
            </a:pPr>
            <a:endParaRPr lang="en-US" dirty="0"/>
          </a:p>
          <a:p>
            <a:pPr marL="342900" indent="-342900">
              <a:buAutoNum type="arabicParenR"/>
            </a:pPr>
            <a:r>
              <a:rPr lang="en-US" dirty="0"/>
              <a:t>Can you use the </a:t>
            </a:r>
            <a:r>
              <a:rPr lang="en-US" dirty="0" err="1"/>
              <a:t>len</a:t>
            </a:r>
            <a:r>
              <a:rPr lang="en-US" dirty="0"/>
              <a:t>() function on both variables?</a:t>
            </a:r>
          </a:p>
          <a:p>
            <a:pPr marL="342900" indent="-342900">
              <a:buAutoNum type="arabicParenR"/>
            </a:pPr>
            <a:endParaRPr lang="en-US" dirty="0"/>
          </a:p>
          <a:p>
            <a:pPr marL="342900" indent="-342900">
              <a:buAutoNum type="arabicParenR"/>
            </a:pPr>
            <a:r>
              <a:rPr lang="en-US" dirty="0"/>
              <a:t>Can you check for membership the same way for both variables?</a:t>
            </a:r>
            <a:br>
              <a:rPr lang="en-US" dirty="0"/>
            </a:br>
            <a:r>
              <a:rPr lang="en-US" dirty="0"/>
              <a:t>	print('a' in </a:t>
            </a:r>
            <a:r>
              <a:rPr lang="en-US" dirty="0" err="1"/>
              <a:t>my_list</a:t>
            </a:r>
            <a:r>
              <a:rPr lang="en-US" dirty="0"/>
              <a:t>, 'a' in </a:t>
            </a:r>
            <a:r>
              <a:rPr lang="en-US" dirty="0" err="1"/>
              <a:t>my_string</a:t>
            </a:r>
            <a:r>
              <a:rPr lang="en-US" dirty="0"/>
              <a:t>)</a:t>
            </a:r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91458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F20AC-5077-D85E-BCA1-2B4A57EC1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8265D-0575-AC88-F7A0-071259C3C8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B8893A-F325-44A6-8EFB-883C20332CFE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96F6CA-B942-A6FD-6B04-8BA82FB5C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77979"/>
            <a:ext cx="8382000" cy="857250"/>
          </a:xfrm>
        </p:spPr>
        <p:txBody>
          <a:bodyPr/>
          <a:lstStyle/>
          <a:p>
            <a:r>
              <a:rPr lang="en-US" dirty="0"/>
              <a:t>So what’s the difference?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00C155-99C0-8052-C93A-6FC74EF7928A}"/>
              </a:ext>
            </a:extLst>
          </p:cNvPr>
          <p:cNvSpPr txBox="1"/>
          <p:nvPr/>
        </p:nvSpPr>
        <p:spPr>
          <a:xfrm>
            <a:off x="464633" y="1190536"/>
            <a:ext cx="792108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 err="1"/>
              <a:t>my_list</a:t>
            </a:r>
            <a:r>
              <a:rPr lang="en-US" sz="2400" dirty="0"/>
              <a:t>[0] = ‘b’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marL="457200" indent="-457200">
              <a:buFont typeface="+mj-lt"/>
              <a:buAutoNum type="arabicPeriod"/>
            </a:pPr>
            <a:r>
              <a:rPr lang="en-US" sz="2400" dirty="0" err="1"/>
              <a:t>my_string</a:t>
            </a:r>
            <a:r>
              <a:rPr lang="en-US" sz="2400" dirty="0"/>
              <a:t>[0] = ‘b’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r>
              <a:rPr lang="en-US" sz="2400" dirty="0"/>
              <a:t>Lists are mutable, they can be changed</a:t>
            </a:r>
          </a:p>
          <a:p>
            <a:endParaRPr lang="en-US" sz="2400" dirty="0"/>
          </a:p>
          <a:p>
            <a:r>
              <a:rPr lang="en-US" sz="2400" dirty="0"/>
              <a:t>Strings are immutable.  They cannot be changed.</a:t>
            </a:r>
          </a:p>
        </p:txBody>
      </p:sp>
    </p:spTree>
    <p:extLst>
      <p:ext uri="{BB962C8B-B14F-4D97-AF65-F5344CB8AC3E}">
        <p14:creationId xmlns:p14="http://schemas.microsoft.com/office/powerpoint/2010/main" val="1397559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0E72A-6256-EEE8-D541-9E5AB2BD7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35AC38-EE35-8424-9735-AE15C89EF0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B8893A-F325-44A6-8EFB-883C20332CFE}" type="slidenum">
              <a:rPr lang="en-US" smtClean="0"/>
              <a:pPr/>
              <a:t>11</a:t>
            </a:fld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8BB5E38-D36C-D5DB-4C47-361DF255B3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0700474"/>
              </p:ext>
            </p:extLst>
          </p:nvPr>
        </p:nvGraphicFramePr>
        <p:xfrm>
          <a:off x="416313" y="987026"/>
          <a:ext cx="8177561" cy="3048414"/>
        </p:xfrm>
        <a:graphic>
          <a:graphicData uri="http://schemas.openxmlformats.org/drawingml/2006/table">
            <a:tbl>
              <a:tblPr/>
              <a:tblGrid>
                <a:gridCol w="1446382">
                  <a:extLst>
                    <a:ext uri="{9D8B030D-6E8A-4147-A177-3AD203B41FA5}">
                      <a16:colId xmlns:a16="http://schemas.microsoft.com/office/drawing/2014/main" val="2644064493"/>
                    </a:ext>
                  </a:extLst>
                </a:gridCol>
                <a:gridCol w="2882437">
                  <a:extLst>
                    <a:ext uri="{9D8B030D-6E8A-4147-A177-3AD203B41FA5}">
                      <a16:colId xmlns:a16="http://schemas.microsoft.com/office/drawing/2014/main" val="1279297114"/>
                    </a:ext>
                  </a:extLst>
                </a:gridCol>
                <a:gridCol w="2333240">
                  <a:extLst>
                    <a:ext uri="{9D8B030D-6E8A-4147-A177-3AD203B41FA5}">
                      <a16:colId xmlns:a16="http://schemas.microsoft.com/office/drawing/2014/main" val="3264697133"/>
                    </a:ext>
                  </a:extLst>
                </a:gridCol>
                <a:gridCol w="1515502">
                  <a:extLst>
                    <a:ext uri="{9D8B030D-6E8A-4147-A177-3AD203B41FA5}">
                      <a16:colId xmlns:a16="http://schemas.microsoft.com/office/drawing/2014/main" val="911054695"/>
                    </a:ext>
                  </a:extLst>
                </a:gridCol>
              </a:tblGrid>
              <a:tr h="566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Method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Description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Example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Result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9804361"/>
                  </a:ext>
                </a:extLst>
              </a:tr>
              <a:tr h="172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.upper()</a:t>
                      </a:r>
                      <a:endParaRPr lang="en-US" sz="1400" dirty="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Returns string in all uppercase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"hi".upper()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"HI"</a:t>
                      </a:r>
                      <a:endParaRPr lang="en-US" sz="1400" dirty="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1615327"/>
                  </a:ext>
                </a:extLst>
              </a:tr>
              <a:tr h="172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.lower()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Returns string in all lowercase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"Hi".lower()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"hi"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9046487"/>
                  </a:ext>
                </a:extLst>
              </a:tr>
              <a:tr h="172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.title()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Capitalizes first letter of each word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"hello world".title()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"Hello World"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5926906"/>
                  </a:ext>
                </a:extLst>
              </a:tr>
              <a:tr h="172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.capitalize()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Capitalizes only the first character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"hello".capitalize()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"Hello"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6751470"/>
                  </a:ext>
                </a:extLst>
              </a:tr>
              <a:tr h="172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.strip()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Removes whitespace from both ends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" hi ".strip()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"hi"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9142015"/>
                  </a:ext>
                </a:extLst>
              </a:tr>
              <a:tr h="2442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.replace(old, new)</a:t>
                      </a:r>
                      <a:endParaRPr lang="en-US" sz="1400" dirty="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Replaces all occurrences of a substring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"cat".replace("c", "b")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"bat"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5701579"/>
                  </a:ext>
                </a:extLst>
              </a:tr>
              <a:tr h="172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.split(sep)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Splits string into a list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"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</a:rPr>
                        <a:t>a,b,c".split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(",")</a:t>
                      </a:r>
                      <a:endParaRPr lang="en-US" sz="1400" dirty="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["a", "b", "c"]</a:t>
                      </a:r>
                      <a:endParaRPr lang="en-US" sz="1400" dirty="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30882"/>
                  </a:ext>
                </a:extLst>
              </a:tr>
              <a:tr h="172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.join(iterable)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Joins items of an iterable into a string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"-".join(["a", "b"])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"a-b"</a:t>
                      </a:r>
                      <a:endParaRPr lang="en-US" sz="1400" dirty="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168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85586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EE2C6-D22A-AD75-325F-95A393A29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3E1C2-E419-7743-6D44-0C6F59510C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B8893A-F325-44A6-8EFB-883C20332CFE}" type="slidenum">
              <a:rPr lang="en-US" smtClean="0"/>
              <a:pPr/>
              <a:t>12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13340BC-36AE-E562-B4C2-12E42419CA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4875442"/>
              </p:ext>
            </p:extLst>
          </p:nvPr>
        </p:nvGraphicFramePr>
        <p:xfrm>
          <a:off x="252760" y="984559"/>
          <a:ext cx="8593873" cy="3536818"/>
        </p:xfrm>
        <a:graphic>
          <a:graphicData uri="http://schemas.openxmlformats.org/drawingml/2006/table">
            <a:tbl>
              <a:tblPr/>
              <a:tblGrid>
                <a:gridCol w="1859583">
                  <a:extLst>
                    <a:ext uri="{9D8B030D-6E8A-4147-A177-3AD203B41FA5}">
                      <a16:colId xmlns:a16="http://schemas.microsoft.com/office/drawing/2014/main" val="1724640691"/>
                    </a:ext>
                  </a:extLst>
                </a:gridCol>
                <a:gridCol w="3634509">
                  <a:extLst>
                    <a:ext uri="{9D8B030D-6E8A-4147-A177-3AD203B41FA5}">
                      <a16:colId xmlns:a16="http://schemas.microsoft.com/office/drawing/2014/main" val="2219120723"/>
                    </a:ext>
                  </a:extLst>
                </a:gridCol>
                <a:gridCol w="2079541">
                  <a:extLst>
                    <a:ext uri="{9D8B030D-6E8A-4147-A177-3AD203B41FA5}">
                      <a16:colId xmlns:a16="http://schemas.microsoft.com/office/drawing/2014/main" val="2548281562"/>
                    </a:ext>
                  </a:extLst>
                </a:gridCol>
                <a:gridCol w="1020240">
                  <a:extLst>
                    <a:ext uri="{9D8B030D-6E8A-4147-A177-3AD203B41FA5}">
                      <a16:colId xmlns:a16="http://schemas.microsoft.com/office/drawing/2014/main" val="1635559566"/>
                    </a:ext>
                  </a:extLst>
                </a:gridCol>
              </a:tblGrid>
              <a:tr h="2442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Method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Description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Example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Result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6083516"/>
                  </a:ext>
                </a:extLst>
              </a:tr>
              <a:tr h="2442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.find(sub)</a:t>
                      </a:r>
                      <a:endParaRPr lang="en-US" sz="1400" dirty="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Returns index of first occurrence (-1 if not found)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"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</a:rPr>
                        <a:t>hello".find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("l")</a:t>
                      </a:r>
                      <a:endParaRPr lang="en-US" sz="1400" dirty="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2</a:t>
                      </a:r>
                      <a:endParaRPr lang="en-US" sz="1400" dirty="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6957696"/>
                  </a:ext>
                </a:extLst>
              </a:tr>
              <a:tr h="172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.count(sub)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Counts occurrences of a substring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"banana".count("a")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3</a:t>
                      </a:r>
                      <a:endParaRPr lang="en-US" sz="1400" dirty="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3474763"/>
                  </a:ext>
                </a:extLst>
              </a:tr>
              <a:tr h="172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.startswith(sub)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True if string starts with substring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"hello".startswith("he")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True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4145663"/>
                  </a:ext>
                </a:extLst>
              </a:tr>
              <a:tr h="172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.endswith(sub)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True if string ends with substring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"hello.py".endswith(".py")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True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540963"/>
                  </a:ext>
                </a:extLst>
              </a:tr>
              <a:tr h="172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.isdigit()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True if all characters are digits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"123".isdigit()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True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9595757"/>
                  </a:ext>
                </a:extLst>
              </a:tr>
              <a:tr h="172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.isalpha()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True if all characters are letters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"abc".isalpha()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True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6757009"/>
                  </a:ext>
                </a:extLst>
              </a:tr>
              <a:tr h="172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.isalnum()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True if all characters are letters or digits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"abc123".isalnum()</a:t>
                      </a:r>
                      <a:endParaRPr lang="en-US" sz="1400" dirty="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True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012800"/>
                  </a:ext>
                </a:extLst>
              </a:tr>
              <a:tr h="172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.isspace()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True if all characters are whitespace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" ".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</a:rPr>
                        <a:t>isspace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()</a:t>
                      </a:r>
                      <a:endParaRPr lang="en-US" sz="1400" dirty="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True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9590310"/>
                  </a:ext>
                </a:extLst>
              </a:tr>
              <a:tr h="2442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.index(sub)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Like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.find()</a:t>
                      </a:r>
                      <a:r>
                        <a:rPr lang="en-US" sz="1400"/>
                        <a:t> but raises an error if not found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"hello".index("e")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1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907811"/>
                  </a:ext>
                </a:extLst>
              </a:tr>
              <a:tr h="172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.swapcase()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Swaps upper and lowercase</a:t>
                      </a:r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"Hi".swapcase()</a:t>
                      </a:r>
                      <a:endParaRPr lang="en-US" sz="140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"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</a:rPr>
                        <a:t>hI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"</a:t>
                      </a:r>
                      <a:endParaRPr lang="en-US" sz="1400" dirty="0"/>
                    </a:p>
                  </a:txBody>
                  <a:tcPr marL="30525" marR="30525" marT="15263" marB="1526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63408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24048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2FE0A-9A92-D351-E0B0-C812CE0DB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0C0F0-5065-FC0E-6A88-2B1B609FD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521" y="651068"/>
            <a:ext cx="7300333" cy="585207"/>
          </a:xfrm>
        </p:spPr>
        <p:txBody>
          <a:bodyPr/>
          <a:lstStyle/>
          <a:p>
            <a:r>
              <a:rPr lang="en-US" dirty="0"/>
              <a:t>Strings Practical Exercise #1 – Username Validator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9C2233-E097-79BD-44E0-83662A8AC5CF}"/>
              </a:ext>
            </a:extLst>
          </p:cNvPr>
          <p:cNvSpPr txBox="1"/>
          <p:nvPr/>
        </p:nvSpPr>
        <p:spPr>
          <a:xfrm>
            <a:off x="423745" y="1168445"/>
            <a:ext cx="7835591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A website needs a function </a:t>
            </a:r>
            <a:r>
              <a:rPr lang="en-US" dirty="0" err="1">
                <a:latin typeface="Courier New" panose="02070309020205020404" pitchFamily="49" charset="0"/>
              </a:rPr>
              <a:t>validate_username</a:t>
            </a:r>
            <a:r>
              <a:rPr lang="en-US" dirty="0">
                <a:latin typeface="Courier New" panose="02070309020205020404" pitchFamily="49" charset="0"/>
              </a:rPr>
              <a:t>(username)</a:t>
            </a:r>
            <a:r>
              <a:rPr lang="en-US" dirty="0"/>
              <a:t> that returns </a:t>
            </a:r>
            <a:r>
              <a:rPr lang="en-US" dirty="0">
                <a:latin typeface="Courier New" panose="02070309020205020404" pitchFamily="49" charset="0"/>
              </a:rPr>
              <a:t>True</a:t>
            </a:r>
            <a:r>
              <a:rPr lang="en-US" dirty="0"/>
              <a:t> if the username is valid and </a:t>
            </a:r>
            <a:r>
              <a:rPr lang="en-US" dirty="0">
                <a:latin typeface="Courier New" panose="02070309020205020404" pitchFamily="49" charset="0"/>
              </a:rPr>
              <a:t>False</a:t>
            </a:r>
            <a:r>
              <a:rPr lang="en-US" dirty="0"/>
              <a:t> otherwise. A valid username must:</a:t>
            </a:r>
          </a:p>
          <a:p>
            <a:pPr>
              <a:buNone/>
            </a:pPr>
            <a:endParaRPr lang="en-US" dirty="0"/>
          </a:p>
          <a:p>
            <a:pPr>
              <a:buFont typeface="+mj-lt"/>
              <a:buAutoNum type="arabicPeriod"/>
            </a:pPr>
            <a:r>
              <a:rPr lang="en-US" dirty="0"/>
              <a:t>Be between 5 and 15 characters long</a:t>
            </a:r>
          </a:p>
          <a:p>
            <a:pPr>
              <a:buFont typeface="+mj-lt"/>
              <a:buAutoNum type="arabicPeriod"/>
            </a:pPr>
            <a:r>
              <a:rPr lang="en-US" dirty="0"/>
              <a:t>Contain only letters, digits, or underscores</a:t>
            </a:r>
          </a:p>
          <a:p>
            <a:pPr>
              <a:buFont typeface="+mj-lt"/>
              <a:buAutoNum type="arabicPeriod"/>
            </a:pPr>
            <a:r>
              <a:rPr lang="en-US" dirty="0"/>
              <a:t>Start with a letter</a:t>
            </a:r>
          </a:p>
          <a:p>
            <a:pPr>
              <a:buFont typeface="+mj-lt"/>
              <a:buAutoNum type="arabicPeriod"/>
            </a:pPr>
            <a:r>
              <a:rPr lang="en-US" dirty="0"/>
              <a:t>Not end with an underscore</a:t>
            </a:r>
          </a:p>
          <a:p>
            <a:pPr>
              <a:buFont typeface="+mj-lt"/>
              <a:buAutoNum type="arabicPeriod"/>
            </a:pPr>
            <a:r>
              <a:rPr lang="en-US" dirty="0"/>
              <a:t>Contain at least one digit</a:t>
            </a:r>
          </a:p>
          <a:p>
            <a:endParaRPr lang="en-US" dirty="0"/>
          </a:p>
          <a:p>
            <a:pPr>
              <a:buNone/>
            </a:pPr>
            <a:r>
              <a:rPr lang="en-US" dirty="0"/>
              <a:t>Test cases:</a:t>
            </a:r>
          </a:p>
          <a:p>
            <a:pPr>
              <a:buNone/>
            </a:pPr>
            <a:r>
              <a:rPr lang="en-US" dirty="0" err="1">
                <a:latin typeface="Courier New" panose="02070309020205020404" pitchFamily="49" charset="0"/>
              </a:rPr>
              <a:t>validate_username</a:t>
            </a:r>
            <a:r>
              <a:rPr lang="en-US" dirty="0">
                <a:latin typeface="Courier New" panose="02070309020205020404" pitchFamily="49" charset="0"/>
              </a:rPr>
              <a:t>("coder_42")</a:t>
            </a:r>
            <a:r>
              <a:rPr lang="en-US" dirty="0"/>
              <a:t> → </a:t>
            </a:r>
            <a:r>
              <a:rPr lang="en-US" dirty="0">
                <a:latin typeface="Courier New" panose="02070309020205020404" pitchFamily="49" charset="0"/>
              </a:rPr>
              <a:t>True</a:t>
            </a:r>
          </a:p>
          <a:p>
            <a:pPr>
              <a:buNone/>
            </a:pPr>
            <a:r>
              <a:rPr lang="en-US" dirty="0" err="1">
                <a:latin typeface="Courier New" panose="02070309020205020404" pitchFamily="49" charset="0"/>
              </a:rPr>
              <a:t>validate_username</a:t>
            </a:r>
            <a:r>
              <a:rPr lang="en-US" dirty="0">
                <a:latin typeface="Courier New" panose="02070309020205020404" pitchFamily="49" charset="0"/>
              </a:rPr>
              <a:t>("2cool")</a:t>
            </a:r>
            <a:r>
              <a:rPr lang="en-US" dirty="0"/>
              <a:t> → </a:t>
            </a:r>
            <a:r>
              <a:rPr lang="en-US" dirty="0">
                <a:latin typeface="Courier New" panose="02070309020205020404" pitchFamily="49" charset="0"/>
              </a:rPr>
              <a:t>False</a:t>
            </a:r>
          </a:p>
          <a:p>
            <a:pPr>
              <a:buNone/>
            </a:pPr>
            <a:r>
              <a:rPr lang="en-US" dirty="0" err="1">
                <a:latin typeface="Courier New" panose="02070309020205020404" pitchFamily="49" charset="0"/>
              </a:rPr>
              <a:t>validate_username</a:t>
            </a:r>
            <a:r>
              <a:rPr lang="en-US" dirty="0">
                <a:latin typeface="Courier New" panose="02070309020205020404" pitchFamily="49" charset="0"/>
              </a:rPr>
              <a:t>("hi")</a:t>
            </a:r>
            <a:r>
              <a:rPr lang="en-US" dirty="0"/>
              <a:t> → </a:t>
            </a:r>
            <a:r>
              <a:rPr lang="en-US" dirty="0">
                <a:latin typeface="Courier New" panose="02070309020205020404" pitchFamily="49" charset="0"/>
              </a:rPr>
              <a:t>False</a:t>
            </a:r>
          </a:p>
          <a:p>
            <a:pPr>
              <a:buNone/>
            </a:pPr>
            <a:r>
              <a:rPr lang="en-US" dirty="0" err="1">
                <a:latin typeface="Courier New" panose="02070309020205020404" pitchFamily="49" charset="0"/>
              </a:rPr>
              <a:t>validate_username</a:t>
            </a:r>
            <a:r>
              <a:rPr lang="en-US" dirty="0">
                <a:latin typeface="Courier New" panose="02070309020205020404" pitchFamily="49" charset="0"/>
              </a:rPr>
              <a:t>("</a:t>
            </a:r>
            <a:r>
              <a:rPr lang="en-US" dirty="0" err="1">
                <a:latin typeface="Courier New" panose="02070309020205020404" pitchFamily="49" charset="0"/>
              </a:rPr>
              <a:t>python_dev</a:t>
            </a:r>
            <a:r>
              <a:rPr lang="en-US" dirty="0">
                <a:latin typeface="Courier New" panose="02070309020205020404" pitchFamily="49" charset="0"/>
              </a:rPr>
              <a:t>_")</a:t>
            </a:r>
            <a:r>
              <a:rPr lang="en-US" dirty="0"/>
              <a:t> → </a:t>
            </a:r>
            <a:r>
              <a:rPr lang="en-US" dirty="0">
                <a:latin typeface="Courier New" panose="02070309020205020404" pitchFamily="49" charset="0"/>
              </a:rPr>
              <a:t>False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</a:rPr>
              <a:t>validate_username</a:t>
            </a:r>
            <a:r>
              <a:rPr lang="en-US" dirty="0">
                <a:latin typeface="Courier New" panose="02070309020205020404" pitchFamily="49" charset="0"/>
              </a:rPr>
              <a:t>("</a:t>
            </a:r>
            <a:r>
              <a:rPr lang="en-US" dirty="0" err="1">
                <a:latin typeface="Courier New" panose="02070309020205020404" pitchFamily="49" charset="0"/>
              </a:rPr>
              <a:t>justletters</a:t>
            </a:r>
            <a:r>
              <a:rPr lang="en-US" dirty="0">
                <a:latin typeface="Courier New" panose="02070309020205020404" pitchFamily="49" charset="0"/>
              </a:rPr>
              <a:t>")</a:t>
            </a:r>
            <a:r>
              <a:rPr lang="en-US" dirty="0"/>
              <a:t> → </a:t>
            </a:r>
            <a:r>
              <a:rPr lang="en-US" dirty="0">
                <a:latin typeface="Courier New" panose="02070309020205020404" pitchFamily="49" charset="0"/>
              </a:rPr>
              <a:t>False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1643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8EB5-9460-9A9A-8F07-49E423D79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2F90A-D534-3ABD-86B7-5F8C2B427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521" y="651068"/>
            <a:ext cx="7961972" cy="585207"/>
          </a:xfrm>
        </p:spPr>
        <p:txBody>
          <a:bodyPr/>
          <a:lstStyle/>
          <a:p>
            <a:r>
              <a:rPr lang="en-US" dirty="0"/>
              <a:t>Strings Practical Exercise #2 – Secret Message Decoder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C3F76A-EB2E-624E-B7F6-178749BD5C21}"/>
              </a:ext>
            </a:extLst>
          </p:cNvPr>
          <p:cNvSpPr txBox="1"/>
          <p:nvPr/>
        </p:nvSpPr>
        <p:spPr>
          <a:xfrm>
            <a:off x="308517" y="1309866"/>
            <a:ext cx="8355980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/>
              <a:t>Spies encode messages with the following scheme: </a:t>
            </a:r>
          </a:p>
          <a:p>
            <a:pPr>
              <a:buNone/>
            </a:pPr>
            <a:r>
              <a:rPr lang="en-US" sz="1600" dirty="0"/>
              <a:t>Every word is reversed</a:t>
            </a:r>
          </a:p>
          <a:p>
            <a:pPr>
              <a:buNone/>
            </a:pPr>
            <a:r>
              <a:rPr lang="en-US" sz="1600" dirty="0"/>
              <a:t>The whole message is lowercase</a:t>
            </a:r>
          </a:p>
          <a:p>
            <a:pPr>
              <a:buNone/>
            </a:pPr>
            <a:r>
              <a:rPr lang="en-US" sz="1600" dirty="0"/>
              <a:t>The character </a:t>
            </a:r>
            <a:r>
              <a:rPr lang="en-US" sz="1600" dirty="0">
                <a:latin typeface="Courier New" panose="02070309020205020404" pitchFamily="49" charset="0"/>
              </a:rPr>
              <a:t>#</a:t>
            </a:r>
            <a:r>
              <a:rPr lang="en-US" sz="1600" dirty="0"/>
              <a:t> is used instead of spaces</a:t>
            </a:r>
          </a:p>
          <a:p>
            <a:pPr>
              <a:buNone/>
            </a:pPr>
            <a:r>
              <a:rPr lang="en-US" sz="1600" dirty="0"/>
              <a:t>Any digit in the message is junk and should be removed</a:t>
            </a:r>
          </a:p>
          <a:p>
            <a:pPr>
              <a:buNone/>
            </a:pPr>
            <a:endParaRPr lang="en-US" sz="1600" dirty="0"/>
          </a:p>
          <a:p>
            <a:pPr>
              <a:buNone/>
            </a:pPr>
            <a:r>
              <a:rPr lang="en-US" sz="1600" dirty="0"/>
              <a:t>Write a function </a:t>
            </a:r>
            <a:r>
              <a:rPr lang="en-US" sz="1600" dirty="0">
                <a:latin typeface="Courier New" panose="02070309020205020404" pitchFamily="49" charset="0"/>
              </a:rPr>
              <a:t>decode(message)</a:t>
            </a:r>
            <a:r>
              <a:rPr lang="en-US" sz="1600" dirty="0"/>
              <a:t> that returns the original message with the first letter of the sentence capitalized.</a:t>
            </a:r>
          </a:p>
          <a:p>
            <a:pPr>
              <a:buNone/>
            </a:pPr>
            <a:endParaRPr lang="en-US" sz="1600" dirty="0"/>
          </a:p>
          <a:p>
            <a:pPr>
              <a:buNone/>
            </a:pPr>
            <a:r>
              <a:rPr lang="en-US" sz="1600" dirty="0"/>
              <a:t>Example: </a:t>
            </a:r>
            <a:r>
              <a:rPr lang="en-US" sz="1600" dirty="0">
                <a:latin typeface="Courier New" panose="02070309020205020404" pitchFamily="49" charset="0"/>
              </a:rPr>
              <a:t>decode("eht7#terces#3edoc#si#nohtyp9")</a:t>
            </a:r>
            <a:r>
              <a:rPr lang="en-US" sz="1600" dirty="0"/>
              <a:t> → </a:t>
            </a:r>
            <a:r>
              <a:rPr lang="en-US" sz="1600" dirty="0">
                <a:latin typeface="Courier New" panose="02070309020205020404" pitchFamily="49" charset="0"/>
              </a:rPr>
              <a:t>"The secret code is python“</a:t>
            </a:r>
          </a:p>
          <a:p>
            <a:pPr>
              <a:buNone/>
            </a:pPr>
            <a:endParaRPr lang="en-US" sz="1600" dirty="0">
              <a:latin typeface="Courier New" panose="02070309020205020404" pitchFamily="49" charset="0"/>
            </a:endParaRPr>
          </a:p>
          <a:p>
            <a:r>
              <a:rPr lang="en-US" sz="1600" i="1" dirty="0"/>
              <a:t>Hint: requires </a:t>
            </a:r>
            <a:r>
              <a:rPr lang="en-US" sz="1600" i="1" dirty="0">
                <a:latin typeface="Courier New" panose="02070309020205020404" pitchFamily="49" charset="0"/>
              </a:rPr>
              <a:t>.split()</a:t>
            </a:r>
            <a:r>
              <a:rPr lang="en-US" sz="1600" i="1" dirty="0"/>
              <a:t>, </a:t>
            </a:r>
            <a:r>
              <a:rPr lang="en-US" sz="1600" i="1" dirty="0">
                <a:latin typeface="Courier New" panose="02070309020205020404" pitchFamily="49" charset="0"/>
              </a:rPr>
              <a:t>.join()</a:t>
            </a:r>
            <a:r>
              <a:rPr lang="en-US" sz="1600" i="1" dirty="0"/>
              <a:t>, slicing, and iteration</a:t>
            </a:r>
            <a:endParaRPr lang="en-US" sz="1600" dirty="0"/>
          </a:p>
          <a:p>
            <a:pPr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03502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9EDDA-9B55-4F99-FD21-0BF128985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14D9E-2330-A246-E111-E56A2AC40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1414" y="2279146"/>
            <a:ext cx="1438879" cy="585207"/>
          </a:xfrm>
        </p:spPr>
        <p:txBody>
          <a:bodyPr/>
          <a:lstStyle/>
          <a:p>
            <a:r>
              <a:rPr lang="en-US" dirty="0"/>
              <a:t>Modules</a:t>
            </a:r>
          </a:p>
        </p:txBody>
      </p:sp>
    </p:spTree>
    <p:extLst>
      <p:ext uri="{BB962C8B-B14F-4D97-AF65-F5344CB8AC3E}">
        <p14:creationId xmlns:p14="http://schemas.microsoft.com/office/powerpoint/2010/main" val="31289122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50C06-9317-0D71-FECA-5A21D88F4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19EBD0-5071-8560-F3BE-960E914FC4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B8893A-F325-44A6-8EFB-883C20332CFE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1C2E383-13B1-1593-D976-0AA8AB9AE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556399"/>
            <a:ext cx="8382000" cy="857250"/>
          </a:xfrm>
        </p:spPr>
        <p:txBody>
          <a:bodyPr/>
          <a:lstStyle/>
          <a:p>
            <a:r>
              <a:rPr lang="en-US" dirty="0"/>
              <a:t>3 types of modules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C2BBE-6A68-4E5F-A4D8-A2533829260E}"/>
              </a:ext>
            </a:extLst>
          </p:cNvPr>
          <p:cNvSpPr txBox="1"/>
          <p:nvPr/>
        </p:nvSpPr>
        <p:spPr>
          <a:xfrm>
            <a:off x="472067" y="1698368"/>
            <a:ext cx="792108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000" dirty="0"/>
              <a:t>Built-in Modules – they come with Python, no installation necessary</a:t>
            </a:r>
          </a:p>
          <a:p>
            <a:pPr marL="457200" indent="-457200">
              <a:buFont typeface="+mj-lt"/>
              <a:buAutoNum type="arabicPeriod"/>
            </a:pP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Your own modules – any .</a:t>
            </a:r>
            <a:r>
              <a:rPr lang="en-US" sz="2000" dirty="0" err="1"/>
              <a:t>py</a:t>
            </a:r>
            <a:r>
              <a:rPr lang="en-US" sz="2000" dirty="0"/>
              <a:t> file you write yourself</a:t>
            </a:r>
          </a:p>
          <a:p>
            <a:pPr marL="457200" indent="-457200">
              <a:buFont typeface="+mj-lt"/>
              <a:buAutoNum type="arabicPeriod"/>
            </a:pP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Third-party modules – installed via pip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41683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F0E6DB-EE9E-45C5-B784-49ED7052A2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B8893A-F325-44A6-8EFB-883C20332CFE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A67ABD9-8A31-4CB9-94E1-A0DA84E71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117" y="1374404"/>
            <a:ext cx="7898780" cy="857250"/>
          </a:xfrm>
        </p:spPr>
        <p:txBody>
          <a:bodyPr/>
          <a:lstStyle/>
          <a:p>
            <a:br>
              <a:rPr lang="en-US" dirty="0"/>
            </a:b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B711E0-A5AD-33B4-293D-DD8FC3CDE581}"/>
              </a:ext>
            </a:extLst>
          </p:cNvPr>
          <p:cNvSpPr txBox="1">
            <a:spLocks/>
          </p:cNvSpPr>
          <p:nvPr/>
        </p:nvSpPr>
        <p:spPr>
          <a:xfrm>
            <a:off x="505521" y="651068"/>
            <a:ext cx="7961972" cy="585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Your own module – Practical Exercise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0868D0-602A-CEAE-62B2-3FC5C7BDD172}"/>
              </a:ext>
            </a:extLst>
          </p:cNvPr>
          <p:cNvSpPr txBox="1"/>
          <p:nvPr/>
        </p:nvSpPr>
        <p:spPr>
          <a:xfrm>
            <a:off x="449765" y="1172909"/>
            <a:ext cx="7921083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In the lesson 04 folder, create a python file called area.py</a:t>
            </a:r>
          </a:p>
          <a:p>
            <a:endParaRPr lang="en-US" sz="2000" dirty="0"/>
          </a:p>
          <a:p>
            <a:r>
              <a:rPr lang="en-US" sz="2000" dirty="0"/>
              <a:t>In the area.py script, define the following functions</a:t>
            </a:r>
          </a:p>
          <a:p>
            <a:endParaRPr lang="en-US" sz="2000" dirty="0"/>
          </a:p>
          <a:p>
            <a:r>
              <a:rPr lang="en-US" sz="2000" dirty="0" err="1"/>
              <a:t>rectangle_area</a:t>
            </a:r>
            <a:r>
              <a:rPr lang="en-US" sz="2000" dirty="0"/>
              <a:t>(length, width) -&gt; area</a:t>
            </a:r>
          </a:p>
          <a:p>
            <a:r>
              <a:rPr lang="en-US" sz="2000" dirty="0" err="1"/>
              <a:t>circle_area</a:t>
            </a:r>
            <a:r>
              <a:rPr lang="en-US" sz="2000" dirty="0"/>
              <a:t>(radius) -&gt; area</a:t>
            </a:r>
          </a:p>
          <a:p>
            <a:r>
              <a:rPr lang="en-US" sz="2000" dirty="0" err="1"/>
              <a:t>tri_area</a:t>
            </a:r>
            <a:r>
              <a:rPr lang="en-US" sz="2000" dirty="0"/>
              <a:t>(base, height) -&gt; area</a:t>
            </a:r>
          </a:p>
          <a:p>
            <a:endParaRPr lang="en-US" sz="2000" dirty="0"/>
          </a:p>
          <a:p>
            <a:r>
              <a:rPr lang="en-US" sz="2000" dirty="0"/>
              <a:t>Create another script, called main.py.  In main.py, import these functions and use them.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243741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997E6-9B67-7E71-8648-BFDBD95BF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1DDF9-4134-283C-96D4-BBEA7FB4D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9677" y="2189937"/>
            <a:ext cx="3144645" cy="585207"/>
          </a:xfrm>
        </p:spPr>
        <p:txBody>
          <a:bodyPr/>
          <a:lstStyle/>
          <a:p>
            <a:r>
              <a:rPr lang="en-US" dirty="0"/>
              <a:t>Advanced Functions</a:t>
            </a:r>
          </a:p>
        </p:txBody>
      </p:sp>
    </p:spTree>
    <p:extLst>
      <p:ext uri="{BB962C8B-B14F-4D97-AF65-F5344CB8AC3E}">
        <p14:creationId xmlns:p14="http://schemas.microsoft.com/office/powerpoint/2010/main" val="2480879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4C23F-A0A3-82CA-6294-5E515DCD5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CDF03D-F0FE-5EC7-8863-2926F98256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B8893A-F325-44A6-8EFB-883C20332CFE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07DE4BB-FE86-2EEA-D3CA-E09E0CFD5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117" y="1374404"/>
            <a:ext cx="7898780" cy="857250"/>
          </a:xfrm>
        </p:spPr>
        <p:txBody>
          <a:bodyPr/>
          <a:lstStyle/>
          <a:p>
            <a:br>
              <a:rPr lang="en-US" dirty="0"/>
            </a:b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5C99C5-4994-3451-6CD5-69075FFF82A4}"/>
              </a:ext>
            </a:extLst>
          </p:cNvPr>
          <p:cNvSpPr txBox="1">
            <a:spLocks/>
          </p:cNvSpPr>
          <p:nvPr/>
        </p:nvSpPr>
        <p:spPr>
          <a:xfrm>
            <a:off x="505521" y="651068"/>
            <a:ext cx="7961972" cy="585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Functions with default parameters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AF6A24-7D0C-57B0-E57C-1B68D4921635}"/>
              </a:ext>
            </a:extLst>
          </p:cNvPr>
          <p:cNvSpPr txBox="1"/>
          <p:nvPr/>
        </p:nvSpPr>
        <p:spPr>
          <a:xfrm>
            <a:off x="449765" y="1172909"/>
            <a:ext cx="792108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When you define a function in Python, you can give some parameters a </a:t>
            </a:r>
            <a:r>
              <a:rPr lang="en-US" sz="2000" b="1" dirty="0"/>
              <a:t>default value</a:t>
            </a:r>
            <a:r>
              <a:rPr lang="en-US" sz="2000" dirty="0"/>
              <a:t>. If the caller doesn't supply an argument for that parameter, Python automatically uses the default instead of raising an error.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9A76A7-D16D-F267-6A84-EB102683F900}"/>
              </a:ext>
            </a:extLst>
          </p:cNvPr>
          <p:cNvSpPr txBox="1"/>
          <p:nvPr/>
        </p:nvSpPr>
        <p:spPr>
          <a:xfrm>
            <a:off x="1135565" y="2844138"/>
            <a:ext cx="632088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def greet(name, greeting="Hello"):</a:t>
            </a:r>
          </a:p>
          <a:p>
            <a:r>
              <a:rPr lang="en-US" dirty="0"/>
              <a:t>    print(f"{greeting}, {name}!")</a:t>
            </a:r>
          </a:p>
          <a:p>
            <a:endParaRPr lang="en-US" dirty="0"/>
          </a:p>
          <a:p>
            <a:r>
              <a:rPr lang="en-US" dirty="0"/>
              <a:t>greet("Maria")               # Hello, Maria!</a:t>
            </a:r>
          </a:p>
          <a:p>
            <a:r>
              <a:rPr lang="en-US" dirty="0"/>
              <a:t>greet("Maria", "Howdy")      # Howdy, Maria!</a:t>
            </a:r>
          </a:p>
        </p:txBody>
      </p:sp>
    </p:spTree>
    <p:extLst>
      <p:ext uri="{BB962C8B-B14F-4D97-AF65-F5344CB8AC3E}">
        <p14:creationId xmlns:p14="http://schemas.microsoft.com/office/powerpoint/2010/main" val="415047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16853-DE1B-9E9F-4E5C-4BD22F791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299819-CD8E-EB34-18BD-85D66D0BCA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B8893A-F325-44A6-8EFB-883C20332CFE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B49E369-9E9C-9BA9-6390-88D2193C9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8713" y="1411575"/>
            <a:ext cx="7898780" cy="857250"/>
          </a:xfrm>
        </p:spPr>
        <p:txBody>
          <a:bodyPr/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en-US" sz="1800" b="1" dirty="0"/>
              <a:t>Defaults must come after required parameters.</a:t>
            </a:r>
            <a:r>
              <a:rPr lang="en-US" sz="1800" dirty="0"/>
              <a:t> Python needs to know which arguments belong where, so this is illegal.</a:t>
            </a: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endParaRPr lang="en-US" sz="18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45A404-23A7-49E9-C8B9-7F860285B5CE}"/>
              </a:ext>
            </a:extLst>
          </p:cNvPr>
          <p:cNvSpPr txBox="1">
            <a:spLocks/>
          </p:cNvSpPr>
          <p:nvPr/>
        </p:nvSpPr>
        <p:spPr>
          <a:xfrm>
            <a:off x="505521" y="651068"/>
            <a:ext cx="7961972" cy="585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Functions with default parameters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A1FDCD-B09B-9CCE-0F8D-9235AF052F2D}"/>
              </a:ext>
            </a:extLst>
          </p:cNvPr>
          <p:cNvSpPr txBox="1"/>
          <p:nvPr/>
        </p:nvSpPr>
        <p:spPr>
          <a:xfrm>
            <a:off x="553845" y="2110085"/>
            <a:ext cx="80214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2. Arguments are matched by position first, then by keyword.</a:t>
            </a:r>
            <a:r>
              <a:rPr lang="en-US" sz="1800" dirty="0"/>
              <a:t> When calling a function, you can pass arguments positionally (in order) or by name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E92133-75A8-288B-A492-0282D03D61C5}"/>
              </a:ext>
            </a:extLst>
          </p:cNvPr>
          <p:cNvSpPr txBox="1"/>
          <p:nvPr/>
        </p:nvSpPr>
        <p:spPr>
          <a:xfrm>
            <a:off x="505521" y="2268825"/>
            <a:ext cx="8378284" cy="1969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r>
              <a:rPr lang="en-US" sz="1800" b="1" dirty="0"/>
              <a:t>3. The default is used only when the argument is missing.</a:t>
            </a:r>
            <a:r>
              <a:rPr lang="en-US" sz="1800" dirty="0"/>
              <a:t> Passing a value — even the same value as the default — simply overrides it for that one call. The default itself is never changed by calling the function.</a:t>
            </a:r>
            <a:br>
              <a:rPr lang="en-US" sz="1800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956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9DD5D-667D-B3F7-1C56-9944B3935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707059-C7B5-BC9A-3F40-FE09269626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B8893A-F325-44A6-8EFB-883C20332CFE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7BE63EC-7EA8-C7A8-654A-6CA54F0C3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8713" y="1411575"/>
            <a:ext cx="7898780" cy="857250"/>
          </a:xfrm>
        </p:spPr>
        <p:txBody>
          <a:bodyPr/>
          <a:lstStyle/>
          <a:p>
            <a:pPr>
              <a:buSzPct val="100000"/>
            </a:pPr>
            <a:r>
              <a:rPr lang="en-US" sz="2000" dirty="0"/>
              <a:t>Write </a:t>
            </a:r>
            <a:r>
              <a:rPr lang="en-US" sz="2000" b="1" dirty="0" err="1"/>
              <a:t>curve_grades</a:t>
            </a:r>
            <a:r>
              <a:rPr lang="en-US" sz="2000" b="1" dirty="0"/>
              <a:t>(scores, bonus=5, </a:t>
            </a:r>
            <a:r>
              <a:rPr lang="en-US" sz="2000" b="1" dirty="0" err="1"/>
              <a:t>max_score</a:t>
            </a:r>
            <a:r>
              <a:rPr lang="en-US" sz="2000" b="1" dirty="0"/>
              <a:t>=100)</a:t>
            </a:r>
            <a:r>
              <a:rPr lang="en-US" sz="2000" dirty="0"/>
              <a:t> that takes a list of scores and returns a new list where each score gets the bonus added, but no score exceeds </a:t>
            </a:r>
            <a:r>
              <a:rPr lang="en-US" sz="2000" dirty="0" err="1"/>
              <a:t>max_score</a:t>
            </a:r>
            <a:r>
              <a:rPr lang="en-US" sz="2000" dirty="0"/>
              <a:t>. </a:t>
            </a:r>
            <a:br>
              <a:rPr lang="en-US" sz="1800" dirty="0"/>
            </a:br>
            <a:br>
              <a:rPr lang="en-US" sz="1800" dirty="0"/>
            </a:br>
            <a:br>
              <a:rPr lang="en-US" sz="2000" dirty="0"/>
            </a:br>
            <a:r>
              <a:rPr lang="en-US" sz="2000" dirty="0"/>
              <a:t>Example: </a:t>
            </a:r>
            <a:r>
              <a:rPr lang="en-US" sz="2000" dirty="0" err="1"/>
              <a:t>curve_grades</a:t>
            </a:r>
            <a:r>
              <a:rPr lang="en-US" sz="2000" dirty="0"/>
              <a:t>([88, 97, 75]) → [93, 100, 80].</a:t>
            </a:r>
            <a:br>
              <a:rPr lang="en-US" sz="20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endParaRPr lang="en-US" sz="18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190FDC-3F8B-755E-81B7-FEE7326DC3FD}"/>
              </a:ext>
            </a:extLst>
          </p:cNvPr>
          <p:cNvSpPr txBox="1">
            <a:spLocks/>
          </p:cNvSpPr>
          <p:nvPr/>
        </p:nvSpPr>
        <p:spPr>
          <a:xfrm>
            <a:off x="505521" y="591595"/>
            <a:ext cx="7961972" cy="585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Functions with default parameters practical exercise</a:t>
            </a:r>
          </a:p>
        </p:txBody>
      </p:sp>
    </p:spTree>
    <p:extLst>
      <p:ext uri="{BB962C8B-B14F-4D97-AF65-F5344CB8AC3E}">
        <p14:creationId xmlns:p14="http://schemas.microsoft.com/office/powerpoint/2010/main" val="2833829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0F1C3-3874-2AFD-ACAB-D088124D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F4F5C-F873-B945-2F5B-C18EC49ED7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B8893A-F325-44A6-8EFB-883C20332CFE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9391BF5-7344-DE6B-4B6C-85F2DCD90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8713" y="1441312"/>
            <a:ext cx="7898780" cy="857250"/>
          </a:xfrm>
        </p:spPr>
        <p:txBody>
          <a:bodyPr/>
          <a:lstStyle/>
          <a:p>
            <a:pPr>
              <a:buSzPct val="100000"/>
            </a:pPr>
            <a:br>
              <a:rPr lang="en-US" sz="20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endParaRPr lang="en-US" sz="18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26A3EE-8E77-1EA6-41E0-D2E0AE170C9C}"/>
              </a:ext>
            </a:extLst>
          </p:cNvPr>
          <p:cNvSpPr txBox="1">
            <a:spLocks/>
          </p:cNvSpPr>
          <p:nvPr/>
        </p:nvSpPr>
        <p:spPr>
          <a:xfrm>
            <a:off x="505521" y="591595"/>
            <a:ext cx="7961972" cy="585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Functions with multiple returns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374111-005C-FC1A-2A60-5456BAA22EA6}"/>
              </a:ext>
            </a:extLst>
          </p:cNvPr>
          <p:cNvSpPr txBox="1"/>
          <p:nvPr/>
        </p:nvSpPr>
        <p:spPr>
          <a:xfrm>
            <a:off x="505521" y="1347956"/>
            <a:ext cx="6858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Functions can return more than one value</a:t>
            </a:r>
          </a:p>
          <a:p>
            <a:pPr>
              <a:buNone/>
            </a:pPr>
            <a:r>
              <a:rPr lang="en-US" dirty="0"/>
              <a:t>A </a:t>
            </a:r>
            <a:r>
              <a:rPr lang="en-US" dirty="0">
                <a:latin typeface="Courier New" panose="02070309020205020404" pitchFamily="49" charset="0"/>
              </a:rPr>
              <a:t>return</a:t>
            </a:r>
            <a:r>
              <a:rPr lang="en-US" dirty="0"/>
              <a:t> statement can send back several values at once by separating them with commas: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56BECC-D0AC-AA28-3527-BC591C641A20}"/>
              </a:ext>
            </a:extLst>
          </p:cNvPr>
          <p:cNvSpPr txBox="1"/>
          <p:nvPr/>
        </p:nvSpPr>
        <p:spPr>
          <a:xfrm>
            <a:off x="505521" y="2298562"/>
            <a:ext cx="551985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def </a:t>
            </a:r>
            <a:r>
              <a:rPr lang="en-US" dirty="0" err="1"/>
              <a:t>min_max</a:t>
            </a:r>
            <a:r>
              <a:rPr lang="en-US" dirty="0"/>
              <a:t>(numbers):</a:t>
            </a:r>
          </a:p>
          <a:p>
            <a:r>
              <a:rPr lang="en-US" dirty="0"/>
              <a:t>    return min(numbers), max(numbers)</a:t>
            </a:r>
          </a:p>
          <a:p>
            <a:endParaRPr lang="en-US" dirty="0"/>
          </a:p>
          <a:p>
            <a:r>
              <a:rPr lang="en-US" dirty="0"/>
              <a:t>result = </a:t>
            </a:r>
            <a:r>
              <a:rPr lang="en-US" dirty="0" err="1"/>
              <a:t>min_max</a:t>
            </a:r>
            <a:r>
              <a:rPr lang="en-US" dirty="0"/>
              <a:t>([4, 9, 1, 7])</a:t>
            </a:r>
          </a:p>
          <a:p>
            <a:r>
              <a:rPr lang="en-US" dirty="0"/>
              <a:t>print(result)        # (1, 9)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6B03D2-7C86-0F4C-FE21-F0AE31927DDC}"/>
              </a:ext>
            </a:extLst>
          </p:cNvPr>
          <p:cNvSpPr txBox="1"/>
          <p:nvPr/>
        </p:nvSpPr>
        <p:spPr>
          <a:xfrm>
            <a:off x="505521" y="3680055"/>
            <a:ext cx="789878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Under the hood, Python isn't doing anything magical — it's packing those values into a </a:t>
            </a:r>
            <a:r>
              <a:rPr lang="en-US" b="1" dirty="0"/>
              <a:t>tuple</a:t>
            </a:r>
            <a:r>
              <a:rPr lang="en-US" dirty="0"/>
              <a:t>. That's why printing </a:t>
            </a:r>
            <a:r>
              <a:rPr lang="en-US" dirty="0">
                <a:latin typeface="Courier New" panose="02070309020205020404" pitchFamily="49" charset="0"/>
              </a:rPr>
              <a:t>result</a:t>
            </a:r>
            <a:r>
              <a:rPr lang="en-US" dirty="0"/>
              <a:t> shows </a:t>
            </a:r>
            <a:r>
              <a:rPr lang="en-US" dirty="0">
                <a:latin typeface="Courier New" panose="02070309020205020404" pitchFamily="49" charset="0"/>
              </a:rPr>
              <a:t>(1, 9)</a:t>
            </a:r>
            <a:r>
              <a:rPr lang="en-US" dirty="0"/>
              <a:t> with parentheses. Returning </a:t>
            </a:r>
            <a:r>
              <a:rPr lang="en-US" dirty="0">
                <a:latin typeface="Courier New" panose="02070309020205020404" pitchFamily="49" charset="0"/>
              </a:rPr>
              <a:t>min(numbers), max(numbers)</a:t>
            </a:r>
            <a:r>
              <a:rPr lang="en-US" dirty="0"/>
              <a:t> is really returning the single tuple </a:t>
            </a:r>
            <a:r>
              <a:rPr lang="en-US" dirty="0">
                <a:latin typeface="Courier New" panose="02070309020205020404" pitchFamily="49" charset="0"/>
              </a:rPr>
              <a:t>(1, 9)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4481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0F3C8-F68D-E970-4E6E-AE2A64F23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F83A9B-DB13-6C1A-5FC2-2186F2F00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B8893A-F325-44A6-8EFB-883C20332CFE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D45C5EF-67E2-B5F3-0AF1-4DADA900C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8713" y="1441312"/>
            <a:ext cx="7898780" cy="857250"/>
          </a:xfrm>
        </p:spPr>
        <p:txBody>
          <a:bodyPr/>
          <a:lstStyle/>
          <a:p>
            <a:pPr>
              <a:buSzPct val="100000"/>
            </a:pPr>
            <a:br>
              <a:rPr lang="en-US" sz="20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endParaRPr lang="en-US" sz="18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172D5D-F912-A79D-5BB6-B1E9552FB79B}"/>
              </a:ext>
            </a:extLst>
          </p:cNvPr>
          <p:cNvSpPr txBox="1">
            <a:spLocks/>
          </p:cNvSpPr>
          <p:nvPr/>
        </p:nvSpPr>
        <p:spPr>
          <a:xfrm>
            <a:off x="505521" y="591595"/>
            <a:ext cx="7961972" cy="585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Functions with multiple returns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37E9BC-8290-DFCB-E8B8-DC661B36B456}"/>
              </a:ext>
            </a:extLst>
          </p:cNvPr>
          <p:cNvSpPr txBox="1"/>
          <p:nvPr/>
        </p:nvSpPr>
        <p:spPr>
          <a:xfrm>
            <a:off x="505521" y="1347956"/>
            <a:ext cx="6858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Unpacking</a:t>
            </a:r>
            <a:r>
              <a:rPr lang="en-US" dirty="0"/>
              <a:t> is the reverse operation: taking a tuple (or any </a:t>
            </a:r>
            <a:r>
              <a:rPr lang="en-US" dirty="0" err="1"/>
              <a:t>iterable</a:t>
            </a:r>
            <a:r>
              <a:rPr lang="en-US" dirty="0"/>
              <a:t>) and splitting its contents into individual variables in one line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37F6F7-4A16-C473-3455-49DE9B2F8614}"/>
              </a:ext>
            </a:extLst>
          </p:cNvPr>
          <p:cNvSpPr txBox="1"/>
          <p:nvPr/>
        </p:nvSpPr>
        <p:spPr>
          <a:xfrm>
            <a:off x="505521" y="2298562"/>
            <a:ext cx="551985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low, high = </a:t>
            </a:r>
            <a:r>
              <a:rPr lang="en-US" dirty="0" err="1"/>
              <a:t>min_max</a:t>
            </a:r>
            <a:r>
              <a:rPr lang="en-US" dirty="0"/>
              <a:t>([4, 9, 1, 7]) </a:t>
            </a:r>
          </a:p>
          <a:p>
            <a:endParaRPr lang="en-US" dirty="0"/>
          </a:p>
          <a:p>
            <a:r>
              <a:rPr lang="en-US" dirty="0"/>
              <a:t>print(low) # 1 </a:t>
            </a:r>
          </a:p>
          <a:p>
            <a:r>
              <a:rPr lang="en-US" dirty="0"/>
              <a:t>print(high) # 9</a:t>
            </a:r>
          </a:p>
        </p:txBody>
      </p:sp>
    </p:spTree>
    <p:extLst>
      <p:ext uri="{BB962C8B-B14F-4D97-AF65-F5344CB8AC3E}">
        <p14:creationId xmlns:p14="http://schemas.microsoft.com/office/powerpoint/2010/main" val="317306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B0EA6-C017-E434-FF82-15E11A3D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090092-129E-C4C9-455D-DD28807246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1B8893A-F325-44A6-8EFB-883C20332CFE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7C579E-D6EF-C2D5-B1CB-16B1D7059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014" y="1248024"/>
            <a:ext cx="7961971" cy="857250"/>
          </a:xfrm>
        </p:spPr>
        <p:txBody>
          <a:bodyPr/>
          <a:lstStyle/>
          <a:p>
            <a:r>
              <a:rPr lang="en-US" sz="1600" i="1" dirty="0"/>
              <a:t>Requires: enumerate() — nothing else fancy</a:t>
            </a:r>
            <a:br>
              <a:rPr lang="en-US" sz="1600" dirty="0"/>
            </a:br>
            <a:r>
              <a:rPr lang="en-US" sz="1600" dirty="0"/>
              <a:t>An airline boards passengers in the order they appear in the list. Seat numbers start at </a:t>
            </a:r>
            <a:r>
              <a:rPr lang="en-US" sz="1600" b="1" dirty="0"/>
              <a:t>1</a:t>
            </a:r>
            <a:r>
              <a:rPr lang="en-US" sz="1600" dirty="0"/>
              <a:t>, not 0.</a:t>
            </a:r>
            <a:br>
              <a:rPr lang="en-US" sz="1600" dirty="0"/>
            </a:b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passengers = ["Lopez", "Chen", "Okafor", "Smith", "Patel"]</a:t>
            </a:r>
            <a:br>
              <a:rPr lang="en-US" sz="1600" dirty="0"/>
            </a:b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Write a function </a:t>
            </a:r>
            <a:r>
              <a:rPr lang="en-US" sz="1600" dirty="0" err="1"/>
              <a:t>print_boarding_list</a:t>
            </a:r>
            <a:r>
              <a:rPr lang="en-US" sz="1600" dirty="0"/>
              <a:t>(passengers) that prints each passenger with their seat number:</a:t>
            </a:r>
            <a:br>
              <a:rPr lang="en-US" sz="1600" dirty="0"/>
            </a:br>
            <a:r>
              <a:rPr lang="en-US" sz="1600" dirty="0"/>
              <a:t>Seat 1: Lopez</a:t>
            </a:r>
            <a:br>
              <a:rPr lang="en-US" sz="1600" dirty="0"/>
            </a:br>
            <a:r>
              <a:rPr lang="en-US" sz="1600" dirty="0"/>
              <a:t>Seat 2: Chen</a:t>
            </a:r>
            <a:br>
              <a:rPr lang="en-US" sz="1600" dirty="0"/>
            </a:br>
            <a:r>
              <a:rPr lang="en-US" sz="1600" dirty="0"/>
              <a:t>Seat 3: Okafor</a:t>
            </a:r>
            <a:br>
              <a:rPr lang="en-US" sz="1600" dirty="0"/>
            </a:br>
            <a:r>
              <a:rPr lang="en-US" sz="1600" dirty="0"/>
              <a:t>Seat 4: Smith</a:t>
            </a:r>
            <a:br>
              <a:rPr lang="en-US" sz="1600" dirty="0"/>
            </a:br>
            <a:r>
              <a:rPr lang="en-US" sz="1600" dirty="0"/>
              <a:t>Seat 5: Patel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You must use the enumerate() function!</a:t>
            </a:r>
            <a:br>
              <a:rPr lang="en-US" sz="1600" dirty="0"/>
            </a:br>
            <a:br>
              <a:rPr lang="en-US" sz="1400" dirty="0"/>
            </a:br>
            <a:br>
              <a:rPr lang="en-US" sz="1400" dirty="0"/>
            </a:br>
            <a:endParaRPr lang="en-US" sz="1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3F5417-6274-FE94-5113-454D97FCCE5A}"/>
              </a:ext>
            </a:extLst>
          </p:cNvPr>
          <p:cNvSpPr txBox="1">
            <a:spLocks/>
          </p:cNvSpPr>
          <p:nvPr/>
        </p:nvSpPr>
        <p:spPr>
          <a:xfrm>
            <a:off x="505521" y="591595"/>
            <a:ext cx="7961972" cy="585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Functions with multiple returns practical</a:t>
            </a:r>
          </a:p>
        </p:txBody>
      </p:sp>
    </p:spTree>
    <p:extLst>
      <p:ext uri="{BB962C8B-B14F-4D97-AF65-F5344CB8AC3E}">
        <p14:creationId xmlns:p14="http://schemas.microsoft.com/office/powerpoint/2010/main" val="2531921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ctrTitle"/>
          </p:nvPr>
        </p:nvSpPr>
        <p:spPr>
          <a:xfrm>
            <a:off x="685800" y="2020491"/>
            <a:ext cx="7772400" cy="1102519"/>
          </a:xfrm>
        </p:spPr>
        <p:txBody>
          <a:bodyPr/>
          <a:lstStyle/>
          <a:p>
            <a:pPr eaLnBrk="1" hangingPunct="1"/>
            <a:r>
              <a:rPr lang="en-US" altLang="en-US" sz="4500" dirty="0"/>
              <a:t>Admin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524704764"/>
      </p:ext>
    </p:extLst>
  </p:cSld>
  <p:clrMapOvr>
    <a:masterClrMapping/>
  </p:clrMapOvr>
</p:sld>
</file>

<file path=ppt/theme/theme1.xml><?xml version="1.0" encoding="utf-8"?>
<a:theme xmlns:a="http://schemas.openxmlformats.org/drawingml/2006/main" name="US Army 2023 AFC DEVCOM Logo">
  <a:themeElements>
    <a:clrScheme name="US Army Color Palette">
      <a:dk1>
        <a:srgbClr val="000000"/>
      </a:dk1>
      <a:lt1>
        <a:srgbClr val="FFFFFF"/>
      </a:lt1>
      <a:dk2>
        <a:srgbClr val="221F20"/>
      </a:dk2>
      <a:lt2>
        <a:srgbClr val="FFCC01"/>
      </a:lt2>
      <a:accent1>
        <a:srgbClr val="221F20"/>
      </a:accent1>
      <a:accent2>
        <a:srgbClr val="FFCC01"/>
      </a:accent2>
      <a:accent3>
        <a:srgbClr val="727365"/>
      </a:accent3>
      <a:accent4>
        <a:srgbClr val="D5D5D7"/>
      </a:accent4>
      <a:accent5>
        <a:srgbClr val="565557"/>
      </a:accent5>
      <a:accent6>
        <a:srgbClr val="BFB8A6"/>
      </a:accent6>
      <a:hlink>
        <a:srgbClr val="565557"/>
      </a:hlink>
      <a:folHlink>
        <a:srgbClr val="305B6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2039</TotalTime>
  <Words>1783</Words>
  <Application>Microsoft Office PowerPoint</Application>
  <PresentationFormat>On-screen Show (16:9)</PresentationFormat>
  <Paragraphs>270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Roboto</vt:lpstr>
      <vt:lpstr>Courier New</vt:lpstr>
      <vt:lpstr>Arial</vt:lpstr>
      <vt:lpstr>US Army 2023 AFC DEVCOM Logo</vt:lpstr>
      <vt:lpstr>Strings, Virtual Environments, and Advanced Functions</vt:lpstr>
      <vt:lpstr> Before we start….</vt:lpstr>
      <vt:lpstr> Course Schedule</vt:lpstr>
      <vt:lpstr>Virtual Environments Review</vt:lpstr>
      <vt:lpstr>PowerPoint Presentation</vt:lpstr>
      <vt:lpstr>PowerPoint Presentation</vt:lpstr>
      <vt:lpstr>Strings</vt:lpstr>
      <vt:lpstr>PowerPoint Presentation</vt:lpstr>
      <vt:lpstr>PowerPoint Presentation</vt:lpstr>
      <vt:lpstr>So what’s the difference?</vt:lpstr>
      <vt:lpstr>PowerPoint Presentation</vt:lpstr>
      <vt:lpstr>PowerPoint Presentation</vt:lpstr>
      <vt:lpstr>Strings Practical Exercise #1 – Username Validator</vt:lpstr>
      <vt:lpstr>Strings Practical Exercise #2 – Secret Message Decoder</vt:lpstr>
      <vt:lpstr>Modules</vt:lpstr>
      <vt:lpstr>3 types of modules   </vt:lpstr>
      <vt:lpstr> </vt:lpstr>
      <vt:lpstr>Advanced Functions</vt:lpstr>
      <vt:lpstr> </vt:lpstr>
      <vt:lpstr>Defaults must come after required parameters. Python needs to know which arguments belong where, so this is illegal.       </vt:lpstr>
      <vt:lpstr>Write curve_grades(scores, bonus=5, max_score=100) that takes a list of scores and returns a new list where each score gets the bonus added, but no score exceeds max_score.    Example: curve_grades([88, 97, 75]) → [93, 100, 80].      </vt:lpstr>
      <vt:lpstr>      </vt:lpstr>
      <vt:lpstr>      </vt:lpstr>
      <vt:lpstr>Requires: enumerate() — nothing else fancy An airline boards passengers in the order they appear in the list. Seat numbers start at 1, not 0.   passengers = ["Lopez", "Chen", "Okafor", "Smith", "Patel"]   Write a function print_boarding_list(passengers) that prints each passenger with their seat number: Seat 1: Lopez Seat 2: Chen Seat 3: Okafor Seat 4: Smith Seat 5: Patel  You must use the enumerate() function!   </vt:lpstr>
      <vt:lpstr>Admin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ryan.neville</dc:creator>
  <cp:lastModifiedBy>Ryan Neville</cp:lastModifiedBy>
  <cp:revision>21</cp:revision>
  <dcterms:modified xsi:type="dcterms:W3CDTF">2026-07-20T16:39:52Z</dcterms:modified>
</cp:coreProperties>
</file>