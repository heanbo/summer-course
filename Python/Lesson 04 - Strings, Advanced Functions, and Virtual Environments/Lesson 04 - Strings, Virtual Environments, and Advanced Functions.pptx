
<file path=[Content_Types].xml><?xml version="1.0" encoding="utf-8"?>
<Types xmlns="http://schemas.openxmlformats.org/package/2006/content-types">
  <Default Extension="emf" ContentType="image/x-emf"/>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4" r:id="rId1"/>
  </p:sldMasterIdLst>
  <p:notesMasterIdLst>
    <p:notesMasterId r:id="rId22"/>
  </p:notesMasterIdLst>
  <p:sldIdLst>
    <p:sldId id="256" r:id="rId2"/>
    <p:sldId id="502" r:id="rId3"/>
    <p:sldId id="486" r:id="rId4"/>
    <p:sldId id="491" r:id="rId5"/>
    <p:sldId id="257" r:id="rId6"/>
    <p:sldId id="490" r:id="rId7"/>
    <p:sldId id="503" r:id="rId8"/>
    <p:sldId id="492" r:id="rId9"/>
    <p:sldId id="419" r:id="rId10"/>
    <p:sldId id="504" r:id="rId11"/>
    <p:sldId id="493" r:id="rId12"/>
    <p:sldId id="500" r:id="rId13"/>
    <p:sldId id="505" r:id="rId14"/>
    <p:sldId id="506" r:id="rId15"/>
    <p:sldId id="507" r:id="rId16"/>
    <p:sldId id="508" r:id="rId17"/>
    <p:sldId id="494" r:id="rId18"/>
    <p:sldId id="433" r:id="rId19"/>
    <p:sldId id="501" r:id="rId20"/>
    <p:sldId id="476" r:id="rId21"/>
  </p:sldIdLst>
  <p:sldSz cx="9144000" cy="5143500" type="screen16x9"/>
  <p:notesSz cx="6858000" cy="9144000"/>
  <p:embeddedFontLst>
    <p:embeddedFont>
      <p:font typeface="Roboto" panose="02000000000000000000"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638" autoAdjust="0"/>
  </p:normalViewPr>
  <p:slideViewPr>
    <p:cSldViewPr snapToGrid="0">
      <p:cViewPr varScale="1">
        <p:scale>
          <a:sx n="129" d="100"/>
          <a:sy n="129" d="100"/>
        </p:scale>
        <p:origin x="1104"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35673-0793-1473-0EA1-CD4CB936F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8EE368-AA1D-B984-B84E-0631B033559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5931B74-7FB9-0113-7CD5-66B641609D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72BFBD-15BB-D615-DB04-14DDDFB65481}"/>
              </a:ext>
            </a:extLst>
          </p:cNvPr>
          <p:cNvSpPr>
            <a:spLocks noGrp="1"/>
          </p:cNvSpPr>
          <p:nvPr>
            <p:ph type="sldNum" sz="quarter" idx="5"/>
          </p:nvPr>
        </p:nvSpPr>
        <p:spPr/>
        <p:txBody>
          <a:bodyPr/>
          <a:lstStyle/>
          <a:p>
            <a:fld id="{292570D5-C374-43AE-876B-55C2A221664E}" type="slidenum">
              <a:rPr lang="en-US" smtClean="0"/>
              <a:t>2</a:t>
            </a:fld>
            <a:endParaRPr lang="en-US"/>
          </a:p>
        </p:txBody>
      </p:sp>
    </p:spTree>
    <p:extLst>
      <p:ext uri="{BB962C8B-B14F-4D97-AF65-F5344CB8AC3E}">
        <p14:creationId xmlns:p14="http://schemas.microsoft.com/office/powerpoint/2010/main" val="31708116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4719-007A-9D20-6D43-3A4FCAADA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2F23C-3B6C-06AD-FDEF-F55DEF812C1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784E9A6-CB51-3C7D-DF18-0DDEC1AC4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45C7A3-AEE3-A283-A203-B801AB559F92}"/>
              </a:ext>
            </a:extLst>
          </p:cNvPr>
          <p:cNvSpPr>
            <a:spLocks noGrp="1"/>
          </p:cNvSpPr>
          <p:nvPr>
            <p:ph type="sldNum" sz="quarter" idx="5"/>
          </p:nvPr>
        </p:nvSpPr>
        <p:spPr/>
        <p:txBody>
          <a:bodyPr/>
          <a:lstStyle/>
          <a:p>
            <a:fld id="{292570D5-C374-43AE-876B-55C2A221664E}" type="slidenum">
              <a:rPr lang="en-US" smtClean="0"/>
              <a:t>3</a:t>
            </a:fld>
            <a:endParaRPr lang="en-US"/>
          </a:p>
        </p:txBody>
      </p:sp>
    </p:spTree>
    <p:extLst>
      <p:ext uri="{BB962C8B-B14F-4D97-AF65-F5344CB8AC3E}">
        <p14:creationId xmlns:p14="http://schemas.microsoft.com/office/powerpoint/2010/main" val="27312140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FD7E6-9378-263A-EC10-412A02CB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3A103B-85B0-E208-6061-CF80516F0A4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48FB0F2-B5C0-3ABE-C3C6-2B1D823983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06EB43-F4ED-79BD-FD95-5B1538063BFA}"/>
              </a:ext>
            </a:extLst>
          </p:cNvPr>
          <p:cNvSpPr>
            <a:spLocks noGrp="1"/>
          </p:cNvSpPr>
          <p:nvPr>
            <p:ph type="sldNum" sz="quarter" idx="5"/>
          </p:nvPr>
        </p:nvSpPr>
        <p:spPr/>
        <p:txBody>
          <a:bodyPr/>
          <a:lstStyle/>
          <a:p>
            <a:fld id="{292570D5-C374-43AE-876B-55C2A221664E}" type="slidenum">
              <a:rPr lang="en-US" smtClean="0"/>
              <a:t>4</a:t>
            </a:fld>
            <a:endParaRPr lang="en-US"/>
          </a:p>
        </p:txBody>
      </p:sp>
    </p:spTree>
    <p:extLst>
      <p:ext uri="{BB962C8B-B14F-4D97-AF65-F5344CB8AC3E}">
        <p14:creationId xmlns:p14="http://schemas.microsoft.com/office/powerpoint/2010/main" val="40527649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7105969b9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7105969b9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7105969b9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7105969b9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6BD20807-39CE-0879-E59A-DF135798AF89}"/>
            </a:ext>
          </a:extLst>
        </p:cNvPr>
        <p:cNvGrpSpPr/>
        <p:nvPr/>
      </p:nvGrpSpPr>
      <p:grpSpPr>
        <a:xfrm>
          <a:off x="0" y="0"/>
          <a:ext cx="0" cy="0"/>
          <a:chOff x="0" y="0"/>
          <a:chExt cx="0" cy="0"/>
        </a:xfrm>
      </p:grpSpPr>
      <p:sp>
        <p:nvSpPr>
          <p:cNvPr id="62" name="Google Shape;62;g37105969b97_1_0:notes">
            <a:extLst>
              <a:ext uri="{FF2B5EF4-FFF2-40B4-BE49-F238E27FC236}">
                <a16:creationId xmlns:a16="http://schemas.microsoft.com/office/drawing/2014/main" id="{A5093DA5-9396-E4FF-37D5-0A6B6DA202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7105969b97_1_0:notes">
            <a:extLst>
              <a:ext uri="{FF2B5EF4-FFF2-40B4-BE49-F238E27FC236}">
                <a16:creationId xmlns:a16="http://schemas.microsoft.com/office/drawing/2014/main" id="{D6A56E10-E6F9-8F4E-56DC-F62303BA43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77992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3D38C-9460-DC53-88CA-B5F165B61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5B4D7-B5DA-2852-3424-CEE824E4DD8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A32141D-8E9C-DC88-7E8E-758B8BA5E8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A42DEA-2D46-9CFD-2B4F-AFF7E8D3C9BB}"/>
              </a:ext>
            </a:extLst>
          </p:cNvPr>
          <p:cNvSpPr>
            <a:spLocks noGrp="1"/>
          </p:cNvSpPr>
          <p:nvPr>
            <p:ph type="sldNum" sz="quarter" idx="5"/>
          </p:nvPr>
        </p:nvSpPr>
        <p:spPr/>
        <p:txBody>
          <a:bodyPr/>
          <a:lstStyle/>
          <a:p>
            <a:fld id="{292570D5-C374-43AE-876B-55C2A221664E}" type="slidenum">
              <a:rPr lang="en-US" smtClean="0"/>
              <a:t>8</a:t>
            </a:fld>
            <a:endParaRPr lang="en-US"/>
          </a:p>
        </p:txBody>
      </p:sp>
    </p:spTree>
    <p:extLst>
      <p:ext uri="{BB962C8B-B14F-4D97-AF65-F5344CB8AC3E}">
        <p14:creationId xmlns:p14="http://schemas.microsoft.com/office/powerpoint/2010/main" val="31322688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9</a:t>
            </a:fld>
            <a:endParaRPr lang="en-US" altLang="en-US"/>
          </a:p>
        </p:txBody>
      </p:sp>
    </p:spTree>
    <p:extLst>
      <p:ext uri="{BB962C8B-B14F-4D97-AF65-F5344CB8AC3E}">
        <p14:creationId xmlns:p14="http://schemas.microsoft.com/office/powerpoint/2010/main" val="15894242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D89AE080-C45E-DF21-44ED-1AB50E218F0E}"/>
            </a:ext>
          </a:extLst>
        </p:cNvPr>
        <p:cNvGrpSpPr/>
        <p:nvPr/>
      </p:nvGrpSpPr>
      <p:grpSpPr>
        <a:xfrm>
          <a:off x="0" y="0"/>
          <a:ext cx="0" cy="0"/>
          <a:chOff x="0" y="0"/>
          <a:chExt cx="0" cy="0"/>
        </a:xfrm>
      </p:grpSpPr>
      <p:sp>
        <p:nvSpPr>
          <p:cNvPr id="62" name="Google Shape;62;g37105969b97_1_0:notes">
            <a:extLst>
              <a:ext uri="{FF2B5EF4-FFF2-40B4-BE49-F238E27FC236}">
                <a16:creationId xmlns:a16="http://schemas.microsoft.com/office/drawing/2014/main" id="{2370BDB3-BCB9-99B6-7EA6-1E3BDB0799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7105969b97_1_0:notes">
            <a:extLst>
              <a:ext uri="{FF2B5EF4-FFF2-40B4-BE49-F238E27FC236}">
                <a16:creationId xmlns:a16="http://schemas.microsoft.com/office/drawing/2014/main" id="{AC379ED3-A3BE-FD9E-8436-9DFA42CF74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026700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C4BE3-0F40-FA3E-2098-6387168E09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FCB48-5F83-68A1-A1E3-56D993AEC07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95B53DF-E7CF-FD26-8EF5-487B9DB6D706}"/>
              </a:ext>
            </a:extLst>
          </p:cNvPr>
          <p:cNvSpPr>
            <a:spLocks noGrp="1"/>
          </p:cNvSpPr>
          <p:nvPr>
            <p:ph type="body" idx="1"/>
          </p:nvPr>
        </p:nvSpPr>
        <p:spPr/>
        <p:txBody>
          <a:bodyPr>
            <a:normAutofit/>
          </a:bodyPr>
          <a:lstStyle/>
          <a:p>
            <a:r>
              <a:rPr lang="en-US" dirty="0"/>
              <a:t>Demonstrate list mutability and string immutability in terminal</a:t>
            </a:r>
          </a:p>
        </p:txBody>
      </p:sp>
      <p:sp>
        <p:nvSpPr>
          <p:cNvPr id="4" name="Slide Number Placeholder 3">
            <a:extLst>
              <a:ext uri="{FF2B5EF4-FFF2-40B4-BE49-F238E27FC236}">
                <a16:creationId xmlns:a16="http://schemas.microsoft.com/office/drawing/2014/main" id="{926AEABA-6ABD-0AA2-2729-1ECCBBDDCD06}"/>
              </a:ext>
            </a:extLst>
          </p:cNvPr>
          <p:cNvSpPr>
            <a:spLocks noGrp="1"/>
          </p:cNvSpPr>
          <p:nvPr>
            <p:ph type="sldNum" sz="quarter" idx="5"/>
          </p:nvPr>
        </p:nvSpPr>
        <p:spPr/>
        <p:txBody>
          <a:bodyPr/>
          <a:lstStyle/>
          <a:p>
            <a:pPr>
              <a:defRPr/>
            </a:pPr>
            <a:fld id="{18B4ECCA-5441-478E-8672-6AB21BB71BD9}" type="slidenum">
              <a:rPr lang="en-US" altLang="en-US" smtClean="0"/>
              <a:pPr>
                <a:defRPr/>
              </a:pPr>
              <a:t>11</a:t>
            </a:fld>
            <a:endParaRPr lang="en-US" altLang="en-US"/>
          </a:p>
        </p:txBody>
      </p:sp>
    </p:spTree>
    <p:extLst>
      <p:ext uri="{BB962C8B-B14F-4D97-AF65-F5344CB8AC3E}">
        <p14:creationId xmlns:p14="http://schemas.microsoft.com/office/powerpoint/2010/main" val="2057766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44AA2-3DEE-6F66-ED7C-03931BE3B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F032E-9D18-BD08-8827-A3299DEEA2E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403149A-3EB3-8136-C82D-F54F508C7C49}"/>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B0389EB9-C118-1EB9-5630-2E8ACB23AFBA}"/>
              </a:ext>
            </a:extLst>
          </p:cNvPr>
          <p:cNvSpPr>
            <a:spLocks noGrp="1"/>
          </p:cNvSpPr>
          <p:nvPr>
            <p:ph type="sldNum" sz="quarter" idx="5"/>
          </p:nvPr>
        </p:nvSpPr>
        <p:spPr/>
        <p:txBody>
          <a:bodyPr/>
          <a:lstStyle/>
          <a:p>
            <a:pPr>
              <a:defRPr/>
            </a:pPr>
            <a:fld id="{18B4ECCA-5441-478E-8672-6AB21BB71BD9}" type="slidenum">
              <a:rPr lang="en-US" altLang="en-US" smtClean="0"/>
              <a:pPr>
                <a:defRPr/>
              </a:pPr>
              <a:t>12</a:t>
            </a:fld>
            <a:endParaRPr lang="en-US" altLang="en-US"/>
          </a:p>
        </p:txBody>
      </p:sp>
    </p:spTree>
    <p:extLst>
      <p:ext uri="{BB962C8B-B14F-4D97-AF65-F5344CB8AC3E}">
        <p14:creationId xmlns:p14="http://schemas.microsoft.com/office/powerpoint/2010/main" val="2790307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BB941-BE1F-E80F-4ADF-69AA1001D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202FB-A31C-BE87-2E90-2CCF8A0A7FC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8A0B2DF-9A75-531F-E3DD-7EE8A43FB3B2}"/>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0AA9A317-5F08-BC5A-70F6-07756D5AD612}"/>
              </a:ext>
            </a:extLst>
          </p:cNvPr>
          <p:cNvSpPr>
            <a:spLocks noGrp="1"/>
          </p:cNvSpPr>
          <p:nvPr>
            <p:ph type="sldNum" sz="quarter" idx="5"/>
          </p:nvPr>
        </p:nvSpPr>
        <p:spPr/>
        <p:txBody>
          <a:bodyPr/>
          <a:lstStyle/>
          <a:p>
            <a:pPr>
              <a:defRPr/>
            </a:pPr>
            <a:fld id="{18B4ECCA-5441-478E-8672-6AB21BB71BD9}" type="slidenum">
              <a:rPr lang="en-US" altLang="en-US" smtClean="0"/>
              <a:pPr>
                <a:defRPr/>
              </a:pPr>
              <a:t>13</a:t>
            </a:fld>
            <a:endParaRPr lang="en-US" altLang="en-US"/>
          </a:p>
        </p:txBody>
      </p:sp>
    </p:spTree>
    <p:extLst>
      <p:ext uri="{BB962C8B-B14F-4D97-AF65-F5344CB8AC3E}">
        <p14:creationId xmlns:p14="http://schemas.microsoft.com/office/powerpoint/2010/main" val="19177201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BA21C-66BD-CA14-DB1F-48DA43986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FFB9A-D821-FBA1-CF52-1EA84EACC83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C99D8A5-9CE9-8330-38F5-75FBDB0C76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DCC8A5-B08F-D5EC-99CF-E9D7C24FCB9E}"/>
              </a:ext>
            </a:extLst>
          </p:cNvPr>
          <p:cNvSpPr>
            <a:spLocks noGrp="1"/>
          </p:cNvSpPr>
          <p:nvPr>
            <p:ph type="sldNum" sz="quarter" idx="5"/>
          </p:nvPr>
        </p:nvSpPr>
        <p:spPr/>
        <p:txBody>
          <a:bodyPr/>
          <a:lstStyle/>
          <a:p>
            <a:fld id="{292570D5-C374-43AE-876B-55C2A221664E}" type="slidenum">
              <a:rPr lang="en-US" smtClean="0"/>
              <a:t>14</a:t>
            </a:fld>
            <a:endParaRPr lang="en-US"/>
          </a:p>
        </p:txBody>
      </p:sp>
    </p:spTree>
    <p:extLst>
      <p:ext uri="{BB962C8B-B14F-4D97-AF65-F5344CB8AC3E}">
        <p14:creationId xmlns:p14="http://schemas.microsoft.com/office/powerpoint/2010/main" val="24499710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411EF-276F-919A-65E0-A791620F4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66FFD-28E7-3D02-7EE0-FF26AD816A4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6E9F68A-5682-D97A-015A-950081FBF1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DD502A-08F4-41D7-EF41-810B6ED1D09E}"/>
              </a:ext>
            </a:extLst>
          </p:cNvPr>
          <p:cNvSpPr>
            <a:spLocks noGrp="1"/>
          </p:cNvSpPr>
          <p:nvPr>
            <p:ph type="sldNum" sz="quarter" idx="5"/>
          </p:nvPr>
        </p:nvSpPr>
        <p:spPr/>
        <p:txBody>
          <a:bodyPr/>
          <a:lstStyle/>
          <a:p>
            <a:fld id="{292570D5-C374-43AE-876B-55C2A221664E}" type="slidenum">
              <a:rPr lang="en-US" smtClean="0"/>
              <a:t>15</a:t>
            </a:fld>
            <a:endParaRPr lang="en-US"/>
          </a:p>
        </p:txBody>
      </p:sp>
    </p:spTree>
    <p:extLst>
      <p:ext uri="{BB962C8B-B14F-4D97-AF65-F5344CB8AC3E}">
        <p14:creationId xmlns:p14="http://schemas.microsoft.com/office/powerpoint/2010/main" val="14341783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77CD7-AF93-0491-7AAE-DB7A01B15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66F-C4CD-CF01-ACEE-86E58172F72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C70958B-5F97-DAD6-4292-BDAD96A771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4F7A3-CFDF-F041-D9BB-5BCCDB708D0E}"/>
              </a:ext>
            </a:extLst>
          </p:cNvPr>
          <p:cNvSpPr>
            <a:spLocks noGrp="1"/>
          </p:cNvSpPr>
          <p:nvPr>
            <p:ph type="sldNum" sz="quarter" idx="5"/>
          </p:nvPr>
        </p:nvSpPr>
        <p:spPr/>
        <p:txBody>
          <a:bodyPr/>
          <a:lstStyle/>
          <a:p>
            <a:fld id="{292570D5-C374-43AE-876B-55C2A221664E}" type="slidenum">
              <a:rPr lang="en-US" smtClean="0"/>
              <a:t>16</a:t>
            </a:fld>
            <a:endParaRPr lang="en-US"/>
          </a:p>
        </p:txBody>
      </p:sp>
    </p:spTree>
    <p:extLst>
      <p:ext uri="{BB962C8B-B14F-4D97-AF65-F5344CB8AC3E}">
        <p14:creationId xmlns:p14="http://schemas.microsoft.com/office/powerpoint/2010/main" val="32757874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5313C-DB9F-349B-86EC-B0F9BF0980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4B599-D64F-E154-9D1B-F78ABC51854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82F4977-3198-2C2E-77EA-F0967B550F92}"/>
              </a:ext>
            </a:extLst>
          </p:cNvPr>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GLOBAL MODULE INDEX</a:t>
            </a:r>
          </a:p>
          <a:p>
            <a:endParaRPr lang="en-US" dirty="0"/>
          </a:p>
        </p:txBody>
      </p:sp>
      <p:sp>
        <p:nvSpPr>
          <p:cNvPr id="4" name="Slide Number Placeholder 3">
            <a:extLst>
              <a:ext uri="{FF2B5EF4-FFF2-40B4-BE49-F238E27FC236}">
                <a16:creationId xmlns:a16="http://schemas.microsoft.com/office/drawing/2014/main" id="{7C637CF6-050D-7D06-3BE1-992D37497F86}"/>
              </a:ext>
            </a:extLst>
          </p:cNvPr>
          <p:cNvSpPr>
            <a:spLocks noGrp="1"/>
          </p:cNvSpPr>
          <p:nvPr>
            <p:ph type="sldNum" sz="quarter" idx="5"/>
          </p:nvPr>
        </p:nvSpPr>
        <p:spPr/>
        <p:txBody>
          <a:bodyPr/>
          <a:lstStyle/>
          <a:p>
            <a:pPr>
              <a:defRPr/>
            </a:pPr>
            <a:fld id="{18B4ECCA-5441-478E-8672-6AB21BB71BD9}" type="slidenum">
              <a:rPr lang="en-US" altLang="en-US" smtClean="0"/>
              <a:pPr>
                <a:defRPr/>
              </a:pPr>
              <a:t>17</a:t>
            </a:fld>
            <a:endParaRPr lang="en-US" altLang="en-US"/>
          </a:p>
        </p:txBody>
      </p:sp>
    </p:spTree>
    <p:extLst>
      <p:ext uri="{BB962C8B-B14F-4D97-AF65-F5344CB8AC3E}">
        <p14:creationId xmlns:p14="http://schemas.microsoft.com/office/powerpoint/2010/main" val="25076590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5"/>
          </p:nvPr>
        </p:nvSpPr>
        <p:spPr/>
        <p:txBody>
          <a:bodyPr/>
          <a:lstStyle/>
          <a:p>
            <a:pPr>
              <a:defRPr/>
            </a:pPr>
            <a:fld id="{18B4ECCA-5441-478E-8672-6AB21BB71BD9}" type="slidenum">
              <a:rPr lang="en-US" altLang="en-US" smtClean="0"/>
              <a:pPr>
                <a:defRPr/>
              </a:pPr>
              <a:t>18</a:t>
            </a:fld>
            <a:endParaRPr lang="en-US" altLang="en-US"/>
          </a:p>
        </p:txBody>
      </p:sp>
    </p:spTree>
    <p:extLst>
      <p:ext uri="{BB962C8B-B14F-4D97-AF65-F5344CB8AC3E}">
        <p14:creationId xmlns:p14="http://schemas.microsoft.com/office/powerpoint/2010/main" val="34680205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31A53-26E7-27EB-AA77-6BCAD4250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C93BE-7C9F-D9BE-A094-8FE37C74F4C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338D7B24-32A6-C22F-412A-88974C017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195394-049D-95B4-D2CD-04ED0AFEEFDA}"/>
              </a:ext>
            </a:extLst>
          </p:cNvPr>
          <p:cNvSpPr>
            <a:spLocks noGrp="1"/>
          </p:cNvSpPr>
          <p:nvPr>
            <p:ph type="sldNum" sz="quarter" idx="5"/>
          </p:nvPr>
        </p:nvSpPr>
        <p:spPr/>
        <p:txBody>
          <a:bodyPr/>
          <a:lstStyle/>
          <a:p>
            <a:fld id="{292570D5-C374-43AE-876B-55C2A221664E}" type="slidenum">
              <a:rPr lang="en-US" smtClean="0"/>
              <a:t>19</a:t>
            </a:fld>
            <a:endParaRPr lang="en-US"/>
          </a:p>
        </p:txBody>
      </p:sp>
    </p:spTree>
    <p:extLst>
      <p:ext uri="{BB962C8B-B14F-4D97-AF65-F5344CB8AC3E}">
        <p14:creationId xmlns:p14="http://schemas.microsoft.com/office/powerpoint/2010/main" val="9975117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9BF26720-795C-40C0-8D4A-669747B4E216}" type="slidenum">
              <a:rPr lang="en-US" altLang="en-US" smtClean="0"/>
              <a:pPr>
                <a:defRPr/>
              </a:pPr>
              <a:t>20</a:t>
            </a:fld>
            <a:endParaRPr lang="en-US" altLang="en-US" dirty="0"/>
          </a:p>
        </p:txBody>
      </p:sp>
    </p:spTree>
    <p:extLst>
      <p:ext uri="{BB962C8B-B14F-4D97-AF65-F5344CB8AC3E}">
        <p14:creationId xmlns:p14="http://schemas.microsoft.com/office/powerpoint/2010/main" val="2218293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16" name="Google Shape;16;p2"/>
          <p:cNvSpPr txBox="1">
            <a:spLocks noGrp="1"/>
          </p:cNvSpPr>
          <p:nvPr>
            <p:ph type="subTitle" idx="1"/>
          </p:nvPr>
        </p:nvSpPr>
        <p:spPr>
          <a:xfrm>
            <a:off x="311700" y="1878560"/>
            <a:ext cx="4242600" cy="7383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2"/>
              </a:buClr>
              <a:buSzPts val="1600"/>
              <a:buNone/>
              <a:defRPr sz="1600">
                <a:solidFill>
                  <a:schemeClr val="lt2"/>
                </a:solidFill>
              </a:defRPr>
            </a:lvl1pPr>
            <a:lvl2pPr lvl="1" algn="l">
              <a:lnSpc>
                <a:spcPct val="100000"/>
              </a:lnSpc>
              <a:spcBef>
                <a:spcPts val="0"/>
              </a:spcBef>
              <a:spcAft>
                <a:spcPts val="0"/>
              </a:spcAft>
              <a:buClr>
                <a:schemeClr val="lt2"/>
              </a:buClr>
              <a:buSzPts val="1600"/>
              <a:buNone/>
              <a:defRPr sz="1600">
                <a:solidFill>
                  <a:schemeClr val="lt2"/>
                </a:solidFill>
              </a:defRPr>
            </a:lvl2pPr>
            <a:lvl3pPr lvl="2" algn="l">
              <a:lnSpc>
                <a:spcPct val="100000"/>
              </a:lnSpc>
              <a:spcBef>
                <a:spcPts val="0"/>
              </a:spcBef>
              <a:spcAft>
                <a:spcPts val="0"/>
              </a:spcAft>
              <a:buClr>
                <a:schemeClr val="lt2"/>
              </a:buClr>
              <a:buSzPts val="1600"/>
              <a:buNone/>
              <a:defRPr sz="1600">
                <a:solidFill>
                  <a:schemeClr val="lt2"/>
                </a:solidFill>
              </a:defRPr>
            </a:lvl3pPr>
            <a:lvl4pPr lvl="3" algn="l">
              <a:lnSpc>
                <a:spcPct val="100000"/>
              </a:lnSpc>
              <a:spcBef>
                <a:spcPts val="0"/>
              </a:spcBef>
              <a:spcAft>
                <a:spcPts val="0"/>
              </a:spcAft>
              <a:buClr>
                <a:schemeClr val="lt2"/>
              </a:buClr>
              <a:buSzPts val="1600"/>
              <a:buNone/>
              <a:defRPr sz="1600">
                <a:solidFill>
                  <a:schemeClr val="lt2"/>
                </a:solidFill>
              </a:defRPr>
            </a:lvl4pPr>
            <a:lvl5pPr lvl="4" algn="l">
              <a:lnSpc>
                <a:spcPct val="100000"/>
              </a:lnSpc>
              <a:spcBef>
                <a:spcPts val="0"/>
              </a:spcBef>
              <a:spcAft>
                <a:spcPts val="0"/>
              </a:spcAft>
              <a:buClr>
                <a:schemeClr val="lt2"/>
              </a:buClr>
              <a:buSzPts val="1600"/>
              <a:buNone/>
              <a:defRPr sz="1600">
                <a:solidFill>
                  <a:schemeClr val="lt2"/>
                </a:solidFill>
              </a:defRPr>
            </a:lvl5pPr>
            <a:lvl6pPr lvl="5" algn="l">
              <a:lnSpc>
                <a:spcPct val="100000"/>
              </a:lnSpc>
              <a:spcBef>
                <a:spcPts val="0"/>
              </a:spcBef>
              <a:spcAft>
                <a:spcPts val="0"/>
              </a:spcAft>
              <a:buClr>
                <a:schemeClr val="lt2"/>
              </a:buClr>
              <a:buSzPts val="1600"/>
              <a:buNone/>
              <a:defRPr sz="1600">
                <a:solidFill>
                  <a:schemeClr val="lt2"/>
                </a:solidFill>
              </a:defRPr>
            </a:lvl6pPr>
            <a:lvl7pPr lvl="6" algn="l">
              <a:lnSpc>
                <a:spcPct val="100000"/>
              </a:lnSpc>
              <a:spcBef>
                <a:spcPts val="0"/>
              </a:spcBef>
              <a:spcAft>
                <a:spcPts val="0"/>
              </a:spcAft>
              <a:buClr>
                <a:schemeClr val="lt2"/>
              </a:buClr>
              <a:buSzPts val="1600"/>
              <a:buNone/>
              <a:defRPr sz="1600">
                <a:solidFill>
                  <a:schemeClr val="lt2"/>
                </a:solidFill>
              </a:defRPr>
            </a:lvl7pPr>
            <a:lvl8pPr lvl="7" algn="l">
              <a:lnSpc>
                <a:spcPct val="100000"/>
              </a:lnSpc>
              <a:spcBef>
                <a:spcPts val="0"/>
              </a:spcBef>
              <a:spcAft>
                <a:spcPts val="0"/>
              </a:spcAft>
              <a:buClr>
                <a:schemeClr val="lt2"/>
              </a:buClr>
              <a:buSzPts val="1600"/>
              <a:buNone/>
              <a:defRPr sz="1600">
                <a:solidFill>
                  <a:schemeClr val="lt2"/>
                </a:solidFill>
              </a:defRPr>
            </a:lvl8pPr>
            <a:lvl9pPr lvl="8" algn="l">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7" name="Google Shape;17;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Shape 18"/>
        <p:cNvGrpSpPr/>
        <p:nvPr/>
      </p:nvGrpSpPr>
      <p:grpSpPr>
        <a:xfrm>
          <a:off x="0" y="0"/>
          <a:ext cx="0" cy="0"/>
          <a:chOff x="0" y="0"/>
          <a:chExt cx="0" cy="0"/>
        </a:xfrm>
      </p:grpSpPr>
      <p:sp>
        <p:nvSpPr>
          <p:cNvPr id="19" name="Google Shape;19;p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1" name="Google Shape;21;p3"/>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2" name="Google Shape;22;p3"/>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3" name="Google Shape;23;p3"/>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4" name="Google Shape;24;p3"/>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5" name="Google Shape;25;p3"/>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6" name="Google Shape;26;p3"/>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7" name="Google Shape;27;p3"/>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8" name="Google Shape;28;p3"/>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29" name="Google Shape;29;p3"/>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30" name="Google Shape;30;p3"/>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pic>
        <p:nvPicPr>
          <p:cNvPr id="31" name="Google Shape;31;p3" descr="U.S. Army"/>
          <p:cNvPicPr preferRelativeResize="0"/>
          <p:nvPr/>
        </p:nvPicPr>
        <p:blipFill rotWithShape="1">
          <a:blip r:embed="rId2">
            <a:alphaModFix/>
          </a:blip>
          <a:srcRect/>
          <a:stretch/>
        </p:blipFill>
        <p:spPr>
          <a:xfrm>
            <a:off x="183674" y="84473"/>
            <a:ext cx="2434590" cy="919356"/>
          </a:xfrm>
          <a:prstGeom prst="rect">
            <a:avLst/>
          </a:prstGeom>
          <a:noFill/>
          <a:ln>
            <a:noFill/>
          </a:ln>
        </p:spPr>
      </p:pic>
      <p:pic>
        <p:nvPicPr>
          <p:cNvPr id="32" name="Google Shape;32;p3"/>
          <p:cNvPicPr preferRelativeResize="0"/>
          <p:nvPr/>
        </p:nvPicPr>
        <p:blipFill rotWithShape="1">
          <a:blip r:embed="rId3">
            <a:alphaModFix/>
          </a:blip>
          <a:srcRect/>
          <a:stretch/>
        </p:blipFill>
        <p:spPr>
          <a:xfrm>
            <a:off x="7503462" y="308372"/>
            <a:ext cx="1222280" cy="358517"/>
          </a:xfrm>
          <a:prstGeom prst="rect">
            <a:avLst/>
          </a:prstGeom>
          <a:noFill/>
          <a:ln>
            <a:noFill/>
          </a:ln>
        </p:spPr>
      </p:pic>
      <p:grpSp>
        <p:nvGrpSpPr>
          <p:cNvPr id="33" name="Google Shape;33;p3"/>
          <p:cNvGrpSpPr/>
          <p:nvPr/>
        </p:nvGrpSpPr>
        <p:grpSpPr>
          <a:xfrm>
            <a:off x="411164" y="1480665"/>
            <a:ext cx="5380036" cy="1783080"/>
            <a:chOff x="411163" y="2240280"/>
            <a:chExt cx="6446837" cy="2377440"/>
          </a:xfrm>
        </p:grpSpPr>
        <p:sp>
          <p:nvSpPr>
            <p:cNvPr id="34" name="Google Shape;34;p3"/>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35" name="Google Shape;35;p3"/>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36" name="Google Shape;36;p3"/>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37" name="Google Shape;37;p3"/>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39" name="Google Shape;39;p3"/>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sp>
        <p:nvSpPr>
          <p:cNvPr id="40" name="Google Shape;40;p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41" name="Google Shape;41;p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Shape 42"/>
        <p:cNvGrpSpPr/>
        <p:nvPr/>
      </p:nvGrpSpPr>
      <p:grpSpPr>
        <a:xfrm>
          <a:off x="0" y="0"/>
          <a:ext cx="0" cy="0"/>
          <a:chOff x="0" y="0"/>
          <a:chExt cx="0" cy="0"/>
        </a:xfrm>
      </p:grpSpPr>
      <p:sp>
        <p:nvSpPr>
          <p:cNvPr id="43" name="Google Shape;43;p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45" name="Google Shape;45;p4" descr="U.S. Army"/>
          <p:cNvPicPr preferRelativeResize="0"/>
          <p:nvPr/>
        </p:nvPicPr>
        <p:blipFill rotWithShape="1">
          <a:blip r:embed="rId2">
            <a:alphaModFix/>
          </a:blip>
          <a:srcRect/>
          <a:stretch/>
        </p:blipFill>
        <p:spPr>
          <a:xfrm>
            <a:off x="135668" y="78731"/>
            <a:ext cx="2434590" cy="919356"/>
          </a:xfrm>
          <a:prstGeom prst="rect">
            <a:avLst/>
          </a:prstGeom>
          <a:noFill/>
          <a:ln>
            <a:noFill/>
          </a:ln>
        </p:spPr>
      </p:pic>
      <p:sp>
        <p:nvSpPr>
          <p:cNvPr id="46" name="Google Shape;46;p4"/>
          <p:cNvSpPr txBox="1">
            <a:spLocks noGrp="1"/>
          </p:cNvSpPr>
          <p:nvPr>
            <p:ph type="body" idx="1"/>
          </p:nvPr>
        </p:nvSpPr>
        <p:spPr>
          <a:xfrm>
            <a:off x="410766" y="3850148"/>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7" name="Google Shape;47;p4"/>
          <p:cNvSpPr txBox="1">
            <a:spLocks noGrp="1"/>
          </p:cNvSpPr>
          <p:nvPr>
            <p:ph type="body" idx="2"/>
          </p:nvPr>
        </p:nvSpPr>
        <p:spPr>
          <a:xfrm>
            <a:off x="410766" y="3714554"/>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8" name="Google Shape;48;p4"/>
          <p:cNvSpPr txBox="1">
            <a:spLocks noGrp="1"/>
          </p:cNvSpPr>
          <p:nvPr>
            <p:ph type="body" idx="3"/>
          </p:nvPr>
        </p:nvSpPr>
        <p:spPr>
          <a:xfrm>
            <a:off x="410766" y="3985742"/>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49" name="Google Shape;49;p4"/>
          <p:cNvSpPr txBox="1">
            <a:spLocks noGrp="1"/>
          </p:cNvSpPr>
          <p:nvPr>
            <p:ph type="body" idx="4"/>
          </p:nvPr>
        </p:nvSpPr>
        <p:spPr>
          <a:xfrm>
            <a:off x="410766" y="4121336"/>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0" name="Google Shape;50;p4"/>
          <p:cNvSpPr txBox="1">
            <a:spLocks noGrp="1"/>
          </p:cNvSpPr>
          <p:nvPr>
            <p:ph type="body" idx="5"/>
          </p:nvPr>
        </p:nvSpPr>
        <p:spPr>
          <a:xfrm>
            <a:off x="410766" y="4256930"/>
            <a:ext cx="1001676"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1" name="Google Shape;51;p4"/>
          <p:cNvSpPr txBox="1">
            <a:spLocks noGrp="1"/>
          </p:cNvSpPr>
          <p:nvPr>
            <p:ph type="body" idx="6"/>
          </p:nvPr>
        </p:nvSpPr>
        <p:spPr>
          <a:xfrm>
            <a:off x="1485900" y="3850148"/>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2" name="Google Shape;52;p4"/>
          <p:cNvSpPr txBox="1">
            <a:spLocks noGrp="1"/>
          </p:cNvSpPr>
          <p:nvPr>
            <p:ph type="body" idx="7"/>
          </p:nvPr>
        </p:nvSpPr>
        <p:spPr>
          <a:xfrm>
            <a:off x="1485900" y="3714554"/>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3" name="Google Shape;53;p4"/>
          <p:cNvSpPr txBox="1">
            <a:spLocks noGrp="1"/>
          </p:cNvSpPr>
          <p:nvPr>
            <p:ph type="body" idx="8"/>
          </p:nvPr>
        </p:nvSpPr>
        <p:spPr>
          <a:xfrm>
            <a:off x="1485900" y="3985742"/>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4" name="Google Shape;54;p4"/>
          <p:cNvSpPr txBox="1">
            <a:spLocks noGrp="1"/>
          </p:cNvSpPr>
          <p:nvPr>
            <p:ph type="body" idx="9"/>
          </p:nvPr>
        </p:nvSpPr>
        <p:spPr>
          <a:xfrm>
            <a:off x="1485900" y="4121336"/>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55" name="Google Shape;55;p4"/>
          <p:cNvSpPr txBox="1">
            <a:spLocks noGrp="1"/>
          </p:cNvSpPr>
          <p:nvPr>
            <p:ph type="body" idx="13"/>
          </p:nvPr>
        </p:nvSpPr>
        <p:spPr>
          <a:xfrm>
            <a:off x="1485900" y="4256930"/>
            <a:ext cx="2343701" cy="103874"/>
          </a:xfrm>
          <a:prstGeom prst="rect">
            <a:avLst/>
          </a:prstGeom>
          <a:noFill/>
          <a:ln w="9525" cap="flat" cmpd="sng">
            <a:solidFill>
              <a:schemeClr val="dk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dk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dk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dk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dk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grpSp>
        <p:nvGrpSpPr>
          <p:cNvPr id="56" name="Google Shape;56;p4"/>
          <p:cNvGrpSpPr/>
          <p:nvPr/>
        </p:nvGrpSpPr>
        <p:grpSpPr>
          <a:xfrm>
            <a:off x="411164" y="1480665"/>
            <a:ext cx="5380037" cy="1783080"/>
            <a:chOff x="411163" y="2240280"/>
            <a:chExt cx="6446837" cy="2377440"/>
          </a:xfrm>
        </p:grpSpPr>
        <p:sp>
          <p:nvSpPr>
            <p:cNvPr id="57" name="Google Shape;57;p4"/>
            <p:cNvSpPr/>
            <p:nvPr/>
          </p:nvSpPr>
          <p:spPr>
            <a:xfrm>
              <a:off x="411163" y="2240280"/>
              <a:ext cx="6446837" cy="2377440"/>
            </a:xfrm>
            <a:prstGeom prst="rect">
              <a:avLst/>
            </a:prstGeom>
            <a:noFill/>
            <a:ln w="19050" cap="flat" cmpd="sng">
              <a:solidFill>
                <a:srgbClr val="221F2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58" name="Google Shape;58;p4"/>
            <p:cNvCxnSpPr/>
            <p:nvPr/>
          </p:nvCxnSpPr>
          <p:spPr>
            <a:xfrm>
              <a:off x="411163" y="3931920"/>
              <a:ext cx="6446837" cy="0"/>
            </a:xfrm>
            <a:prstGeom prst="straightConnector1">
              <a:avLst/>
            </a:prstGeom>
            <a:noFill/>
            <a:ln w="19050" cap="flat" cmpd="sng">
              <a:solidFill>
                <a:srgbClr val="221F20"/>
              </a:solidFill>
              <a:prstDash val="solid"/>
              <a:miter lim="800000"/>
              <a:headEnd type="none" w="sm" len="sm"/>
              <a:tailEnd type="none" w="sm" len="sm"/>
            </a:ln>
          </p:spPr>
        </p:cxnSp>
        <p:cxnSp>
          <p:nvCxnSpPr>
            <p:cNvPr id="59" name="Google Shape;59;p4"/>
            <p:cNvCxnSpPr/>
            <p:nvPr/>
          </p:nvCxnSpPr>
          <p:spPr>
            <a:xfrm>
              <a:off x="4272796" y="3931920"/>
              <a:ext cx="0" cy="685800"/>
            </a:xfrm>
            <a:prstGeom prst="straightConnector1">
              <a:avLst/>
            </a:prstGeom>
            <a:noFill/>
            <a:ln w="19050" cap="flat" cmpd="sng">
              <a:solidFill>
                <a:srgbClr val="221F20"/>
              </a:solidFill>
              <a:prstDash val="solid"/>
              <a:miter lim="800000"/>
              <a:headEnd type="none" w="sm" len="sm"/>
              <a:tailEnd type="none" w="sm" len="sm"/>
            </a:ln>
          </p:spPr>
        </p:cxnSp>
      </p:grpSp>
      <p:sp>
        <p:nvSpPr>
          <p:cNvPr id="60" name="Google Shape;60;p4"/>
          <p:cNvSpPr txBox="1">
            <a:spLocks noGrp="1"/>
          </p:cNvSpPr>
          <p:nvPr>
            <p:ph type="ctrTitle"/>
          </p:nvPr>
        </p:nvSpPr>
        <p:spPr>
          <a:xfrm>
            <a:off x="685800"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4"/>
          <p:cNvSpPr txBox="1">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dk2"/>
              </a:buClr>
              <a:buSzPts val="900"/>
              <a:buNone/>
              <a:defRPr sz="900" b="1">
                <a:solidFill>
                  <a:schemeClr val="dk2"/>
                </a:solidFill>
              </a:defRPr>
            </a:lvl1pPr>
            <a:lvl2pPr lvl="1" algn="l">
              <a:lnSpc>
                <a:spcPct val="95000"/>
              </a:lnSpc>
              <a:spcBef>
                <a:spcPts val="0"/>
              </a:spcBef>
              <a:spcAft>
                <a:spcPts val="0"/>
              </a:spcAft>
              <a:buClr>
                <a:schemeClr val="dk2"/>
              </a:buClr>
              <a:buSzPts val="900"/>
              <a:buNone/>
              <a:defRPr sz="900" b="1">
                <a:solidFill>
                  <a:schemeClr val="dk2"/>
                </a:solidFill>
              </a:defRPr>
            </a:lvl2pPr>
            <a:lvl3pPr lvl="2" algn="l">
              <a:lnSpc>
                <a:spcPct val="95000"/>
              </a:lnSpc>
              <a:spcBef>
                <a:spcPts val="0"/>
              </a:spcBef>
              <a:spcAft>
                <a:spcPts val="0"/>
              </a:spcAft>
              <a:buClr>
                <a:schemeClr val="dk2"/>
              </a:buClr>
              <a:buSzPts val="900"/>
              <a:buNone/>
              <a:defRPr sz="900" b="1">
                <a:solidFill>
                  <a:schemeClr val="dk2"/>
                </a:solidFill>
              </a:defRPr>
            </a:lvl3pPr>
            <a:lvl4pPr lvl="3" algn="l">
              <a:lnSpc>
                <a:spcPct val="95000"/>
              </a:lnSpc>
              <a:spcBef>
                <a:spcPts val="0"/>
              </a:spcBef>
              <a:spcAft>
                <a:spcPts val="0"/>
              </a:spcAft>
              <a:buClr>
                <a:schemeClr val="dk2"/>
              </a:buClr>
              <a:buSzPts val="900"/>
              <a:buNone/>
              <a:defRPr sz="900" b="1">
                <a:solidFill>
                  <a:schemeClr val="dk2"/>
                </a:solidFill>
              </a:defRPr>
            </a:lvl4pPr>
            <a:lvl5pPr lvl="4" algn="l">
              <a:lnSpc>
                <a:spcPct val="95000"/>
              </a:lnSpc>
              <a:spcBef>
                <a:spcPts val="0"/>
              </a:spcBef>
              <a:spcAft>
                <a:spcPts val="0"/>
              </a:spcAft>
              <a:buClr>
                <a:schemeClr val="dk2"/>
              </a:buClr>
              <a:buSzPts val="900"/>
              <a:buNone/>
              <a:defRPr sz="900" b="1">
                <a:solidFill>
                  <a:schemeClr val="dk2"/>
                </a:solidFill>
              </a:defRPr>
            </a:lvl5pPr>
            <a:lvl6pPr lvl="5" algn="l">
              <a:lnSpc>
                <a:spcPct val="95000"/>
              </a:lnSpc>
              <a:spcBef>
                <a:spcPts val="0"/>
              </a:spcBef>
              <a:spcAft>
                <a:spcPts val="0"/>
              </a:spcAft>
              <a:buClr>
                <a:schemeClr val="dk2"/>
              </a:buClr>
              <a:buSzPts val="900"/>
              <a:buNone/>
              <a:defRPr sz="900" b="1">
                <a:solidFill>
                  <a:schemeClr val="dk2"/>
                </a:solidFill>
              </a:defRPr>
            </a:lvl6pPr>
            <a:lvl7pPr lvl="6" algn="l">
              <a:lnSpc>
                <a:spcPct val="95000"/>
              </a:lnSpc>
              <a:spcBef>
                <a:spcPts val="0"/>
              </a:spcBef>
              <a:spcAft>
                <a:spcPts val="0"/>
              </a:spcAft>
              <a:buClr>
                <a:schemeClr val="dk2"/>
              </a:buClr>
              <a:buSzPts val="900"/>
              <a:buNone/>
              <a:defRPr sz="900" b="1">
                <a:solidFill>
                  <a:schemeClr val="dk2"/>
                </a:solidFill>
              </a:defRPr>
            </a:lvl7pPr>
            <a:lvl8pPr lvl="7" algn="l">
              <a:lnSpc>
                <a:spcPct val="95000"/>
              </a:lnSpc>
              <a:spcBef>
                <a:spcPts val="0"/>
              </a:spcBef>
              <a:spcAft>
                <a:spcPts val="0"/>
              </a:spcAft>
              <a:buClr>
                <a:schemeClr val="dk2"/>
              </a:buClr>
              <a:buSzPts val="900"/>
              <a:buNone/>
              <a:defRPr sz="900" b="1">
                <a:solidFill>
                  <a:schemeClr val="dk2"/>
                </a:solidFill>
              </a:defRPr>
            </a:lvl8pPr>
            <a:lvl9pPr lvl="8" algn="l">
              <a:lnSpc>
                <a:spcPct val="95000"/>
              </a:lnSpc>
              <a:spcBef>
                <a:spcPts val="0"/>
              </a:spcBef>
              <a:spcAft>
                <a:spcPts val="0"/>
              </a:spcAft>
              <a:buClr>
                <a:schemeClr val="dk2"/>
              </a:buClr>
              <a:buSzPts val="900"/>
              <a:buNone/>
              <a:defRPr sz="900" b="1">
                <a:solidFill>
                  <a:schemeClr val="dk2"/>
                </a:solidFill>
              </a:defRPr>
            </a:lvl9pPr>
          </a:lstStyle>
          <a:p>
            <a:endParaRPr/>
          </a:p>
        </p:txBody>
      </p:sp>
      <p:sp>
        <p:nvSpPr>
          <p:cNvPr id="62" name="Google Shape;62;p4"/>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dk2"/>
              </a:buClr>
              <a:buSzPts val="1050"/>
              <a:buFont typeface="Arial"/>
              <a:buNone/>
              <a:defRPr sz="1050" b="1" cap="none">
                <a:solidFill>
                  <a:schemeClr val="dk2"/>
                </a:solidFill>
              </a:defRPr>
            </a:lvl1pPr>
            <a:lvl2pPr marL="914400" lvl="1" indent="-228600" algn="ctr">
              <a:lnSpc>
                <a:spcPct val="80000"/>
              </a:lnSpc>
              <a:spcBef>
                <a:spcPts val="0"/>
              </a:spcBef>
              <a:spcAft>
                <a:spcPts val="0"/>
              </a:spcAft>
              <a:buClr>
                <a:schemeClr val="dk2"/>
              </a:buClr>
              <a:buSzPts val="1050"/>
              <a:buFont typeface="Arial"/>
              <a:buNone/>
              <a:defRPr sz="1050" b="1" cap="none">
                <a:solidFill>
                  <a:schemeClr val="dk2"/>
                </a:solidFill>
              </a:defRPr>
            </a:lvl2pPr>
            <a:lvl3pPr marL="1371600" lvl="2" indent="-228600" algn="ctr">
              <a:lnSpc>
                <a:spcPct val="80000"/>
              </a:lnSpc>
              <a:spcBef>
                <a:spcPts val="0"/>
              </a:spcBef>
              <a:spcAft>
                <a:spcPts val="0"/>
              </a:spcAft>
              <a:buClr>
                <a:schemeClr val="dk2"/>
              </a:buClr>
              <a:buSzPts val="1050"/>
              <a:buFont typeface="Arial"/>
              <a:buNone/>
              <a:defRPr sz="1050" b="1" cap="none">
                <a:solidFill>
                  <a:schemeClr val="dk2"/>
                </a:solidFill>
              </a:defRPr>
            </a:lvl3pPr>
            <a:lvl4pPr marL="1828800" lvl="3" indent="-228600" algn="ctr">
              <a:lnSpc>
                <a:spcPct val="80000"/>
              </a:lnSpc>
              <a:spcBef>
                <a:spcPts val="0"/>
              </a:spcBef>
              <a:spcAft>
                <a:spcPts val="0"/>
              </a:spcAft>
              <a:buClr>
                <a:schemeClr val="dk2"/>
              </a:buClr>
              <a:buSzPts val="1050"/>
              <a:buFont typeface="Arial"/>
              <a:buNone/>
              <a:defRPr sz="1050" b="1" cap="none">
                <a:solidFill>
                  <a:schemeClr val="dk2"/>
                </a:solidFill>
              </a:defRPr>
            </a:lvl4pPr>
            <a:lvl5pPr marL="2286000" lvl="4" indent="-228600" algn="ctr">
              <a:lnSpc>
                <a:spcPct val="80000"/>
              </a:lnSpc>
              <a:spcBef>
                <a:spcPts val="0"/>
              </a:spcBef>
              <a:spcAft>
                <a:spcPts val="0"/>
              </a:spcAft>
              <a:buClr>
                <a:schemeClr val="dk2"/>
              </a:buClr>
              <a:buSzPts val="1050"/>
              <a:buFont typeface="Arial"/>
              <a:buNone/>
              <a:defRPr sz="1050" b="1" cap="none">
                <a:solidFill>
                  <a:schemeClr val="dk2"/>
                </a:solidFill>
              </a:defRPr>
            </a:lvl5pPr>
            <a:lvl6pPr marL="2743200" lvl="5" indent="-228600" algn="ctr">
              <a:lnSpc>
                <a:spcPct val="80000"/>
              </a:lnSpc>
              <a:spcBef>
                <a:spcPts val="0"/>
              </a:spcBef>
              <a:spcAft>
                <a:spcPts val="0"/>
              </a:spcAft>
              <a:buClr>
                <a:schemeClr val="dk2"/>
              </a:buClr>
              <a:buSzPts val="1050"/>
              <a:buFont typeface="Arial"/>
              <a:buNone/>
              <a:defRPr sz="1050" b="1" cap="none">
                <a:solidFill>
                  <a:schemeClr val="dk2"/>
                </a:solidFill>
              </a:defRPr>
            </a:lvl6pPr>
            <a:lvl7pPr marL="3200400" lvl="6" indent="-228600" algn="ctr">
              <a:lnSpc>
                <a:spcPct val="80000"/>
              </a:lnSpc>
              <a:spcBef>
                <a:spcPts val="0"/>
              </a:spcBef>
              <a:spcAft>
                <a:spcPts val="0"/>
              </a:spcAft>
              <a:buClr>
                <a:schemeClr val="dk2"/>
              </a:buClr>
              <a:buSzPts val="1050"/>
              <a:buFont typeface="Arial"/>
              <a:buNone/>
              <a:defRPr sz="1050" b="1" cap="none">
                <a:solidFill>
                  <a:schemeClr val="dk2"/>
                </a:solidFill>
              </a:defRPr>
            </a:lvl7pPr>
            <a:lvl8pPr marL="3657600" lvl="7" indent="-228600" algn="ctr">
              <a:lnSpc>
                <a:spcPct val="80000"/>
              </a:lnSpc>
              <a:spcBef>
                <a:spcPts val="0"/>
              </a:spcBef>
              <a:spcAft>
                <a:spcPts val="0"/>
              </a:spcAft>
              <a:buClr>
                <a:schemeClr val="dk2"/>
              </a:buClr>
              <a:buSzPts val="1050"/>
              <a:buFont typeface="Arial"/>
              <a:buNone/>
              <a:defRPr sz="1050" b="1" cap="none">
                <a:solidFill>
                  <a:schemeClr val="dk2"/>
                </a:solidFill>
              </a:defRPr>
            </a:lvl8pPr>
            <a:lvl9pPr marL="4114800" lvl="8" indent="-228600" algn="ctr">
              <a:lnSpc>
                <a:spcPct val="80000"/>
              </a:lnSpc>
              <a:spcBef>
                <a:spcPts val="0"/>
              </a:spcBef>
              <a:spcAft>
                <a:spcPts val="0"/>
              </a:spcAft>
              <a:buClr>
                <a:schemeClr val="dk2"/>
              </a:buClr>
              <a:buSzPts val="1050"/>
              <a:buFont typeface="Arial"/>
              <a:buNone/>
              <a:defRPr sz="1050" b="1" cap="none">
                <a:solidFill>
                  <a:schemeClr val="dk2"/>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Shape 63"/>
        <p:cNvGrpSpPr/>
        <p:nvPr/>
      </p:nvGrpSpPr>
      <p:grpSpPr>
        <a:xfrm>
          <a:off x="0" y="0"/>
          <a:ext cx="0" cy="0"/>
          <a:chOff x="0" y="0"/>
          <a:chExt cx="0" cy="0"/>
        </a:xfrm>
      </p:grpSpPr>
      <p:sp>
        <p:nvSpPr>
          <p:cNvPr id="64" name="Google Shape;64;p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66" name="Google Shape;66;p5" descr="U.S. Army"/>
          <p:cNvPicPr preferRelativeResize="0"/>
          <p:nvPr/>
        </p:nvPicPr>
        <p:blipFill rotWithShape="1">
          <a:blip r:embed="rId3">
            <a:alphaModFix/>
          </a:blip>
          <a:srcRect/>
          <a:stretch/>
        </p:blipFill>
        <p:spPr>
          <a:xfrm>
            <a:off x="183674" y="84473"/>
            <a:ext cx="2434590" cy="919356"/>
          </a:xfrm>
          <a:prstGeom prst="rect">
            <a:avLst/>
          </a:prstGeom>
          <a:noFill/>
          <a:ln>
            <a:noFill/>
          </a:ln>
        </p:spPr>
      </p:pic>
      <p:sp>
        <p:nvSpPr>
          <p:cNvPr id="67" name="Google Shape;67;p5"/>
          <p:cNvSpPr txBox="1">
            <a:spLocks noGrp="1"/>
          </p:cNvSpPr>
          <p:nvPr>
            <p:ph type="body" idx="1"/>
          </p:nvPr>
        </p:nvSpPr>
        <p:spPr>
          <a:xfrm>
            <a:off x="410766" y="3850148"/>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8" name="Google Shape;68;p5"/>
          <p:cNvSpPr txBox="1">
            <a:spLocks noGrp="1"/>
          </p:cNvSpPr>
          <p:nvPr>
            <p:ph type="body" idx="2"/>
          </p:nvPr>
        </p:nvSpPr>
        <p:spPr>
          <a:xfrm>
            <a:off x="410766" y="3714554"/>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69" name="Google Shape;69;p5"/>
          <p:cNvSpPr txBox="1">
            <a:spLocks noGrp="1"/>
          </p:cNvSpPr>
          <p:nvPr>
            <p:ph type="body" idx="3"/>
          </p:nvPr>
        </p:nvSpPr>
        <p:spPr>
          <a:xfrm>
            <a:off x="410766" y="3985742"/>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0" name="Google Shape;70;p5"/>
          <p:cNvSpPr txBox="1">
            <a:spLocks noGrp="1"/>
          </p:cNvSpPr>
          <p:nvPr>
            <p:ph type="body" idx="4"/>
          </p:nvPr>
        </p:nvSpPr>
        <p:spPr>
          <a:xfrm>
            <a:off x="410766" y="4121336"/>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1" name="Google Shape;71;p5"/>
          <p:cNvSpPr txBox="1">
            <a:spLocks noGrp="1"/>
          </p:cNvSpPr>
          <p:nvPr>
            <p:ph type="body" idx="5"/>
          </p:nvPr>
        </p:nvSpPr>
        <p:spPr>
          <a:xfrm>
            <a:off x="410766" y="4256930"/>
            <a:ext cx="1001676"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2" name="Google Shape;72;p5"/>
          <p:cNvSpPr txBox="1">
            <a:spLocks noGrp="1"/>
          </p:cNvSpPr>
          <p:nvPr>
            <p:ph type="body" idx="6"/>
          </p:nvPr>
        </p:nvSpPr>
        <p:spPr>
          <a:xfrm>
            <a:off x="1485900" y="3850148"/>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3" name="Google Shape;73;p5"/>
          <p:cNvSpPr txBox="1">
            <a:spLocks noGrp="1"/>
          </p:cNvSpPr>
          <p:nvPr>
            <p:ph type="body" idx="7"/>
          </p:nvPr>
        </p:nvSpPr>
        <p:spPr>
          <a:xfrm>
            <a:off x="1485900" y="3714554"/>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4" name="Google Shape;74;p5"/>
          <p:cNvSpPr txBox="1">
            <a:spLocks noGrp="1"/>
          </p:cNvSpPr>
          <p:nvPr>
            <p:ph type="body" idx="8"/>
          </p:nvPr>
        </p:nvSpPr>
        <p:spPr>
          <a:xfrm>
            <a:off x="1485900" y="3985742"/>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5" name="Google Shape;75;p5"/>
          <p:cNvSpPr txBox="1">
            <a:spLocks noGrp="1"/>
          </p:cNvSpPr>
          <p:nvPr>
            <p:ph type="body" idx="9"/>
          </p:nvPr>
        </p:nvSpPr>
        <p:spPr>
          <a:xfrm>
            <a:off x="1485900" y="4121336"/>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sp>
        <p:nvSpPr>
          <p:cNvPr id="76" name="Google Shape;76;p5"/>
          <p:cNvSpPr txBox="1">
            <a:spLocks noGrp="1"/>
          </p:cNvSpPr>
          <p:nvPr>
            <p:ph type="body" idx="13"/>
          </p:nvPr>
        </p:nvSpPr>
        <p:spPr>
          <a:xfrm>
            <a:off x="1485900" y="4256930"/>
            <a:ext cx="2343701" cy="103874"/>
          </a:xfrm>
          <a:prstGeom prst="rect">
            <a:avLst/>
          </a:prstGeom>
          <a:solidFill>
            <a:schemeClr val="lt1">
              <a:alpha val="92941"/>
            </a:schemeClr>
          </a:solidFill>
          <a:ln w="9525" cap="flat" cmpd="sng">
            <a:solidFill>
              <a:schemeClr val="lt1"/>
            </a:solidFill>
            <a:prstDash val="solid"/>
            <a:round/>
            <a:headEnd type="none" w="sm" len="sm"/>
            <a:tailEnd type="none" w="sm" len="sm"/>
          </a:ln>
        </p:spPr>
        <p:txBody>
          <a:bodyPr spcFirstLastPara="1" wrap="square" lIns="91425" tIns="0" rIns="365750" bIns="0" anchor="ctr" anchorCtr="0">
            <a:spAutoFit/>
          </a:bodyPr>
          <a:lstStyle>
            <a:lvl1pPr marL="457200" lvl="0" indent="-228600" algn="l">
              <a:lnSpc>
                <a:spcPct val="100000"/>
              </a:lnSpc>
              <a:spcBef>
                <a:spcPts val="0"/>
              </a:spcBef>
              <a:spcAft>
                <a:spcPts val="0"/>
              </a:spcAft>
              <a:buClr>
                <a:schemeClr val="dk1"/>
              </a:buClr>
              <a:buSzPts val="675"/>
              <a:buNone/>
              <a:defRPr sz="675" b="0">
                <a:solidFill>
                  <a:schemeClr val="dk1"/>
                </a:solidFill>
                <a:latin typeface="Arial"/>
                <a:ea typeface="Arial"/>
                <a:cs typeface="Arial"/>
                <a:sym typeface="Arial"/>
              </a:defRPr>
            </a:lvl1pPr>
            <a:lvl2pPr marL="914400" lvl="1" indent="-228600" algn="l">
              <a:lnSpc>
                <a:spcPct val="95000"/>
              </a:lnSpc>
              <a:spcBef>
                <a:spcPts val="375"/>
              </a:spcBef>
              <a:spcAft>
                <a:spcPts val="0"/>
              </a:spcAft>
              <a:buClr>
                <a:schemeClr val="lt1"/>
              </a:buClr>
              <a:buSzPts val="750"/>
              <a:buNone/>
              <a:defRPr sz="750">
                <a:latin typeface="Arial"/>
                <a:ea typeface="Arial"/>
                <a:cs typeface="Arial"/>
                <a:sym typeface="Arial"/>
              </a:defRPr>
            </a:lvl2pPr>
            <a:lvl3pPr marL="1371600" lvl="2" indent="-228600" algn="l">
              <a:lnSpc>
                <a:spcPct val="95000"/>
              </a:lnSpc>
              <a:spcBef>
                <a:spcPts val="375"/>
              </a:spcBef>
              <a:spcAft>
                <a:spcPts val="0"/>
              </a:spcAft>
              <a:buClr>
                <a:schemeClr val="lt1"/>
              </a:buClr>
              <a:buSzPts val="750"/>
              <a:buNone/>
              <a:defRPr sz="750">
                <a:latin typeface="Arial"/>
                <a:ea typeface="Arial"/>
                <a:cs typeface="Arial"/>
                <a:sym typeface="Arial"/>
              </a:defRPr>
            </a:lvl3pPr>
            <a:lvl4pPr marL="1828800" lvl="3" indent="-228600" algn="l">
              <a:lnSpc>
                <a:spcPct val="95000"/>
              </a:lnSpc>
              <a:spcBef>
                <a:spcPts val="375"/>
              </a:spcBef>
              <a:spcAft>
                <a:spcPts val="0"/>
              </a:spcAft>
              <a:buClr>
                <a:schemeClr val="lt1"/>
              </a:buClr>
              <a:buSzPts val="750"/>
              <a:buNone/>
              <a:defRPr sz="750">
                <a:latin typeface="Arial"/>
                <a:ea typeface="Arial"/>
                <a:cs typeface="Arial"/>
                <a:sym typeface="Arial"/>
              </a:defRPr>
            </a:lvl4pPr>
            <a:lvl5pPr marL="2286000" lvl="4" indent="-228600" algn="l">
              <a:lnSpc>
                <a:spcPct val="95000"/>
              </a:lnSpc>
              <a:spcBef>
                <a:spcPts val="375"/>
              </a:spcBef>
              <a:spcAft>
                <a:spcPts val="0"/>
              </a:spcAft>
              <a:buClr>
                <a:schemeClr val="lt1"/>
              </a:buClr>
              <a:buSzPts val="750"/>
              <a:buNone/>
              <a:defRPr sz="750">
                <a:latin typeface="Arial"/>
                <a:ea typeface="Arial"/>
                <a:cs typeface="Arial"/>
                <a:sym typeface="Arial"/>
              </a:defRPr>
            </a:lvl5pPr>
            <a:lvl6pPr marL="2743200" lvl="5" indent="-342900" algn="l">
              <a:lnSpc>
                <a:spcPct val="95000"/>
              </a:lnSpc>
              <a:spcBef>
                <a:spcPts val="375"/>
              </a:spcBef>
              <a:spcAft>
                <a:spcPts val="0"/>
              </a:spcAft>
              <a:buClr>
                <a:schemeClr val="lt1"/>
              </a:buClr>
              <a:buSzPts val="1800"/>
              <a:buChar char="–"/>
              <a:defRPr/>
            </a:lvl6pPr>
            <a:lvl7pPr marL="3200400" lvl="6" indent="-342900" algn="l">
              <a:lnSpc>
                <a:spcPct val="95000"/>
              </a:lnSpc>
              <a:spcBef>
                <a:spcPts val="375"/>
              </a:spcBef>
              <a:spcAft>
                <a:spcPts val="0"/>
              </a:spcAft>
              <a:buClr>
                <a:schemeClr val="lt1"/>
              </a:buClr>
              <a:buSzPts val="1800"/>
              <a:buChar char="–"/>
              <a:defRPr/>
            </a:lvl7pPr>
            <a:lvl8pPr marL="3657600" lvl="7" indent="-342900" algn="l">
              <a:lnSpc>
                <a:spcPct val="95000"/>
              </a:lnSpc>
              <a:spcBef>
                <a:spcPts val="375"/>
              </a:spcBef>
              <a:spcAft>
                <a:spcPts val="0"/>
              </a:spcAft>
              <a:buClr>
                <a:schemeClr val="lt1"/>
              </a:buClr>
              <a:buSzPts val="1800"/>
              <a:buChar char="–"/>
              <a:defRPr/>
            </a:lvl8pPr>
            <a:lvl9pPr marL="4114800" lvl="8" indent="-342900" algn="l">
              <a:lnSpc>
                <a:spcPct val="95000"/>
              </a:lnSpc>
              <a:spcBef>
                <a:spcPts val="375"/>
              </a:spcBef>
              <a:spcAft>
                <a:spcPts val="0"/>
              </a:spcAft>
              <a:buClr>
                <a:schemeClr val="lt1"/>
              </a:buClr>
              <a:buSzPts val="1800"/>
              <a:buChar char="–"/>
              <a:defRPr/>
            </a:lvl9pPr>
          </a:lstStyle>
          <a:p>
            <a:endParaRPr/>
          </a:p>
        </p:txBody>
      </p:sp>
      <p:grpSp>
        <p:nvGrpSpPr>
          <p:cNvPr id="77" name="Google Shape;77;p5"/>
          <p:cNvGrpSpPr/>
          <p:nvPr/>
        </p:nvGrpSpPr>
        <p:grpSpPr>
          <a:xfrm>
            <a:off x="411164" y="1480665"/>
            <a:ext cx="5380036" cy="1783080"/>
            <a:chOff x="411163" y="2240280"/>
            <a:chExt cx="6446837" cy="2377440"/>
          </a:xfrm>
        </p:grpSpPr>
        <p:sp>
          <p:nvSpPr>
            <p:cNvPr id="78" name="Google Shape;78;p5"/>
            <p:cNvSpPr/>
            <p:nvPr/>
          </p:nvSpPr>
          <p:spPr>
            <a:xfrm>
              <a:off x="411163" y="2240280"/>
              <a:ext cx="6446837" cy="2377440"/>
            </a:xfrm>
            <a:prstGeom prst="rect">
              <a:avLst/>
            </a:prstGeom>
            <a:noFill/>
            <a:ln w="19050" cap="flat" cmpd="sng">
              <a:solidFill>
                <a:srgbClr val="FFCC0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200" b="0" i="0" u="none" strike="noStrike" cap="none">
                <a:solidFill>
                  <a:schemeClr val="lt1"/>
                </a:solidFill>
                <a:latin typeface="Arial"/>
                <a:ea typeface="Arial"/>
                <a:cs typeface="Arial"/>
                <a:sym typeface="Arial"/>
              </a:endParaRPr>
            </a:p>
          </p:txBody>
        </p:sp>
        <p:cxnSp>
          <p:nvCxnSpPr>
            <p:cNvPr id="79" name="Google Shape;79;p5"/>
            <p:cNvCxnSpPr/>
            <p:nvPr/>
          </p:nvCxnSpPr>
          <p:spPr>
            <a:xfrm>
              <a:off x="411163" y="3931920"/>
              <a:ext cx="6446837" cy="0"/>
            </a:xfrm>
            <a:prstGeom prst="straightConnector1">
              <a:avLst/>
            </a:prstGeom>
            <a:noFill/>
            <a:ln w="19050" cap="flat" cmpd="sng">
              <a:solidFill>
                <a:srgbClr val="FFCC01"/>
              </a:solidFill>
              <a:prstDash val="solid"/>
              <a:miter lim="800000"/>
              <a:headEnd type="none" w="sm" len="sm"/>
              <a:tailEnd type="none" w="sm" len="sm"/>
            </a:ln>
          </p:spPr>
        </p:cxnSp>
        <p:cxnSp>
          <p:nvCxnSpPr>
            <p:cNvPr id="80" name="Google Shape;80;p5"/>
            <p:cNvCxnSpPr/>
            <p:nvPr/>
          </p:nvCxnSpPr>
          <p:spPr>
            <a:xfrm>
              <a:off x="4274795" y="3931920"/>
              <a:ext cx="0" cy="685800"/>
            </a:xfrm>
            <a:prstGeom prst="straightConnector1">
              <a:avLst/>
            </a:prstGeom>
            <a:noFill/>
            <a:ln w="19050" cap="flat" cmpd="sng">
              <a:solidFill>
                <a:srgbClr val="FFCC01"/>
              </a:solidFill>
              <a:prstDash val="solid"/>
              <a:miter lim="800000"/>
              <a:headEnd type="none" w="sm" len="sm"/>
              <a:tailEnd type="none" w="sm" len="sm"/>
            </a:ln>
          </p:spPr>
        </p:cxnSp>
      </p:grpSp>
      <p:sp>
        <p:nvSpPr>
          <p:cNvPr id="81" name="Google Shape;81;p5"/>
          <p:cNvSpPr txBox="1">
            <a:spLocks noGrp="1"/>
          </p:cNvSpPr>
          <p:nvPr>
            <p:ph type="ctrTitle"/>
          </p:nvPr>
        </p:nvSpPr>
        <p:spPr>
          <a:xfrm>
            <a:off x="685801" y="1652115"/>
            <a:ext cx="4822031" cy="994410"/>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1"/>
              </a:buClr>
              <a:buSzPts val="2700"/>
              <a:buFont typeface="Arial"/>
              <a:buNone/>
              <a:defRPr sz="27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5"/>
          <p:cNvSpPr txBox="1">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chorCtr="0">
            <a:noAutofit/>
          </a:bodyPr>
          <a:lstStyle>
            <a:lvl1pPr lvl="0" algn="l">
              <a:lnSpc>
                <a:spcPct val="95000"/>
              </a:lnSpc>
              <a:spcBef>
                <a:spcPts val="0"/>
              </a:spcBef>
              <a:spcAft>
                <a:spcPts val="0"/>
              </a:spcAft>
              <a:buClr>
                <a:schemeClr val="lt2"/>
              </a:buClr>
              <a:buSzPts val="900"/>
              <a:buNone/>
              <a:defRPr sz="900" b="1">
                <a:solidFill>
                  <a:schemeClr val="lt2"/>
                </a:solidFill>
              </a:defRPr>
            </a:lvl1pPr>
            <a:lvl2pPr lvl="1" algn="l">
              <a:lnSpc>
                <a:spcPct val="95000"/>
              </a:lnSpc>
              <a:spcBef>
                <a:spcPts val="0"/>
              </a:spcBef>
              <a:spcAft>
                <a:spcPts val="0"/>
              </a:spcAft>
              <a:buClr>
                <a:schemeClr val="lt2"/>
              </a:buClr>
              <a:buSzPts val="900"/>
              <a:buNone/>
              <a:defRPr sz="900" b="1">
                <a:solidFill>
                  <a:schemeClr val="lt2"/>
                </a:solidFill>
              </a:defRPr>
            </a:lvl2pPr>
            <a:lvl3pPr lvl="2" algn="l">
              <a:lnSpc>
                <a:spcPct val="95000"/>
              </a:lnSpc>
              <a:spcBef>
                <a:spcPts val="0"/>
              </a:spcBef>
              <a:spcAft>
                <a:spcPts val="0"/>
              </a:spcAft>
              <a:buClr>
                <a:schemeClr val="lt2"/>
              </a:buClr>
              <a:buSzPts val="900"/>
              <a:buNone/>
              <a:defRPr sz="900" b="1">
                <a:solidFill>
                  <a:schemeClr val="lt2"/>
                </a:solidFill>
              </a:defRPr>
            </a:lvl3pPr>
            <a:lvl4pPr lvl="3" algn="l">
              <a:lnSpc>
                <a:spcPct val="95000"/>
              </a:lnSpc>
              <a:spcBef>
                <a:spcPts val="0"/>
              </a:spcBef>
              <a:spcAft>
                <a:spcPts val="0"/>
              </a:spcAft>
              <a:buClr>
                <a:schemeClr val="lt2"/>
              </a:buClr>
              <a:buSzPts val="900"/>
              <a:buNone/>
              <a:defRPr sz="900" b="1">
                <a:solidFill>
                  <a:schemeClr val="lt2"/>
                </a:solidFill>
              </a:defRPr>
            </a:lvl4pPr>
            <a:lvl5pPr lvl="4" algn="l">
              <a:lnSpc>
                <a:spcPct val="95000"/>
              </a:lnSpc>
              <a:spcBef>
                <a:spcPts val="0"/>
              </a:spcBef>
              <a:spcAft>
                <a:spcPts val="0"/>
              </a:spcAft>
              <a:buClr>
                <a:schemeClr val="lt2"/>
              </a:buClr>
              <a:buSzPts val="900"/>
              <a:buNone/>
              <a:defRPr sz="900" b="1">
                <a:solidFill>
                  <a:schemeClr val="lt2"/>
                </a:solidFill>
              </a:defRPr>
            </a:lvl5pPr>
            <a:lvl6pPr lvl="5" algn="l">
              <a:lnSpc>
                <a:spcPct val="95000"/>
              </a:lnSpc>
              <a:spcBef>
                <a:spcPts val="0"/>
              </a:spcBef>
              <a:spcAft>
                <a:spcPts val="0"/>
              </a:spcAft>
              <a:buClr>
                <a:schemeClr val="lt2"/>
              </a:buClr>
              <a:buSzPts val="900"/>
              <a:buNone/>
              <a:defRPr sz="900" b="1">
                <a:solidFill>
                  <a:schemeClr val="lt2"/>
                </a:solidFill>
              </a:defRPr>
            </a:lvl6pPr>
            <a:lvl7pPr lvl="6" algn="l">
              <a:lnSpc>
                <a:spcPct val="95000"/>
              </a:lnSpc>
              <a:spcBef>
                <a:spcPts val="0"/>
              </a:spcBef>
              <a:spcAft>
                <a:spcPts val="0"/>
              </a:spcAft>
              <a:buClr>
                <a:schemeClr val="lt2"/>
              </a:buClr>
              <a:buSzPts val="900"/>
              <a:buNone/>
              <a:defRPr sz="900" b="1">
                <a:solidFill>
                  <a:schemeClr val="lt2"/>
                </a:solidFill>
              </a:defRPr>
            </a:lvl7pPr>
            <a:lvl8pPr lvl="7" algn="l">
              <a:lnSpc>
                <a:spcPct val="95000"/>
              </a:lnSpc>
              <a:spcBef>
                <a:spcPts val="0"/>
              </a:spcBef>
              <a:spcAft>
                <a:spcPts val="0"/>
              </a:spcAft>
              <a:buClr>
                <a:schemeClr val="lt2"/>
              </a:buClr>
              <a:buSzPts val="900"/>
              <a:buNone/>
              <a:defRPr sz="900" b="1">
                <a:solidFill>
                  <a:schemeClr val="lt2"/>
                </a:solidFill>
              </a:defRPr>
            </a:lvl8pPr>
            <a:lvl9pPr lvl="8" algn="l">
              <a:lnSpc>
                <a:spcPct val="95000"/>
              </a:lnSpc>
              <a:spcBef>
                <a:spcPts val="0"/>
              </a:spcBef>
              <a:spcAft>
                <a:spcPts val="0"/>
              </a:spcAft>
              <a:buClr>
                <a:schemeClr val="lt2"/>
              </a:buClr>
              <a:buSzPts val="900"/>
              <a:buNone/>
              <a:defRPr sz="900" b="1">
                <a:solidFill>
                  <a:schemeClr val="lt2"/>
                </a:solidFill>
              </a:defRPr>
            </a:lvl9pPr>
          </a:lstStyle>
          <a:p>
            <a:endParaRPr/>
          </a:p>
        </p:txBody>
      </p:sp>
      <p:sp>
        <p:nvSpPr>
          <p:cNvPr id="83" name="Google Shape;83;p5"/>
          <p:cNvSpPr txBox="1">
            <a:spLocks noGrp="1"/>
          </p:cNvSpPr>
          <p:nvPr>
            <p:ph type="body" idx="15"/>
          </p:nvPr>
        </p:nvSpPr>
        <p:spPr>
          <a:xfrm>
            <a:off x="3909060" y="2838549"/>
            <a:ext cx="1598771" cy="342900"/>
          </a:xfrm>
          <a:prstGeom prst="rect">
            <a:avLst/>
          </a:prstGeom>
          <a:noFill/>
          <a:ln>
            <a:noFill/>
          </a:ln>
        </p:spPr>
        <p:txBody>
          <a:bodyPr spcFirstLastPara="1" wrap="square" lIns="0" tIns="0" rIns="0" bIns="0" anchor="ctr" anchorCtr="0">
            <a:noAutofit/>
          </a:bodyPr>
          <a:lstStyle>
            <a:lvl1pPr marL="457200" lvl="0" indent="-228600" algn="ctr">
              <a:lnSpc>
                <a:spcPct val="80000"/>
              </a:lnSpc>
              <a:spcBef>
                <a:spcPts val="0"/>
              </a:spcBef>
              <a:spcAft>
                <a:spcPts val="0"/>
              </a:spcAft>
              <a:buClr>
                <a:schemeClr val="lt2"/>
              </a:buClr>
              <a:buSzPts val="1050"/>
              <a:buFont typeface="Arial"/>
              <a:buNone/>
              <a:defRPr sz="1050" b="1" cap="none">
                <a:solidFill>
                  <a:schemeClr val="lt2"/>
                </a:solidFill>
              </a:defRPr>
            </a:lvl1pPr>
            <a:lvl2pPr marL="914400" lvl="1" indent="-228600" algn="ctr">
              <a:lnSpc>
                <a:spcPct val="80000"/>
              </a:lnSpc>
              <a:spcBef>
                <a:spcPts val="0"/>
              </a:spcBef>
              <a:spcAft>
                <a:spcPts val="0"/>
              </a:spcAft>
              <a:buClr>
                <a:schemeClr val="lt2"/>
              </a:buClr>
              <a:buSzPts val="1050"/>
              <a:buFont typeface="Arial"/>
              <a:buNone/>
              <a:defRPr sz="1050" b="1" cap="none">
                <a:solidFill>
                  <a:schemeClr val="lt2"/>
                </a:solidFill>
              </a:defRPr>
            </a:lvl2pPr>
            <a:lvl3pPr marL="1371600" lvl="2" indent="-228600" algn="ctr">
              <a:lnSpc>
                <a:spcPct val="80000"/>
              </a:lnSpc>
              <a:spcBef>
                <a:spcPts val="0"/>
              </a:spcBef>
              <a:spcAft>
                <a:spcPts val="0"/>
              </a:spcAft>
              <a:buClr>
                <a:schemeClr val="lt2"/>
              </a:buClr>
              <a:buSzPts val="1050"/>
              <a:buFont typeface="Arial"/>
              <a:buNone/>
              <a:defRPr sz="1050" b="1" cap="none">
                <a:solidFill>
                  <a:schemeClr val="lt2"/>
                </a:solidFill>
              </a:defRPr>
            </a:lvl3pPr>
            <a:lvl4pPr marL="1828800" lvl="3" indent="-228600" algn="ctr">
              <a:lnSpc>
                <a:spcPct val="80000"/>
              </a:lnSpc>
              <a:spcBef>
                <a:spcPts val="0"/>
              </a:spcBef>
              <a:spcAft>
                <a:spcPts val="0"/>
              </a:spcAft>
              <a:buClr>
                <a:schemeClr val="lt2"/>
              </a:buClr>
              <a:buSzPts val="1050"/>
              <a:buFont typeface="Arial"/>
              <a:buNone/>
              <a:defRPr sz="1050" b="1" cap="none">
                <a:solidFill>
                  <a:schemeClr val="lt2"/>
                </a:solidFill>
              </a:defRPr>
            </a:lvl4pPr>
            <a:lvl5pPr marL="2286000" lvl="4" indent="-228600" algn="ctr">
              <a:lnSpc>
                <a:spcPct val="80000"/>
              </a:lnSpc>
              <a:spcBef>
                <a:spcPts val="0"/>
              </a:spcBef>
              <a:spcAft>
                <a:spcPts val="0"/>
              </a:spcAft>
              <a:buClr>
                <a:schemeClr val="lt2"/>
              </a:buClr>
              <a:buSzPts val="1050"/>
              <a:buFont typeface="Arial"/>
              <a:buNone/>
              <a:defRPr sz="1050" b="1" cap="none">
                <a:solidFill>
                  <a:schemeClr val="lt2"/>
                </a:solidFill>
              </a:defRPr>
            </a:lvl5pPr>
            <a:lvl6pPr marL="2743200" lvl="5" indent="-228600" algn="ctr">
              <a:lnSpc>
                <a:spcPct val="80000"/>
              </a:lnSpc>
              <a:spcBef>
                <a:spcPts val="0"/>
              </a:spcBef>
              <a:spcAft>
                <a:spcPts val="0"/>
              </a:spcAft>
              <a:buClr>
                <a:schemeClr val="lt2"/>
              </a:buClr>
              <a:buSzPts val="1050"/>
              <a:buFont typeface="Arial"/>
              <a:buNone/>
              <a:defRPr sz="1050" b="1" cap="none">
                <a:solidFill>
                  <a:schemeClr val="lt2"/>
                </a:solidFill>
              </a:defRPr>
            </a:lvl6pPr>
            <a:lvl7pPr marL="3200400" lvl="6" indent="-228600" algn="ctr">
              <a:lnSpc>
                <a:spcPct val="80000"/>
              </a:lnSpc>
              <a:spcBef>
                <a:spcPts val="0"/>
              </a:spcBef>
              <a:spcAft>
                <a:spcPts val="0"/>
              </a:spcAft>
              <a:buClr>
                <a:schemeClr val="lt2"/>
              </a:buClr>
              <a:buSzPts val="1050"/>
              <a:buFont typeface="Arial"/>
              <a:buNone/>
              <a:defRPr sz="1050" b="1" cap="none">
                <a:solidFill>
                  <a:schemeClr val="lt2"/>
                </a:solidFill>
              </a:defRPr>
            </a:lvl7pPr>
            <a:lvl8pPr marL="3657600" lvl="7" indent="-228600" algn="ctr">
              <a:lnSpc>
                <a:spcPct val="80000"/>
              </a:lnSpc>
              <a:spcBef>
                <a:spcPts val="0"/>
              </a:spcBef>
              <a:spcAft>
                <a:spcPts val="0"/>
              </a:spcAft>
              <a:buClr>
                <a:schemeClr val="lt2"/>
              </a:buClr>
              <a:buSzPts val="1050"/>
              <a:buFont typeface="Arial"/>
              <a:buNone/>
              <a:defRPr sz="1050" b="1" cap="none">
                <a:solidFill>
                  <a:schemeClr val="lt2"/>
                </a:solidFill>
              </a:defRPr>
            </a:lvl8pPr>
            <a:lvl9pPr marL="4114800" lvl="8" indent="-228600" algn="ctr">
              <a:lnSpc>
                <a:spcPct val="80000"/>
              </a:lnSpc>
              <a:spcBef>
                <a:spcPts val="0"/>
              </a:spcBef>
              <a:spcAft>
                <a:spcPts val="0"/>
              </a:spcAft>
              <a:buClr>
                <a:schemeClr val="lt2"/>
              </a:buClr>
              <a:buSzPts val="1050"/>
              <a:buFont typeface="Arial"/>
              <a:buNone/>
              <a:defRPr sz="1050" b="1" cap="none">
                <a:solidFill>
                  <a:schemeClr val="lt2"/>
                </a:solidFill>
              </a:defRPr>
            </a:lvl9pPr>
          </a:lstStyle>
          <a:p>
            <a:endParaRPr/>
          </a:p>
        </p:txBody>
      </p:sp>
      <p:pic>
        <p:nvPicPr>
          <p:cNvPr id="84" name="Google Shape;84;p5"/>
          <p:cNvPicPr preferRelativeResize="0"/>
          <p:nvPr/>
        </p:nvPicPr>
        <p:blipFill rotWithShape="1">
          <a:blip r:embed="rId4">
            <a:alphaModFix/>
          </a:blip>
          <a:srcRect/>
          <a:stretch/>
        </p:blipFill>
        <p:spPr>
          <a:xfrm>
            <a:off x="7503462" y="308372"/>
            <a:ext cx="1222280" cy="358517"/>
          </a:xfrm>
          <a:prstGeom prst="rect">
            <a:avLst/>
          </a:prstGeom>
          <a:noFill/>
          <a:ln>
            <a:noFill/>
          </a:ln>
        </p:spPr>
      </p:pic>
      <p:sp>
        <p:nvSpPr>
          <p:cNvPr id="85" name="Google Shape;85;p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86" name="Google Shape;86;p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 Column">
  <p:cSld name="2 Column">
    <p:spTree>
      <p:nvGrpSpPr>
        <p:cNvPr id="1" name="Shape 92"/>
        <p:cNvGrpSpPr/>
        <p:nvPr/>
      </p:nvGrpSpPr>
      <p:grpSpPr>
        <a:xfrm>
          <a:off x="0" y="0"/>
          <a:ext cx="0" cy="0"/>
          <a:chOff x="0" y="0"/>
          <a:chExt cx="0" cy="0"/>
        </a:xfrm>
      </p:grpSpPr>
      <p:sp>
        <p:nvSpPr>
          <p:cNvPr id="93" name="Google Shape;93;p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7"/>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5" name="Google Shape;95;p7"/>
          <p:cNvSpPr txBox="1">
            <a:spLocks noGrp="1"/>
          </p:cNvSpPr>
          <p:nvPr>
            <p:ph type="body" idx="2"/>
          </p:nvPr>
        </p:nvSpPr>
        <p:spPr>
          <a:xfrm>
            <a:off x="470915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96" name="Google Shape;96;p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Shape 98"/>
        <p:cNvGrpSpPr/>
        <p:nvPr/>
      </p:nvGrpSpPr>
      <p:grpSpPr>
        <a:xfrm>
          <a:off x="0" y="0"/>
          <a:ext cx="0" cy="0"/>
          <a:chOff x="0" y="0"/>
          <a:chExt cx="0" cy="0"/>
        </a:xfrm>
      </p:grpSpPr>
      <p:sp>
        <p:nvSpPr>
          <p:cNvPr id="99" name="Google Shape;99;p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8"/>
          <p:cNvSpPr txBox="1">
            <a:spLocks noGrp="1"/>
          </p:cNvSpPr>
          <p:nvPr>
            <p:ph type="body" idx="1"/>
          </p:nvPr>
        </p:nvSpPr>
        <p:spPr>
          <a:xfrm>
            <a:off x="411479"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1" name="Google Shape;101;p8"/>
          <p:cNvSpPr txBox="1">
            <a:spLocks noGrp="1"/>
          </p:cNvSpPr>
          <p:nvPr>
            <p:ph type="body" idx="2"/>
          </p:nvPr>
        </p:nvSpPr>
        <p:spPr>
          <a:xfrm>
            <a:off x="3278124"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2" name="Google Shape;102;p8"/>
          <p:cNvSpPr txBox="1">
            <a:spLocks noGrp="1"/>
          </p:cNvSpPr>
          <p:nvPr>
            <p:ph type="body" idx="3"/>
          </p:nvPr>
        </p:nvSpPr>
        <p:spPr>
          <a:xfrm>
            <a:off x="6144767" y="1200150"/>
            <a:ext cx="2587752"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103" name="Google Shape;103;p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Shape 105"/>
        <p:cNvGrpSpPr/>
        <p:nvPr/>
      </p:nvGrpSpPr>
      <p:grpSpPr>
        <a:xfrm>
          <a:off x="0" y="0"/>
          <a:ext cx="0" cy="0"/>
          <a:chOff x="0" y="0"/>
          <a:chExt cx="0" cy="0"/>
        </a:xfrm>
      </p:grpSpPr>
      <p:sp>
        <p:nvSpPr>
          <p:cNvPr id="106" name="Google Shape;106;p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9"/>
          <p:cNvSpPr txBox="1">
            <a:spLocks noGrp="1"/>
          </p:cNvSpPr>
          <p:nvPr>
            <p:ph type="body" idx="1"/>
          </p:nvPr>
        </p:nvSpPr>
        <p:spPr>
          <a:xfrm>
            <a:off x="41148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8" name="Google Shape;108;p9"/>
          <p:cNvSpPr txBox="1">
            <a:spLocks noGrp="1"/>
          </p:cNvSpPr>
          <p:nvPr>
            <p:ph type="body" idx="2"/>
          </p:nvPr>
        </p:nvSpPr>
        <p:spPr>
          <a:xfrm>
            <a:off x="256032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09" name="Google Shape;109;p9"/>
          <p:cNvSpPr txBox="1">
            <a:spLocks noGrp="1"/>
          </p:cNvSpPr>
          <p:nvPr>
            <p:ph type="body" idx="3"/>
          </p:nvPr>
        </p:nvSpPr>
        <p:spPr>
          <a:xfrm>
            <a:off x="470916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0" name="Google Shape;110;p9"/>
          <p:cNvSpPr txBox="1">
            <a:spLocks noGrp="1"/>
          </p:cNvSpPr>
          <p:nvPr>
            <p:ph type="body" idx="4"/>
          </p:nvPr>
        </p:nvSpPr>
        <p:spPr>
          <a:xfrm>
            <a:off x="6858001" y="1200150"/>
            <a:ext cx="1874519" cy="342900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1" name="Google Shape;111;p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Shape 113"/>
        <p:cNvGrpSpPr/>
        <p:nvPr/>
      </p:nvGrpSpPr>
      <p:grpSpPr>
        <a:xfrm>
          <a:off x="0" y="0"/>
          <a:ext cx="0" cy="0"/>
          <a:chOff x="0" y="0"/>
          <a:chExt cx="0" cy="0"/>
        </a:xfrm>
      </p:grpSpPr>
      <p:sp>
        <p:nvSpPr>
          <p:cNvPr id="114" name="Google Shape;114;p1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10"/>
          <p:cNvSpPr>
            <a:spLocks noGrp="1"/>
          </p:cNvSpPr>
          <p:nvPr>
            <p:ph type="pic" idx="2"/>
          </p:nvPr>
        </p:nvSpPr>
        <p:spPr>
          <a:xfrm>
            <a:off x="411480" y="1200150"/>
            <a:ext cx="418338" cy="416624"/>
          </a:xfrm>
          <a:prstGeom prst="rect">
            <a:avLst/>
          </a:prstGeom>
          <a:noFill/>
          <a:ln>
            <a:noFill/>
          </a:ln>
        </p:spPr>
      </p:sp>
      <p:sp>
        <p:nvSpPr>
          <p:cNvPr id="116" name="Google Shape;116;p10"/>
          <p:cNvSpPr txBox="1">
            <a:spLocks noGrp="1"/>
          </p:cNvSpPr>
          <p:nvPr>
            <p:ph type="body" idx="1"/>
          </p:nvPr>
        </p:nvSpPr>
        <p:spPr>
          <a:xfrm>
            <a:off x="41148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7" name="Google Shape;117;p10"/>
          <p:cNvSpPr>
            <a:spLocks noGrp="1"/>
          </p:cNvSpPr>
          <p:nvPr>
            <p:ph type="pic" idx="3"/>
          </p:nvPr>
        </p:nvSpPr>
        <p:spPr>
          <a:xfrm>
            <a:off x="2560320" y="1200150"/>
            <a:ext cx="418338" cy="418338"/>
          </a:xfrm>
          <a:prstGeom prst="rect">
            <a:avLst/>
          </a:prstGeom>
          <a:noFill/>
          <a:ln>
            <a:noFill/>
          </a:ln>
        </p:spPr>
      </p:sp>
      <p:sp>
        <p:nvSpPr>
          <p:cNvPr id="118" name="Google Shape;118;p10"/>
          <p:cNvSpPr txBox="1">
            <a:spLocks noGrp="1"/>
          </p:cNvSpPr>
          <p:nvPr>
            <p:ph type="body" idx="4"/>
          </p:nvPr>
        </p:nvSpPr>
        <p:spPr>
          <a:xfrm>
            <a:off x="256032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19" name="Google Shape;119;p10"/>
          <p:cNvSpPr>
            <a:spLocks noGrp="1"/>
          </p:cNvSpPr>
          <p:nvPr>
            <p:ph type="pic" idx="5"/>
          </p:nvPr>
        </p:nvSpPr>
        <p:spPr>
          <a:xfrm>
            <a:off x="4709160" y="1200150"/>
            <a:ext cx="418338" cy="418338"/>
          </a:xfrm>
          <a:prstGeom prst="rect">
            <a:avLst/>
          </a:prstGeom>
          <a:noFill/>
          <a:ln>
            <a:noFill/>
          </a:ln>
        </p:spPr>
      </p:sp>
      <p:sp>
        <p:nvSpPr>
          <p:cNvPr id="120" name="Google Shape;120;p10"/>
          <p:cNvSpPr txBox="1">
            <a:spLocks noGrp="1"/>
          </p:cNvSpPr>
          <p:nvPr>
            <p:ph type="body" idx="6"/>
          </p:nvPr>
        </p:nvSpPr>
        <p:spPr>
          <a:xfrm>
            <a:off x="470916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1" name="Google Shape;121;p10"/>
          <p:cNvSpPr>
            <a:spLocks noGrp="1"/>
          </p:cNvSpPr>
          <p:nvPr>
            <p:ph type="pic" idx="7"/>
          </p:nvPr>
        </p:nvSpPr>
        <p:spPr>
          <a:xfrm>
            <a:off x="6858000" y="1200150"/>
            <a:ext cx="418338" cy="418338"/>
          </a:xfrm>
          <a:prstGeom prst="rect">
            <a:avLst/>
          </a:prstGeom>
          <a:noFill/>
          <a:ln>
            <a:noFill/>
          </a:ln>
        </p:spPr>
      </p:sp>
      <p:sp>
        <p:nvSpPr>
          <p:cNvPr id="122" name="Google Shape;122;p10"/>
          <p:cNvSpPr txBox="1">
            <a:spLocks noGrp="1"/>
          </p:cNvSpPr>
          <p:nvPr>
            <p:ph type="body" idx="8"/>
          </p:nvPr>
        </p:nvSpPr>
        <p:spPr>
          <a:xfrm>
            <a:off x="6858001" y="1714498"/>
            <a:ext cx="1874519" cy="2914652"/>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23" name="Google Shape;123;p1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1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Shape 125"/>
        <p:cNvGrpSpPr/>
        <p:nvPr/>
      </p:nvGrpSpPr>
      <p:grpSpPr>
        <a:xfrm>
          <a:off x="0" y="0"/>
          <a:ext cx="0" cy="0"/>
          <a:chOff x="0" y="0"/>
          <a:chExt cx="0" cy="0"/>
        </a:xfrm>
      </p:grpSpPr>
      <p:sp>
        <p:nvSpPr>
          <p:cNvPr id="126" name="Google Shape;126;p1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27" name="Google Shape;127;p11"/>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28" name="Google Shape;128;p11"/>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29" name="Google Shape;129;p11"/>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Font typeface="Arial"/>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1" name="Google Shape;131;p11"/>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32" name="Google Shape;132;p11"/>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4" name="Google Shape;134;p11"/>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35" name="Google Shape;135;p11"/>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37" name="Google Shape;137;p11"/>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38" name="Google Shape;138;p11"/>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solidFill>
                  <a:schemeClr val="lt1"/>
                </a:solidFill>
              </a:defRPr>
            </a:lvl1pPr>
            <a:lvl2pPr marL="914400" lvl="1" indent="-290512" algn="l">
              <a:lnSpc>
                <a:spcPct val="95000"/>
              </a:lnSpc>
              <a:spcBef>
                <a:spcPts val="750"/>
              </a:spcBef>
              <a:spcAft>
                <a:spcPts val="0"/>
              </a:spcAft>
              <a:buClr>
                <a:schemeClr val="lt1"/>
              </a:buClr>
              <a:buSzPts val="975"/>
              <a:buFont typeface="Arial"/>
              <a:buChar char="▪"/>
              <a:defRPr sz="975">
                <a:solidFill>
                  <a:schemeClr val="lt1"/>
                </a:solidFill>
              </a:defRPr>
            </a:lvl2pPr>
            <a:lvl3pPr marL="1371600" lvl="2" indent="-290512" algn="l">
              <a:lnSpc>
                <a:spcPct val="95000"/>
              </a:lnSpc>
              <a:spcBef>
                <a:spcPts val="375"/>
              </a:spcBef>
              <a:spcAft>
                <a:spcPts val="0"/>
              </a:spcAft>
              <a:buClr>
                <a:schemeClr val="lt1"/>
              </a:buClr>
              <a:buSzPts val="975"/>
              <a:buChar char="–"/>
              <a:defRPr sz="975">
                <a:solidFill>
                  <a:schemeClr val="lt1"/>
                </a:solidFill>
              </a:defRPr>
            </a:lvl3pPr>
            <a:lvl4pPr marL="1828800" lvl="3" indent="-290512" algn="l">
              <a:lnSpc>
                <a:spcPct val="95000"/>
              </a:lnSpc>
              <a:spcBef>
                <a:spcPts val="375"/>
              </a:spcBef>
              <a:spcAft>
                <a:spcPts val="0"/>
              </a:spcAft>
              <a:buClr>
                <a:schemeClr val="lt1"/>
              </a:buClr>
              <a:buSzPts val="975"/>
              <a:buChar char="–"/>
              <a:defRPr sz="975">
                <a:solidFill>
                  <a:schemeClr val="lt1"/>
                </a:solidFill>
              </a:defRPr>
            </a:lvl4pPr>
            <a:lvl5pPr marL="2286000" lvl="4" indent="-290512" algn="l">
              <a:lnSpc>
                <a:spcPct val="95000"/>
              </a:lnSpc>
              <a:spcBef>
                <a:spcPts val="375"/>
              </a:spcBef>
              <a:spcAft>
                <a:spcPts val="0"/>
              </a:spcAft>
              <a:buClr>
                <a:schemeClr val="lt1"/>
              </a:buClr>
              <a:buSzPts val="975"/>
              <a:buChar char="–"/>
              <a:defRPr sz="975">
                <a:solidFill>
                  <a:schemeClr val="lt1"/>
                </a:solidFill>
              </a:defRPr>
            </a:lvl5pPr>
            <a:lvl6pPr marL="2743200" lvl="5" indent="-290512" algn="l">
              <a:lnSpc>
                <a:spcPct val="95000"/>
              </a:lnSpc>
              <a:spcBef>
                <a:spcPts val="375"/>
              </a:spcBef>
              <a:spcAft>
                <a:spcPts val="0"/>
              </a:spcAft>
              <a:buClr>
                <a:schemeClr val="lt1"/>
              </a:buClr>
              <a:buSzPts val="975"/>
              <a:buChar char="–"/>
              <a:defRPr sz="975">
                <a:solidFill>
                  <a:schemeClr val="lt1"/>
                </a:solidFill>
              </a:defRPr>
            </a:lvl6pPr>
            <a:lvl7pPr marL="3200400" lvl="6" indent="-290512" algn="l">
              <a:lnSpc>
                <a:spcPct val="95000"/>
              </a:lnSpc>
              <a:spcBef>
                <a:spcPts val="375"/>
              </a:spcBef>
              <a:spcAft>
                <a:spcPts val="0"/>
              </a:spcAft>
              <a:buClr>
                <a:schemeClr val="lt1"/>
              </a:buClr>
              <a:buSzPts val="975"/>
              <a:buChar char="–"/>
              <a:defRPr sz="975">
                <a:solidFill>
                  <a:schemeClr val="lt1"/>
                </a:solidFill>
              </a:defRPr>
            </a:lvl7pPr>
            <a:lvl8pPr marL="3657600" lvl="7" indent="-290512" algn="l">
              <a:lnSpc>
                <a:spcPct val="95000"/>
              </a:lnSpc>
              <a:spcBef>
                <a:spcPts val="375"/>
              </a:spcBef>
              <a:spcAft>
                <a:spcPts val="0"/>
              </a:spcAft>
              <a:buClr>
                <a:schemeClr val="lt1"/>
              </a:buClr>
              <a:buSzPts val="975"/>
              <a:buChar char="–"/>
              <a:defRPr sz="975">
                <a:solidFill>
                  <a:schemeClr val="lt1"/>
                </a:solidFill>
              </a:defRPr>
            </a:lvl8pPr>
            <a:lvl9pPr marL="4114800" lvl="8" indent="-290512" algn="l">
              <a:lnSpc>
                <a:spcPct val="95000"/>
              </a:lnSpc>
              <a:spcBef>
                <a:spcPts val="375"/>
              </a:spcBef>
              <a:spcAft>
                <a:spcPts val="0"/>
              </a:spcAft>
              <a:buClr>
                <a:schemeClr val="lt1"/>
              </a:buClr>
              <a:buSzPts val="975"/>
              <a:buChar char="–"/>
              <a:defRPr sz="975">
                <a:solidFill>
                  <a:schemeClr val="lt1"/>
                </a:solidFill>
              </a:defRPr>
            </a:lvl9pPr>
          </a:lstStyle>
          <a:p>
            <a:endParaRPr/>
          </a:p>
        </p:txBody>
      </p:sp>
      <p:sp>
        <p:nvSpPr>
          <p:cNvPr id="139" name="Google Shape;139;p1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0" name="Google Shape;140;p1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41" name="Google Shape;141;p1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42" name="Google Shape;142;p1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43" name="Google Shape;143;p1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Shape 144"/>
        <p:cNvGrpSpPr/>
        <p:nvPr/>
      </p:nvGrpSpPr>
      <p:grpSpPr>
        <a:xfrm>
          <a:off x="0" y="0"/>
          <a:ext cx="0" cy="0"/>
          <a:chOff x="0" y="0"/>
          <a:chExt cx="0" cy="0"/>
        </a:xfrm>
      </p:grpSpPr>
      <p:sp>
        <p:nvSpPr>
          <p:cNvPr id="145" name="Google Shape;145;p12"/>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46" name="Google Shape;146;p12"/>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47" name="Google Shape;147;p12"/>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48" name="Google Shape;148;p12"/>
          <p:cNvSpPr txBox="1">
            <a:spLocks noGrp="1"/>
          </p:cNvSpPr>
          <p:nvPr>
            <p:ph type="body" idx="1"/>
          </p:nvPr>
        </p:nvSpPr>
        <p:spPr>
          <a:xfrm>
            <a:off x="41148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Font typeface="Arial"/>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49" name="Google Shape;149;p12"/>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0" name="Google Shape;150;p12"/>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51" name="Google Shape;151;p12"/>
          <p:cNvSpPr txBox="1">
            <a:spLocks noGrp="1"/>
          </p:cNvSpPr>
          <p:nvPr>
            <p:ph type="body" idx="2"/>
          </p:nvPr>
        </p:nvSpPr>
        <p:spPr>
          <a:xfrm>
            <a:off x="256032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2" name="Google Shape;152;p12"/>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3" name="Google Shape;153;p12"/>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154" name="Google Shape;154;p12"/>
          <p:cNvSpPr txBox="1">
            <a:spLocks noGrp="1"/>
          </p:cNvSpPr>
          <p:nvPr>
            <p:ph type="body" idx="3"/>
          </p:nvPr>
        </p:nvSpPr>
        <p:spPr>
          <a:xfrm>
            <a:off x="470916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55" name="Google Shape;155;p12"/>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56" name="Google Shape;156;p12"/>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157" name="Google Shape;157;p12"/>
          <p:cNvSpPr txBox="1">
            <a:spLocks noGrp="1"/>
          </p:cNvSpPr>
          <p:nvPr>
            <p:ph type="body" idx="4"/>
          </p:nvPr>
        </p:nvSpPr>
        <p:spPr>
          <a:xfrm>
            <a:off x="6858001" y="1714500"/>
            <a:ext cx="1874519" cy="291465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158" name="Google Shape;158;p1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9" name="Google Shape;159;p1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Shape 160"/>
        <p:cNvGrpSpPr/>
        <p:nvPr/>
      </p:nvGrpSpPr>
      <p:grpSpPr>
        <a:xfrm>
          <a:off x="0" y="0"/>
          <a:ext cx="0" cy="0"/>
          <a:chOff x="0" y="0"/>
          <a:chExt cx="0" cy="0"/>
        </a:xfrm>
      </p:grpSpPr>
      <p:sp>
        <p:nvSpPr>
          <p:cNvPr id="161" name="Google Shape;161;p13"/>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62" name="Google Shape;162;p13"/>
          <p:cNvCxnSpPr/>
          <p:nvPr/>
        </p:nvCxnSpPr>
        <p:spPr>
          <a:xfrm>
            <a:off x="41148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3" name="Google Shape;163;p13"/>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01</a:t>
            </a:r>
            <a:endParaRPr/>
          </a:p>
        </p:txBody>
      </p:sp>
      <p:sp>
        <p:nvSpPr>
          <p:cNvPr id="164" name="Google Shape;164;p13"/>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5" name="Google Shape;165;p13"/>
          <p:cNvCxnSpPr/>
          <p:nvPr/>
        </p:nvCxnSpPr>
        <p:spPr>
          <a:xfrm>
            <a:off x="256032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6" name="Google Shape;166;p13"/>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02</a:t>
            </a:r>
            <a:endParaRPr/>
          </a:p>
        </p:txBody>
      </p:sp>
      <p:sp>
        <p:nvSpPr>
          <p:cNvPr id="167" name="Google Shape;167;p13"/>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68" name="Google Shape;168;p13"/>
          <p:cNvCxnSpPr/>
          <p:nvPr/>
        </p:nvCxnSpPr>
        <p:spPr>
          <a:xfrm>
            <a:off x="470916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69" name="Google Shape;169;p13"/>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03</a:t>
            </a:r>
            <a:endParaRPr/>
          </a:p>
        </p:txBody>
      </p:sp>
      <p:sp>
        <p:nvSpPr>
          <p:cNvPr id="170" name="Google Shape;170;p13"/>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1" name="Google Shape;171;p13"/>
          <p:cNvCxnSpPr/>
          <p:nvPr/>
        </p:nvCxnSpPr>
        <p:spPr>
          <a:xfrm>
            <a:off x="6858000" y="12001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2" name="Google Shape;172;p13"/>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04</a:t>
            </a:r>
            <a:endParaRPr/>
          </a:p>
        </p:txBody>
      </p:sp>
      <p:sp>
        <p:nvSpPr>
          <p:cNvPr id="173" name="Google Shape;173;p13"/>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4" name="Google Shape;174;p13"/>
          <p:cNvCxnSpPr/>
          <p:nvPr/>
        </p:nvCxnSpPr>
        <p:spPr>
          <a:xfrm>
            <a:off x="41148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5" name="Google Shape;175;p13"/>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05</a:t>
            </a:r>
            <a:endParaRPr/>
          </a:p>
        </p:txBody>
      </p:sp>
      <p:sp>
        <p:nvSpPr>
          <p:cNvPr id="176" name="Google Shape;176;p13"/>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77" name="Google Shape;177;p13"/>
          <p:cNvCxnSpPr/>
          <p:nvPr/>
        </p:nvCxnSpPr>
        <p:spPr>
          <a:xfrm>
            <a:off x="256032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78" name="Google Shape;178;p13"/>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06</a:t>
            </a:r>
            <a:endParaRPr/>
          </a:p>
        </p:txBody>
      </p:sp>
      <p:sp>
        <p:nvSpPr>
          <p:cNvPr id="179" name="Google Shape;179;p13"/>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0" name="Google Shape;180;p13"/>
          <p:cNvCxnSpPr/>
          <p:nvPr/>
        </p:nvCxnSpPr>
        <p:spPr>
          <a:xfrm>
            <a:off x="470916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1" name="Google Shape;181;p13"/>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07</a:t>
            </a:r>
            <a:endParaRPr/>
          </a:p>
        </p:txBody>
      </p:sp>
      <p:sp>
        <p:nvSpPr>
          <p:cNvPr id="182" name="Google Shape;182;p13"/>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cxnSp>
        <p:nvCxnSpPr>
          <p:cNvPr id="183" name="Google Shape;183;p13"/>
          <p:cNvCxnSpPr/>
          <p:nvPr/>
        </p:nvCxnSpPr>
        <p:spPr>
          <a:xfrm>
            <a:off x="6858000" y="2914650"/>
            <a:ext cx="1874520" cy="0"/>
          </a:xfrm>
          <a:prstGeom prst="straightConnector1">
            <a:avLst/>
          </a:prstGeom>
          <a:noFill/>
          <a:ln w="19050" cap="flat" cmpd="sng">
            <a:solidFill>
              <a:schemeClr val="lt2"/>
            </a:solidFill>
            <a:prstDash val="solid"/>
            <a:miter lim="8000"/>
            <a:headEnd type="none" w="sm" len="sm"/>
            <a:tailEnd type="none" w="sm" len="sm"/>
          </a:ln>
        </p:spPr>
      </p:cxnSp>
      <p:sp>
        <p:nvSpPr>
          <p:cNvPr id="184" name="Google Shape;184;p13"/>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2"/>
              </a:buClr>
              <a:buSzPts val="2700"/>
              <a:buFont typeface="Arial"/>
              <a:buNone/>
            </a:pPr>
            <a:r>
              <a:rPr lang="en" sz="2700" b="1" i="0" u="none" strike="noStrike" cap="none">
                <a:solidFill>
                  <a:schemeClr val="lt2"/>
                </a:solidFill>
                <a:latin typeface="Arial"/>
                <a:ea typeface="Arial"/>
                <a:cs typeface="Arial"/>
                <a:sym typeface="Arial"/>
              </a:rPr>
              <a:t>08</a:t>
            </a:r>
            <a:endParaRPr/>
          </a:p>
        </p:txBody>
      </p:sp>
      <p:sp>
        <p:nvSpPr>
          <p:cNvPr id="185" name="Google Shape;185;p13"/>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975"/>
              <a:buNone/>
              <a:defRPr sz="975"/>
            </a:lvl1pPr>
            <a:lvl2pPr marL="914400" lvl="1" indent="-290512" algn="l">
              <a:lnSpc>
                <a:spcPct val="95000"/>
              </a:lnSpc>
              <a:spcBef>
                <a:spcPts val="750"/>
              </a:spcBef>
              <a:spcAft>
                <a:spcPts val="0"/>
              </a:spcAft>
              <a:buClr>
                <a:schemeClr val="lt1"/>
              </a:buClr>
              <a:buSzPts val="975"/>
              <a:buFont typeface="Arial"/>
              <a:buChar char="▪"/>
              <a:defRPr sz="975"/>
            </a:lvl2pPr>
            <a:lvl3pPr marL="1371600" lvl="2" indent="-290512" algn="l">
              <a:lnSpc>
                <a:spcPct val="95000"/>
              </a:lnSpc>
              <a:spcBef>
                <a:spcPts val="375"/>
              </a:spcBef>
              <a:spcAft>
                <a:spcPts val="0"/>
              </a:spcAft>
              <a:buClr>
                <a:schemeClr val="lt1"/>
              </a:buClr>
              <a:buSzPts val="975"/>
              <a:buChar char="–"/>
              <a:defRPr sz="975"/>
            </a:lvl3pPr>
            <a:lvl4pPr marL="1828800" lvl="3" indent="-290512" algn="l">
              <a:lnSpc>
                <a:spcPct val="95000"/>
              </a:lnSpc>
              <a:spcBef>
                <a:spcPts val="375"/>
              </a:spcBef>
              <a:spcAft>
                <a:spcPts val="0"/>
              </a:spcAft>
              <a:buClr>
                <a:schemeClr val="lt1"/>
              </a:buClr>
              <a:buSzPts val="975"/>
              <a:buChar char="–"/>
              <a:defRPr sz="975"/>
            </a:lvl4pPr>
            <a:lvl5pPr marL="2286000" lvl="4" indent="-290512" algn="l">
              <a:lnSpc>
                <a:spcPct val="95000"/>
              </a:lnSpc>
              <a:spcBef>
                <a:spcPts val="375"/>
              </a:spcBef>
              <a:spcAft>
                <a:spcPts val="0"/>
              </a:spcAft>
              <a:buClr>
                <a:schemeClr val="lt1"/>
              </a:buClr>
              <a:buSzPts val="975"/>
              <a:buChar char="–"/>
              <a:defRPr sz="975"/>
            </a:lvl5pPr>
            <a:lvl6pPr marL="2743200" lvl="5" indent="-290512" algn="l">
              <a:lnSpc>
                <a:spcPct val="95000"/>
              </a:lnSpc>
              <a:spcBef>
                <a:spcPts val="375"/>
              </a:spcBef>
              <a:spcAft>
                <a:spcPts val="0"/>
              </a:spcAft>
              <a:buClr>
                <a:schemeClr val="lt1"/>
              </a:buClr>
              <a:buSzPts val="975"/>
              <a:buChar char="–"/>
              <a:defRPr sz="975"/>
            </a:lvl6pPr>
            <a:lvl7pPr marL="3200400" lvl="6" indent="-290512" algn="l">
              <a:lnSpc>
                <a:spcPct val="95000"/>
              </a:lnSpc>
              <a:spcBef>
                <a:spcPts val="375"/>
              </a:spcBef>
              <a:spcAft>
                <a:spcPts val="0"/>
              </a:spcAft>
              <a:buClr>
                <a:schemeClr val="lt1"/>
              </a:buClr>
              <a:buSzPts val="975"/>
              <a:buChar char="–"/>
              <a:defRPr sz="975"/>
            </a:lvl7pPr>
            <a:lvl8pPr marL="3657600" lvl="7" indent="-290512" algn="l">
              <a:lnSpc>
                <a:spcPct val="95000"/>
              </a:lnSpc>
              <a:spcBef>
                <a:spcPts val="375"/>
              </a:spcBef>
              <a:spcAft>
                <a:spcPts val="0"/>
              </a:spcAft>
              <a:buClr>
                <a:schemeClr val="lt1"/>
              </a:buClr>
              <a:buSzPts val="975"/>
              <a:buChar char="–"/>
              <a:defRPr sz="975"/>
            </a:lvl8pPr>
            <a:lvl9pPr marL="4114800" lvl="8" indent="-290512" algn="l">
              <a:lnSpc>
                <a:spcPct val="95000"/>
              </a:lnSpc>
              <a:spcBef>
                <a:spcPts val="375"/>
              </a:spcBef>
              <a:spcAft>
                <a:spcPts val="0"/>
              </a:spcAft>
              <a:buClr>
                <a:schemeClr val="lt1"/>
              </a:buClr>
              <a:buSzPts val="975"/>
              <a:buChar char="–"/>
              <a:defRPr sz="975"/>
            </a:lvl9pPr>
          </a:lstStyle>
          <a:p>
            <a:endParaRPr/>
          </a:p>
        </p:txBody>
      </p:sp>
      <p:sp>
        <p:nvSpPr>
          <p:cNvPr id="186" name="Google Shape;186;p1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1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188" name="Google Shape;188;p13"/>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189" name="Google Shape;189;p13"/>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190" name="Google Shape;190;p13"/>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Shape 191"/>
        <p:cNvGrpSpPr/>
        <p:nvPr/>
      </p:nvGrpSpPr>
      <p:grpSpPr>
        <a:xfrm>
          <a:off x="0" y="0"/>
          <a:ext cx="0" cy="0"/>
          <a:chOff x="0" y="0"/>
          <a:chExt cx="0" cy="0"/>
        </a:xfrm>
      </p:grpSpPr>
      <p:sp>
        <p:nvSpPr>
          <p:cNvPr id="192" name="Google Shape;192;p14"/>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93" name="Google Shape;193;p14"/>
          <p:cNvCxnSpPr/>
          <p:nvPr/>
        </p:nvCxnSpPr>
        <p:spPr>
          <a:xfrm>
            <a:off x="41148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4" name="Google Shape;194;p14"/>
          <p:cNvSpPr txBox="1"/>
          <p:nvPr/>
        </p:nvSpPr>
        <p:spPr>
          <a:xfrm>
            <a:off x="41148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01</a:t>
            </a:r>
            <a:endParaRPr/>
          </a:p>
        </p:txBody>
      </p:sp>
      <p:sp>
        <p:nvSpPr>
          <p:cNvPr id="195" name="Google Shape;195;p14"/>
          <p:cNvSpPr txBox="1">
            <a:spLocks noGrp="1"/>
          </p:cNvSpPr>
          <p:nvPr>
            <p:ph type="body" idx="1"/>
          </p:nvPr>
        </p:nvSpPr>
        <p:spPr>
          <a:xfrm>
            <a:off x="41148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6" name="Google Shape;196;p14"/>
          <p:cNvCxnSpPr/>
          <p:nvPr/>
        </p:nvCxnSpPr>
        <p:spPr>
          <a:xfrm>
            <a:off x="256032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197" name="Google Shape;197;p14"/>
          <p:cNvSpPr txBox="1"/>
          <p:nvPr/>
        </p:nvSpPr>
        <p:spPr>
          <a:xfrm>
            <a:off x="256032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02</a:t>
            </a:r>
            <a:endParaRPr/>
          </a:p>
        </p:txBody>
      </p:sp>
      <p:sp>
        <p:nvSpPr>
          <p:cNvPr id="198" name="Google Shape;198;p14"/>
          <p:cNvSpPr txBox="1">
            <a:spLocks noGrp="1"/>
          </p:cNvSpPr>
          <p:nvPr>
            <p:ph type="body" idx="2"/>
          </p:nvPr>
        </p:nvSpPr>
        <p:spPr>
          <a:xfrm>
            <a:off x="256032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199" name="Google Shape;199;p14"/>
          <p:cNvCxnSpPr/>
          <p:nvPr/>
        </p:nvCxnSpPr>
        <p:spPr>
          <a:xfrm>
            <a:off x="470916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0" name="Google Shape;200;p14"/>
          <p:cNvSpPr txBox="1"/>
          <p:nvPr/>
        </p:nvSpPr>
        <p:spPr>
          <a:xfrm>
            <a:off x="470916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03</a:t>
            </a:r>
            <a:endParaRPr/>
          </a:p>
        </p:txBody>
      </p:sp>
      <p:sp>
        <p:nvSpPr>
          <p:cNvPr id="201" name="Google Shape;201;p14"/>
          <p:cNvSpPr txBox="1">
            <a:spLocks noGrp="1"/>
          </p:cNvSpPr>
          <p:nvPr>
            <p:ph type="body" idx="3"/>
          </p:nvPr>
        </p:nvSpPr>
        <p:spPr>
          <a:xfrm>
            <a:off x="470916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2" name="Google Shape;202;p14"/>
          <p:cNvCxnSpPr/>
          <p:nvPr/>
        </p:nvCxnSpPr>
        <p:spPr>
          <a:xfrm>
            <a:off x="6858000" y="12001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3" name="Google Shape;203;p14"/>
          <p:cNvSpPr txBox="1"/>
          <p:nvPr/>
        </p:nvSpPr>
        <p:spPr>
          <a:xfrm>
            <a:off x="6858001" y="13030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04</a:t>
            </a:r>
            <a:endParaRPr/>
          </a:p>
        </p:txBody>
      </p:sp>
      <p:sp>
        <p:nvSpPr>
          <p:cNvPr id="204" name="Google Shape;204;p14"/>
          <p:cNvSpPr txBox="1">
            <a:spLocks noGrp="1"/>
          </p:cNvSpPr>
          <p:nvPr>
            <p:ph type="body" idx="4"/>
          </p:nvPr>
        </p:nvSpPr>
        <p:spPr>
          <a:xfrm>
            <a:off x="6858001" y="17145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5" name="Google Shape;205;p14"/>
          <p:cNvCxnSpPr/>
          <p:nvPr/>
        </p:nvCxnSpPr>
        <p:spPr>
          <a:xfrm>
            <a:off x="41148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6" name="Google Shape;206;p14"/>
          <p:cNvSpPr txBox="1"/>
          <p:nvPr/>
        </p:nvSpPr>
        <p:spPr>
          <a:xfrm>
            <a:off x="41148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05</a:t>
            </a:r>
            <a:endParaRPr/>
          </a:p>
        </p:txBody>
      </p:sp>
      <p:sp>
        <p:nvSpPr>
          <p:cNvPr id="207" name="Google Shape;207;p14"/>
          <p:cNvSpPr txBox="1">
            <a:spLocks noGrp="1"/>
          </p:cNvSpPr>
          <p:nvPr>
            <p:ph type="body" idx="5"/>
          </p:nvPr>
        </p:nvSpPr>
        <p:spPr>
          <a:xfrm>
            <a:off x="41148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08" name="Google Shape;208;p14"/>
          <p:cNvCxnSpPr/>
          <p:nvPr/>
        </p:nvCxnSpPr>
        <p:spPr>
          <a:xfrm>
            <a:off x="256032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09" name="Google Shape;209;p14"/>
          <p:cNvSpPr txBox="1"/>
          <p:nvPr/>
        </p:nvSpPr>
        <p:spPr>
          <a:xfrm>
            <a:off x="256032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06</a:t>
            </a:r>
            <a:endParaRPr/>
          </a:p>
        </p:txBody>
      </p:sp>
      <p:sp>
        <p:nvSpPr>
          <p:cNvPr id="210" name="Google Shape;210;p14"/>
          <p:cNvSpPr txBox="1">
            <a:spLocks noGrp="1"/>
          </p:cNvSpPr>
          <p:nvPr>
            <p:ph type="body" idx="6"/>
          </p:nvPr>
        </p:nvSpPr>
        <p:spPr>
          <a:xfrm>
            <a:off x="256032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1" name="Google Shape;211;p14"/>
          <p:cNvCxnSpPr/>
          <p:nvPr/>
        </p:nvCxnSpPr>
        <p:spPr>
          <a:xfrm>
            <a:off x="470916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2" name="Google Shape;212;p14"/>
          <p:cNvSpPr txBox="1"/>
          <p:nvPr/>
        </p:nvSpPr>
        <p:spPr>
          <a:xfrm>
            <a:off x="470916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07</a:t>
            </a:r>
            <a:endParaRPr/>
          </a:p>
        </p:txBody>
      </p:sp>
      <p:sp>
        <p:nvSpPr>
          <p:cNvPr id="213" name="Google Shape;213;p14"/>
          <p:cNvSpPr txBox="1">
            <a:spLocks noGrp="1"/>
          </p:cNvSpPr>
          <p:nvPr>
            <p:ph type="body" idx="7"/>
          </p:nvPr>
        </p:nvSpPr>
        <p:spPr>
          <a:xfrm>
            <a:off x="470916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cxnSp>
        <p:nvCxnSpPr>
          <p:cNvPr id="214" name="Google Shape;214;p14"/>
          <p:cNvCxnSpPr/>
          <p:nvPr/>
        </p:nvCxnSpPr>
        <p:spPr>
          <a:xfrm>
            <a:off x="6858000" y="2914650"/>
            <a:ext cx="1874520" cy="0"/>
          </a:xfrm>
          <a:prstGeom prst="straightConnector1">
            <a:avLst/>
          </a:prstGeom>
          <a:noFill/>
          <a:ln w="19050" cap="flat" cmpd="sng">
            <a:solidFill>
              <a:schemeClr val="dk1"/>
            </a:solidFill>
            <a:prstDash val="solid"/>
            <a:miter lim="8000"/>
            <a:headEnd type="none" w="sm" len="sm"/>
            <a:tailEnd type="none" w="sm" len="sm"/>
          </a:ln>
        </p:spPr>
      </p:cxnSp>
      <p:sp>
        <p:nvSpPr>
          <p:cNvPr id="215" name="Google Shape;215;p14"/>
          <p:cNvSpPr txBox="1"/>
          <p:nvPr/>
        </p:nvSpPr>
        <p:spPr>
          <a:xfrm>
            <a:off x="6858001" y="3017520"/>
            <a:ext cx="1874519" cy="3429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dk1"/>
              </a:buClr>
              <a:buSzPts val="2700"/>
              <a:buFont typeface="Arial"/>
              <a:buNone/>
            </a:pPr>
            <a:r>
              <a:rPr lang="en" sz="2700" b="1" i="0" u="none" strike="noStrike" cap="none">
                <a:solidFill>
                  <a:schemeClr val="dk1"/>
                </a:solidFill>
                <a:latin typeface="Arial"/>
                <a:ea typeface="Arial"/>
                <a:cs typeface="Arial"/>
                <a:sym typeface="Arial"/>
              </a:rPr>
              <a:t>08</a:t>
            </a:r>
            <a:endParaRPr/>
          </a:p>
        </p:txBody>
      </p:sp>
      <p:sp>
        <p:nvSpPr>
          <p:cNvPr id="216" name="Google Shape;216;p14"/>
          <p:cNvSpPr txBox="1">
            <a:spLocks noGrp="1"/>
          </p:cNvSpPr>
          <p:nvPr>
            <p:ph type="body" idx="8"/>
          </p:nvPr>
        </p:nvSpPr>
        <p:spPr>
          <a:xfrm>
            <a:off x="6858001" y="3429000"/>
            <a:ext cx="1874519" cy="99441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975"/>
              <a:buNone/>
              <a:defRPr sz="975"/>
            </a:lvl1pPr>
            <a:lvl2pPr marL="914400" lvl="1" indent="-290512" algn="l">
              <a:lnSpc>
                <a:spcPct val="95000"/>
              </a:lnSpc>
              <a:spcBef>
                <a:spcPts val="750"/>
              </a:spcBef>
              <a:spcAft>
                <a:spcPts val="0"/>
              </a:spcAft>
              <a:buClr>
                <a:schemeClr val="dk1"/>
              </a:buClr>
              <a:buSzPts val="975"/>
              <a:buFont typeface="Arial"/>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17" name="Google Shape;217;p1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1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Shape 219"/>
        <p:cNvGrpSpPr/>
        <p:nvPr/>
      </p:nvGrpSpPr>
      <p:grpSpPr>
        <a:xfrm>
          <a:off x="0" y="0"/>
          <a:ext cx="0" cy="0"/>
          <a:chOff x="0" y="0"/>
          <a:chExt cx="0" cy="0"/>
        </a:xfrm>
      </p:grpSpPr>
      <p:sp>
        <p:nvSpPr>
          <p:cNvPr id="220" name="Google Shape;220;p15"/>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2" name="Google Shape;222;p1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3" name="Google Shape;223;p1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224" name="Google Shape;224;p1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11480" y="308611"/>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7" name="Google Shape;227;p16"/>
          <p:cNvSpPr txBox="1">
            <a:spLocks noGrp="1"/>
          </p:cNvSpPr>
          <p:nvPr>
            <p:ph type="body" idx="1"/>
          </p:nvPr>
        </p:nvSpPr>
        <p:spPr>
          <a:xfrm>
            <a:off x="411479" y="1200150"/>
            <a:ext cx="4023360" cy="342900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28" name="Google Shape;228;p1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230" name="Google Shape;230;p16"/>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Shape 231"/>
        <p:cNvGrpSpPr/>
        <p:nvPr/>
      </p:nvGrpSpPr>
      <p:grpSpPr>
        <a:xfrm>
          <a:off x="0" y="0"/>
          <a:ext cx="0" cy="0"/>
          <a:chOff x="0" y="0"/>
          <a:chExt cx="0" cy="0"/>
        </a:xfrm>
      </p:grpSpPr>
      <p:sp>
        <p:nvSpPr>
          <p:cNvPr id="232" name="Google Shape;232;p17"/>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p:cNvSpPr txBox="1">
            <a:spLocks noGrp="1"/>
          </p:cNvSpPr>
          <p:nvPr>
            <p:ph type="title"/>
          </p:nvPr>
        </p:nvSpPr>
        <p:spPr>
          <a:xfrm>
            <a:off x="411480" y="2846070"/>
            <a:ext cx="402336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100"/>
              <a:buFont typeface="Arial"/>
              <a:buNone/>
              <a:defRPr sz="21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4" name="Google Shape;234;p17"/>
          <p:cNvSpPr txBox="1">
            <a:spLocks noGrp="1"/>
          </p:cNvSpPr>
          <p:nvPr>
            <p:ph type="body" idx="1"/>
          </p:nvPr>
        </p:nvSpPr>
        <p:spPr>
          <a:xfrm>
            <a:off x="4709159" y="2846070"/>
            <a:ext cx="4023360" cy="1783080"/>
          </a:xfrm>
          <a:prstGeom prst="rect">
            <a:avLst/>
          </a:prstGeom>
          <a:noFill/>
          <a:ln>
            <a:noFill/>
          </a:ln>
        </p:spPr>
        <p:txBody>
          <a:bodyPr spcFirstLastPara="1" wrap="square" lIns="0" tIns="0" rIns="0" bIns="0" anchor="t" anchorCtr="0">
            <a:noAutofit/>
          </a:bodyPr>
          <a:lstStyle>
            <a:lvl1pPr marL="457200" lvl="0" indent="-342900" algn="l">
              <a:lnSpc>
                <a:spcPct val="95000"/>
              </a:lnSpc>
              <a:spcBef>
                <a:spcPts val="750"/>
              </a:spcBef>
              <a:spcAft>
                <a:spcPts val="0"/>
              </a:spcAft>
              <a:buClr>
                <a:schemeClr val="dk1"/>
              </a:buClr>
              <a:buSzPts val="1800"/>
              <a:buChar char="▪"/>
              <a:defRPr/>
            </a:lvl1pPr>
            <a:lvl2pPr marL="914400" lvl="1" indent="-342900" algn="l">
              <a:lnSpc>
                <a:spcPct val="95000"/>
              </a:lnSpc>
              <a:spcBef>
                <a:spcPts val="375"/>
              </a:spcBef>
              <a:spcAft>
                <a:spcPts val="0"/>
              </a:spcAft>
              <a:buClr>
                <a:schemeClr val="dk1"/>
              </a:buClr>
              <a:buSzPts val="1800"/>
              <a:buChar char="–"/>
              <a:defRPr/>
            </a:lvl2pPr>
            <a:lvl3pPr marL="1371600" lvl="2" indent="-342900" algn="l">
              <a:lnSpc>
                <a:spcPct val="95000"/>
              </a:lnSpc>
              <a:spcBef>
                <a:spcPts val="375"/>
              </a:spcBef>
              <a:spcAft>
                <a:spcPts val="0"/>
              </a:spcAft>
              <a:buClr>
                <a:schemeClr val="dk1"/>
              </a:buClr>
              <a:buSzPts val="1800"/>
              <a:buChar char="–"/>
              <a:defRPr/>
            </a:lvl3pPr>
            <a:lvl4pPr marL="1828800" lvl="3" indent="-342900" algn="l">
              <a:lnSpc>
                <a:spcPct val="95000"/>
              </a:lnSpc>
              <a:spcBef>
                <a:spcPts val="375"/>
              </a:spcBef>
              <a:spcAft>
                <a:spcPts val="0"/>
              </a:spcAft>
              <a:buClr>
                <a:schemeClr val="dk1"/>
              </a:buClr>
              <a:buSzPts val="1800"/>
              <a:buChar char="–"/>
              <a:defRPr/>
            </a:lvl4pPr>
            <a:lvl5pPr marL="2286000" lvl="4" indent="-342900" algn="l">
              <a:lnSpc>
                <a:spcPct val="95000"/>
              </a:lnSpc>
              <a:spcBef>
                <a:spcPts val="375"/>
              </a:spcBef>
              <a:spcAft>
                <a:spcPts val="0"/>
              </a:spcAft>
              <a:buClr>
                <a:schemeClr val="dk1"/>
              </a:buClr>
              <a:buSzPts val="1800"/>
              <a:buChar char="–"/>
              <a:defRPr/>
            </a:lvl5pPr>
            <a:lvl6pPr marL="2743200" lvl="5" indent="-342900" algn="l">
              <a:lnSpc>
                <a:spcPct val="95000"/>
              </a:lnSpc>
              <a:spcBef>
                <a:spcPts val="375"/>
              </a:spcBef>
              <a:spcAft>
                <a:spcPts val="0"/>
              </a:spcAft>
              <a:buClr>
                <a:schemeClr val="dk1"/>
              </a:buClr>
              <a:buSzPts val="1800"/>
              <a:buChar char="–"/>
              <a:defRPr/>
            </a:lvl6pPr>
            <a:lvl7pPr marL="3200400" lvl="6" indent="-342900" algn="l">
              <a:lnSpc>
                <a:spcPct val="95000"/>
              </a:lnSpc>
              <a:spcBef>
                <a:spcPts val="375"/>
              </a:spcBef>
              <a:spcAft>
                <a:spcPts val="0"/>
              </a:spcAft>
              <a:buClr>
                <a:schemeClr val="dk1"/>
              </a:buClr>
              <a:buSzPts val="1800"/>
              <a:buChar char="–"/>
              <a:defRPr/>
            </a:lvl7pPr>
            <a:lvl8pPr marL="3657600" lvl="7" indent="-342900" algn="l">
              <a:lnSpc>
                <a:spcPct val="95000"/>
              </a:lnSpc>
              <a:spcBef>
                <a:spcPts val="375"/>
              </a:spcBef>
              <a:spcAft>
                <a:spcPts val="0"/>
              </a:spcAft>
              <a:buClr>
                <a:schemeClr val="dk1"/>
              </a:buClr>
              <a:buSzPts val="1800"/>
              <a:buChar char="–"/>
              <a:defRPr/>
            </a:lvl8pPr>
            <a:lvl9pPr marL="4114800" lvl="8" indent="-342900" algn="l">
              <a:lnSpc>
                <a:spcPct val="95000"/>
              </a:lnSpc>
              <a:spcBef>
                <a:spcPts val="375"/>
              </a:spcBef>
              <a:spcAft>
                <a:spcPts val="0"/>
              </a:spcAft>
              <a:buClr>
                <a:schemeClr val="dk1"/>
              </a:buClr>
              <a:buSzPts val="1800"/>
              <a:buChar char="–"/>
              <a:defRPr/>
            </a:lvl9pPr>
          </a:lstStyle>
          <a:p>
            <a:endParaRPr/>
          </a:p>
        </p:txBody>
      </p:sp>
      <p:sp>
        <p:nvSpPr>
          <p:cNvPr id="235" name="Google Shape;235;p1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Shape 237"/>
        <p:cNvGrpSpPr/>
        <p:nvPr/>
      </p:nvGrpSpPr>
      <p:grpSpPr>
        <a:xfrm>
          <a:off x="0" y="0"/>
          <a:ext cx="0" cy="0"/>
          <a:chOff x="0" y="0"/>
          <a:chExt cx="0" cy="0"/>
        </a:xfrm>
      </p:grpSpPr>
      <p:sp>
        <p:nvSpPr>
          <p:cNvPr id="238" name="Google Shape;238;p1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9" name="Google Shape;239;p18"/>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p:cNvSpPr txBox="1">
            <a:spLocks noGrp="1"/>
          </p:cNvSpPr>
          <p:nvPr>
            <p:ph type="body" idx="1"/>
          </p:nvPr>
        </p:nvSpPr>
        <p:spPr>
          <a:xfrm>
            <a:off x="411478"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1" name="Google Shape;241;p18"/>
          <p:cNvSpPr txBox="1">
            <a:spLocks noGrp="1"/>
          </p:cNvSpPr>
          <p:nvPr>
            <p:ph type="body" idx="3"/>
          </p:nvPr>
        </p:nvSpPr>
        <p:spPr>
          <a:xfrm>
            <a:off x="41147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2" name="Google Shape;242;p18"/>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p:cNvSpPr txBox="1">
            <a:spLocks noGrp="1"/>
          </p:cNvSpPr>
          <p:nvPr>
            <p:ph type="body" idx="5"/>
          </p:nvPr>
        </p:nvSpPr>
        <p:spPr>
          <a:xfrm>
            <a:off x="4709159" y="3086100"/>
            <a:ext cx="4023360"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44" name="Google Shape;244;p18"/>
          <p:cNvSpPr txBox="1">
            <a:spLocks noGrp="1"/>
          </p:cNvSpPr>
          <p:nvPr>
            <p:ph type="body" idx="6"/>
          </p:nvPr>
        </p:nvSpPr>
        <p:spPr>
          <a:xfrm>
            <a:off x="4709159" y="3394710"/>
            <a:ext cx="4023360" cy="123444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45" name="Google Shape;245;p1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6" name="Google Shape;246;p1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Shape 247"/>
        <p:cNvGrpSpPr/>
        <p:nvPr/>
      </p:nvGrpSpPr>
      <p:grpSpPr>
        <a:xfrm>
          <a:off x="0" y="0"/>
          <a:ext cx="0" cy="0"/>
          <a:chOff x="0" y="0"/>
          <a:chExt cx="0" cy="0"/>
        </a:xfrm>
      </p:grpSpPr>
      <p:sp>
        <p:nvSpPr>
          <p:cNvPr id="248" name="Google Shape;248;p19"/>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9" name="Google Shape;249;p19"/>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p:cNvSpPr txBox="1">
            <a:spLocks noGrp="1"/>
          </p:cNvSpPr>
          <p:nvPr>
            <p:ph type="body" idx="1"/>
          </p:nvPr>
        </p:nvSpPr>
        <p:spPr>
          <a:xfrm>
            <a:off x="411478"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1" name="Google Shape;251;p19"/>
          <p:cNvSpPr txBox="1">
            <a:spLocks noGrp="1"/>
          </p:cNvSpPr>
          <p:nvPr>
            <p:ph type="body" idx="3"/>
          </p:nvPr>
        </p:nvSpPr>
        <p:spPr>
          <a:xfrm>
            <a:off x="411479"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2" name="Google Shape;252;p19"/>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p:cNvSpPr txBox="1">
            <a:spLocks noGrp="1"/>
          </p:cNvSpPr>
          <p:nvPr>
            <p:ph type="body" idx="5"/>
          </p:nvPr>
        </p:nvSpPr>
        <p:spPr>
          <a:xfrm>
            <a:off x="3278123"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4" name="Google Shape;254;p19"/>
          <p:cNvSpPr txBox="1">
            <a:spLocks noGrp="1"/>
          </p:cNvSpPr>
          <p:nvPr>
            <p:ph type="body" idx="6"/>
          </p:nvPr>
        </p:nvSpPr>
        <p:spPr>
          <a:xfrm>
            <a:off x="3278123"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5" name="Google Shape;255;p19"/>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p:cNvSpPr txBox="1">
            <a:spLocks noGrp="1"/>
          </p:cNvSpPr>
          <p:nvPr>
            <p:ph type="body" idx="8"/>
          </p:nvPr>
        </p:nvSpPr>
        <p:spPr>
          <a:xfrm>
            <a:off x="6144767" y="2640330"/>
            <a:ext cx="2587752"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350"/>
              <a:buFont typeface="Arial"/>
              <a:buNone/>
              <a:defRPr sz="1350" b="1"/>
            </a:lvl1pPr>
            <a:lvl2pPr marL="914400" lvl="1" indent="-228600" algn="l">
              <a:lnSpc>
                <a:spcPct val="95000"/>
              </a:lnSpc>
              <a:spcBef>
                <a:spcPts val="0"/>
              </a:spcBef>
              <a:spcAft>
                <a:spcPts val="0"/>
              </a:spcAft>
              <a:buClr>
                <a:schemeClr val="dk1"/>
              </a:buClr>
              <a:buSzPts val="1350"/>
              <a:buFont typeface="Arial"/>
              <a:buNone/>
              <a:defRPr sz="1350" b="1"/>
            </a:lvl2pPr>
            <a:lvl3pPr marL="1371600" lvl="2" indent="-228600" algn="l">
              <a:lnSpc>
                <a:spcPct val="95000"/>
              </a:lnSpc>
              <a:spcBef>
                <a:spcPts val="0"/>
              </a:spcBef>
              <a:spcAft>
                <a:spcPts val="0"/>
              </a:spcAft>
              <a:buClr>
                <a:schemeClr val="dk1"/>
              </a:buClr>
              <a:buSzPts val="1350"/>
              <a:buFont typeface="Arial"/>
              <a:buNone/>
              <a:defRPr sz="1350" b="1"/>
            </a:lvl3pPr>
            <a:lvl4pPr marL="1828800" lvl="3" indent="-228600" algn="l">
              <a:lnSpc>
                <a:spcPct val="95000"/>
              </a:lnSpc>
              <a:spcBef>
                <a:spcPts val="0"/>
              </a:spcBef>
              <a:spcAft>
                <a:spcPts val="0"/>
              </a:spcAft>
              <a:buClr>
                <a:schemeClr val="dk1"/>
              </a:buClr>
              <a:buSzPts val="1350"/>
              <a:buFont typeface="Arial"/>
              <a:buNone/>
              <a:defRPr sz="1350" b="1"/>
            </a:lvl4pPr>
            <a:lvl5pPr marL="2286000" lvl="4" indent="-228600" algn="l">
              <a:lnSpc>
                <a:spcPct val="95000"/>
              </a:lnSpc>
              <a:spcBef>
                <a:spcPts val="0"/>
              </a:spcBef>
              <a:spcAft>
                <a:spcPts val="0"/>
              </a:spcAft>
              <a:buClr>
                <a:schemeClr val="dk1"/>
              </a:buClr>
              <a:buSzPts val="1350"/>
              <a:buFont typeface="Arial"/>
              <a:buNone/>
              <a:defRPr sz="1350" b="1"/>
            </a:lvl5pPr>
            <a:lvl6pPr marL="2743200" lvl="5" indent="-228600" algn="l">
              <a:lnSpc>
                <a:spcPct val="95000"/>
              </a:lnSpc>
              <a:spcBef>
                <a:spcPts val="0"/>
              </a:spcBef>
              <a:spcAft>
                <a:spcPts val="0"/>
              </a:spcAft>
              <a:buClr>
                <a:schemeClr val="dk1"/>
              </a:buClr>
              <a:buSzPts val="1350"/>
              <a:buFont typeface="Arial"/>
              <a:buNone/>
              <a:defRPr sz="1350" b="1"/>
            </a:lvl6pPr>
            <a:lvl7pPr marL="3200400" lvl="6" indent="-228600" algn="l">
              <a:lnSpc>
                <a:spcPct val="95000"/>
              </a:lnSpc>
              <a:spcBef>
                <a:spcPts val="0"/>
              </a:spcBef>
              <a:spcAft>
                <a:spcPts val="0"/>
              </a:spcAft>
              <a:buClr>
                <a:schemeClr val="dk1"/>
              </a:buClr>
              <a:buSzPts val="1350"/>
              <a:buFont typeface="Arial"/>
              <a:buNone/>
              <a:defRPr sz="1350" b="1"/>
            </a:lvl7pPr>
            <a:lvl8pPr marL="3657600" lvl="7" indent="-228600" algn="l">
              <a:lnSpc>
                <a:spcPct val="95000"/>
              </a:lnSpc>
              <a:spcBef>
                <a:spcPts val="0"/>
              </a:spcBef>
              <a:spcAft>
                <a:spcPts val="0"/>
              </a:spcAft>
              <a:buClr>
                <a:schemeClr val="dk1"/>
              </a:buClr>
              <a:buSzPts val="1350"/>
              <a:buFont typeface="Arial"/>
              <a:buNone/>
              <a:defRPr sz="1350" b="1"/>
            </a:lvl8pPr>
            <a:lvl9pPr marL="4114800" lvl="8" indent="-228600" algn="l">
              <a:lnSpc>
                <a:spcPct val="95000"/>
              </a:lnSpc>
              <a:spcBef>
                <a:spcPts val="0"/>
              </a:spcBef>
              <a:spcAft>
                <a:spcPts val="0"/>
              </a:spcAft>
              <a:buClr>
                <a:schemeClr val="dk1"/>
              </a:buClr>
              <a:buSzPts val="1350"/>
              <a:buFont typeface="Arial"/>
              <a:buNone/>
              <a:defRPr sz="1350" b="1"/>
            </a:lvl9pPr>
          </a:lstStyle>
          <a:p>
            <a:endParaRPr/>
          </a:p>
        </p:txBody>
      </p:sp>
      <p:sp>
        <p:nvSpPr>
          <p:cNvPr id="257" name="Google Shape;257;p19"/>
          <p:cNvSpPr txBox="1">
            <a:spLocks noGrp="1"/>
          </p:cNvSpPr>
          <p:nvPr>
            <p:ph type="body" idx="9"/>
          </p:nvPr>
        </p:nvSpPr>
        <p:spPr>
          <a:xfrm>
            <a:off x="6144767" y="2948940"/>
            <a:ext cx="2587752" cy="1680210"/>
          </a:xfrm>
          <a:prstGeom prst="rect">
            <a:avLst/>
          </a:prstGeom>
          <a:noFill/>
          <a:ln>
            <a:noFill/>
          </a:ln>
        </p:spPr>
        <p:txBody>
          <a:bodyPr spcFirstLastPara="1" wrap="square" lIns="0" tIns="0" rIns="0" bIns="0" anchor="t" anchorCtr="0">
            <a:noAutofit/>
          </a:bodyPr>
          <a:lstStyle>
            <a:lvl1pPr marL="457200" lvl="0" indent="-300037" algn="l">
              <a:lnSpc>
                <a:spcPct val="95000"/>
              </a:lnSpc>
              <a:spcBef>
                <a:spcPts val="750"/>
              </a:spcBef>
              <a:spcAft>
                <a:spcPts val="0"/>
              </a:spcAft>
              <a:buClr>
                <a:schemeClr val="dk1"/>
              </a:buClr>
              <a:buSzPts val="1125"/>
              <a:buChar char="▪"/>
              <a:defRPr sz="1125"/>
            </a:lvl1pPr>
            <a:lvl2pPr marL="914400" lvl="1" indent="-300037" algn="l">
              <a:lnSpc>
                <a:spcPct val="95000"/>
              </a:lnSpc>
              <a:spcBef>
                <a:spcPts val="375"/>
              </a:spcBef>
              <a:spcAft>
                <a:spcPts val="0"/>
              </a:spcAft>
              <a:buClr>
                <a:schemeClr val="dk1"/>
              </a:buClr>
              <a:buSzPts val="1125"/>
              <a:buChar char="–"/>
              <a:defRPr sz="1125"/>
            </a:lvl2pPr>
            <a:lvl3pPr marL="1371600" lvl="2" indent="-300037" algn="l">
              <a:lnSpc>
                <a:spcPct val="95000"/>
              </a:lnSpc>
              <a:spcBef>
                <a:spcPts val="375"/>
              </a:spcBef>
              <a:spcAft>
                <a:spcPts val="0"/>
              </a:spcAft>
              <a:buClr>
                <a:schemeClr val="dk1"/>
              </a:buClr>
              <a:buSzPts val="1125"/>
              <a:buChar char="–"/>
              <a:defRPr sz="1125"/>
            </a:lvl3pPr>
            <a:lvl4pPr marL="1828800" lvl="3" indent="-300037" algn="l">
              <a:lnSpc>
                <a:spcPct val="95000"/>
              </a:lnSpc>
              <a:spcBef>
                <a:spcPts val="375"/>
              </a:spcBef>
              <a:spcAft>
                <a:spcPts val="0"/>
              </a:spcAft>
              <a:buClr>
                <a:schemeClr val="dk1"/>
              </a:buClr>
              <a:buSzPts val="1125"/>
              <a:buChar char="–"/>
              <a:defRPr sz="1125"/>
            </a:lvl4pPr>
            <a:lvl5pPr marL="2286000" lvl="4" indent="-300037" algn="l">
              <a:lnSpc>
                <a:spcPct val="95000"/>
              </a:lnSpc>
              <a:spcBef>
                <a:spcPts val="375"/>
              </a:spcBef>
              <a:spcAft>
                <a:spcPts val="0"/>
              </a:spcAft>
              <a:buClr>
                <a:schemeClr val="dk1"/>
              </a:buClr>
              <a:buSzPts val="1125"/>
              <a:buChar char="–"/>
              <a:defRPr sz="1125"/>
            </a:lvl5pPr>
            <a:lvl6pPr marL="2743200" lvl="5" indent="-300037" algn="l">
              <a:lnSpc>
                <a:spcPct val="95000"/>
              </a:lnSpc>
              <a:spcBef>
                <a:spcPts val="375"/>
              </a:spcBef>
              <a:spcAft>
                <a:spcPts val="0"/>
              </a:spcAft>
              <a:buClr>
                <a:schemeClr val="dk1"/>
              </a:buClr>
              <a:buSzPts val="1125"/>
              <a:buChar char="–"/>
              <a:defRPr sz="1125"/>
            </a:lvl6pPr>
            <a:lvl7pPr marL="3200400" lvl="6" indent="-300037" algn="l">
              <a:lnSpc>
                <a:spcPct val="95000"/>
              </a:lnSpc>
              <a:spcBef>
                <a:spcPts val="375"/>
              </a:spcBef>
              <a:spcAft>
                <a:spcPts val="0"/>
              </a:spcAft>
              <a:buClr>
                <a:schemeClr val="dk1"/>
              </a:buClr>
              <a:buSzPts val="1125"/>
              <a:buChar char="–"/>
              <a:defRPr sz="1125"/>
            </a:lvl7pPr>
            <a:lvl8pPr marL="3657600" lvl="7" indent="-300037" algn="l">
              <a:lnSpc>
                <a:spcPct val="95000"/>
              </a:lnSpc>
              <a:spcBef>
                <a:spcPts val="375"/>
              </a:spcBef>
              <a:spcAft>
                <a:spcPts val="0"/>
              </a:spcAft>
              <a:buClr>
                <a:schemeClr val="dk1"/>
              </a:buClr>
              <a:buSzPts val="1125"/>
              <a:buChar char="–"/>
              <a:defRPr sz="1125"/>
            </a:lvl8pPr>
            <a:lvl9pPr marL="4114800" lvl="8" indent="-300037" algn="l">
              <a:lnSpc>
                <a:spcPct val="95000"/>
              </a:lnSpc>
              <a:spcBef>
                <a:spcPts val="375"/>
              </a:spcBef>
              <a:spcAft>
                <a:spcPts val="0"/>
              </a:spcAft>
              <a:buClr>
                <a:schemeClr val="dk1"/>
              </a:buClr>
              <a:buSzPts val="1125"/>
              <a:buChar char="–"/>
              <a:defRPr sz="1125"/>
            </a:lvl9pPr>
          </a:lstStyle>
          <a:p>
            <a:endParaRPr/>
          </a:p>
        </p:txBody>
      </p:sp>
      <p:sp>
        <p:nvSpPr>
          <p:cNvPr id="258" name="Google Shape;258;p1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9" name="Google Shape;259;p1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Shape 260"/>
        <p:cNvGrpSpPr/>
        <p:nvPr/>
      </p:nvGrpSpPr>
      <p:grpSpPr>
        <a:xfrm>
          <a:off x="0" y="0"/>
          <a:ext cx="0" cy="0"/>
          <a:chOff x="0" y="0"/>
          <a:chExt cx="0" cy="0"/>
        </a:xfrm>
      </p:grpSpPr>
      <p:sp>
        <p:nvSpPr>
          <p:cNvPr id="261" name="Google Shape;261;p20"/>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2" name="Google Shape;262;p20"/>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p:cNvSpPr txBox="1">
            <a:spLocks noGrp="1"/>
          </p:cNvSpPr>
          <p:nvPr>
            <p:ph type="body" idx="1"/>
          </p:nvPr>
        </p:nvSpPr>
        <p:spPr>
          <a:xfrm>
            <a:off x="411480"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4" name="Google Shape;264;p20"/>
          <p:cNvSpPr txBox="1">
            <a:spLocks noGrp="1"/>
          </p:cNvSpPr>
          <p:nvPr>
            <p:ph type="body" idx="3"/>
          </p:nvPr>
        </p:nvSpPr>
        <p:spPr>
          <a:xfrm>
            <a:off x="4114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5" name="Google Shape;265;p20"/>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p:cNvSpPr txBox="1">
            <a:spLocks noGrp="1"/>
          </p:cNvSpPr>
          <p:nvPr>
            <p:ph type="body" idx="5"/>
          </p:nvPr>
        </p:nvSpPr>
        <p:spPr>
          <a:xfrm>
            <a:off x="2571604"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67" name="Google Shape;267;p20"/>
          <p:cNvSpPr txBox="1">
            <a:spLocks noGrp="1"/>
          </p:cNvSpPr>
          <p:nvPr>
            <p:ph type="body" idx="6"/>
          </p:nvPr>
        </p:nvSpPr>
        <p:spPr>
          <a:xfrm>
            <a:off x="2571604"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68" name="Google Shape;268;p20"/>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p:cNvSpPr txBox="1">
            <a:spLocks noGrp="1"/>
          </p:cNvSpPr>
          <p:nvPr>
            <p:ph type="body" idx="8"/>
          </p:nvPr>
        </p:nvSpPr>
        <p:spPr>
          <a:xfrm>
            <a:off x="469788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0" name="Google Shape;270;p20"/>
          <p:cNvSpPr txBox="1">
            <a:spLocks noGrp="1"/>
          </p:cNvSpPr>
          <p:nvPr>
            <p:ph type="body" idx="9"/>
          </p:nvPr>
        </p:nvSpPr>
        <p:spPr>
          <a:xfrm>
            <a:off x="469788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1" name="Google Shape;271;p20"/>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p:cNvSpPr txBox="1">
            <a:spLocks noGrp="1"/>
          </p:cNvSpPr>
          <p:nvPr>
            <p:ph type="body" idx="14"/>
          </p:nvPr>
        </p:nvSpPr>
        <p:spPr>
          <a:xfrm>
            <a:off x="6858001" y="2297430"/>
            <a:ext cx="1874519" cy="2743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1200"/>
              <a:buFont typeface="Arial"/>
              <a:buNone/>
              <a:defRPr sz="1200" b="1"/>
            </a:lvl1pPr>
            <a:lvl2pPr marL="914400" lvl="1" indent="-228600" algn="l">
              <a:lnSpc>
                <a:spcPct val="95000"/>
              </a:lnSpc>
              <a:spcBef>
                <a:spcPts val="0"/>
              </a:spcBef>
              <a:spcAft>
                <a:spcPts val="0"/>
              </a:spcAft>
              <a:buClr>
                <a:schemeClr val="dk1"/>
              </a:buClr>
              <a:buSzPts val="1200"/>
              <a:buFont typeface="Arial"/>
              <a:buNone/>
              <a:defRPr sz="1200" b="1"/>
            </a:lvl2pPr>
            <a:lvl3pPr marL="1371600" lvl="2" indent="-228600" algn="l">
              <a:lnSpc>
                <a:spcPct val="95000"/>
              </a:lnSpc>
              <a:spcBef>
                <a:spcPts val="0"/>
              </a:spcBef>
              <a:spcAft>
                <a:spcPts val="0"/>
              </a:spcAft>
              <a:buClr>
                <a:schemeClr val="dk1"/>
              </a:buClr>
              <a:buSzPts val="1200"/>
              <a:buFont typeface="Arial"/>
              <a:buNone/>
              <a:defRPr sz="1200" b="1"/>
            </a:lvl3pPr>
            <a:lvl4pPr marL="1828800" lvl="3" indent="-228600" algn="l">
              <a:lnSpc>
                <a:spcPct val="95000"/>
              </a:lnSpc>
              <a:spcBef>
                <a:spcPts val="0"/>
              </a:spcBef>
              <a:spcAft>
                <a:spcPts val="0"/>
              </a:spcAft>
              <a:buClr>
                <a:schemeClr val="dk1"/>
              </a:buClr>
              <a:buSzPts val="1200"/>
              <a:buFont typeface="Arial"/>
              <a:buNone/>
              <a:defRPr sz="1200" b="1"/>
            </a:lvl4pPr>
            <a:lvl5pPr marL="2286000" lvl="4" indent="-228600" algn="l">
              <a:lnSpc>
                <a:spcPct val="95000"/>
              </a:lnSpc>
              <a:spcBef>
                <a:spcPts val="0"/>
              </a:spcBef>
              <a:spcAft>
                <a:spcPts val="0"/>
              </a:spcAft>
              <a:buClr>
                <a:schemeClr val="dk1"/>
              </a:buClr>
              <a:buSzPts val="1200"/>
              <a:buFont typeface="Arial"/>
              <a:buNone/>
              <a:defRPr sz="1200" b="1"/>
            </a:lvl5pPr>
            <a:lvl6pPr marL="2743200" lvl="5" indent="-228600" algn="l">
              <a:lnSpc>
                <a:spcPct val="95000"/>
              </a:lnSpc>
              <a:spcBef>
                <a:spcPts val="0"/>
              </a:spcBef>
              <a:spcAft>
                <a:spcPts val="0"/>
              </a:spcAft>
              <a:buClr>
                <a:schemeClr val="dk1"/>
              </a:buClr>
              <a:buSzPts val="1200"/>
              <a:buFont typeface="Arial"/>
              <a:buNone/>
              <a:defRPr sz="1200" b="1"/>
            </a:lvl6pPr>
            <a:lvl7pPr marL="3200400" lvl="6" indent="-228600" algn="l">
              <a:lnSpc>
                <a:spcPct val="95000"/>
              </a:lnSpc>
              <a:spcBef>
                <a:spcPts val="0"/>
              </a:spcBef>
              <a:spcAft>
                <a:spcPts val="0"/>
              </a:spcAft>
              <a:buClr>
                <a:schemeClr val="dk1"/>
              </a:buClr>
              <a:buSzPts val="1200"/>
              <a:buFont typeface="Arial"/>
              <a:buNone/>
              <a:defRPr sz="1200" b="1"/>
            </a:lvl7pPr>
            <a:lvl8pPr marL="3657600" lvl="7" indent="-228600" algn="l">
              <a:lnSpc>
                <a:spcPct val="95000"/>
              </a:lnSpc>
              <a:spcBef>
                <a:spcPts val="0"/>
              </a:spcBef>
              <a:spcAft>
                <a:spcPts val="0"/>
              </a:spcAft>
              <a:buClr>
                <a:schemeClr val="dk1"/>
              </a:buClr>
              <a:buSzPts val="1200"/>
              <a:buFont typeface="Arial"/>
              <a:buNone/>
              <a:defRPr sz="1200" b="1"/>
            </a:lvl8pPr>
            <a:lvl9pPr marL="4114800" lvl="8" indent="-228600" algn="l">
              <a:lnSpc>
                <a:spcPct val="95000"/>
              </a:lnSpc>
              <a:spcBef>
                <a:spcPts val="0"/>
              </a:spcBef>
              <a:spcAft>
                <a:spcPts val="0"/>
              </a:spcAft>
              <a:buClr>
                <a:schemeClr val="dk1"/>
              </a:buClr>
              <a:buSzPts val="1200"/>
              <a:buFont typeface="Arial"/>
              <a:buNone/>
              <a:defRPr sz="1200" b="1"/>
            </a:lvl9pPr>
          </a:lstStyle>
          <a:p>
            <a:endParaRPr/>
          </a:p>
        </p:txBody>
      </p:sp>
      <p:sp>
        <p:nvSpPr>
          <p:cNvPr id="273" name="Google Shape;273;p20"/>
          <p:cNvSpPr txBox="1">
            <a:spLocks noGrp="1"/>
          </p:cNvSpPr>
          <p:nvPr>
            <p:ph type="body" idx="15"/>
          </p:nvPr>
        </p:nvSpPr>
        <p:spPr>
          <a:xfrm>
            <a:off x="6858001" y="2606040"/>
            <a:ext cx="1874519" cy="2023110"/>
          </a:xfrm>
          <a:prstGeom prst="rect">
            <a:avLst/>
          </a:prstGeom>
          <a:noFill/>
          <a:ln>
            <a:noFill/>
          </a:ln>
        </p:spPr>
        <p:txBody>
          <a:bodyPr spcFirstLastPara="1" wrap="square" lIns="0" tIns="0" rIns="0" bIns="0" anchor="t" anchorCtr="0">
            <a:noAutofit/>
          </a:bodyPr>
          <a:lstStyle>
            <a:lvl1pPr marL="457200" lvl="0" indent="-290512" algn="l">
              <a:lnSpc>
                <a:spcPct val="95000"/>
              </a:lnSpc>
              <a:spcBef>
                <a:spcPts val="750"/>
              </a:spcBef>
              <a:spcAft>
                <a:spcPts val="0"/>
              </a:spcAft>
              <a:buClr>
                <a:schemeClr val="dk1"/>
              </a:buClr>
              <a:buSzPts val="975"/>
              <a:buChar char="▪"/>
              <a:defRPr sz="975"/>
            </a:lvl1pPr>
            <a:lvl2pPr marL="914400" lvl="1" indent="-290512" algn="l">
              <a:lnSpc>
                <a:spcPct val="95000"/>
              </a:lnSpc>
              <a:spcBef>
                <a:spcPts val="375"/>
              </a:spcBef>
              <a:spcAft>
                <a:spcPts val="0"/>
              </a:spcAft>
              <a:buClr>
                <a:schemeClr val="dk1"/>
              </a:buClr>
              <a:buSzPts val="975"/>
              <a:buChar char="–"/>
              <a:defRPr sz="975"/>
            </a:lvl2pPr>
            <a:lvl3pPr marL="1371600" lvl="2" indent="-290512" algn="l">
              <a:lnSpc>
                <a:spcPct val="95000"/>
              </a:lnSpc>
              <a:spcBef>
                <a:spcPts val="375"/>
              </a:spcBef>
              <a:spcAft>
                <a:spcPts val="0"/>
              </a:spcAft>
              <a:buClr>
                <a:schemeClr val="dk1"/>
              </a:buClr>
              <a:buSzPts val="975"/>
              <a:buChar char="–"/>
              <a:defRPr sz="975"/>
            </a:lvl3pPr>
            <a:lvl4pPr marL="1828800" lvl="3" indent="-290512" algn="l">
              <a:lnSpc>
                <a:spcPct val="95000"/>
              </a:lnSpc>
              <a:spcBef>
                <a:spcPts val="375"/>
              </a:spcBef>
              <a:spcAft>
                <a:spcPts val="0"/>
              </a:spcAft>
              <a:buClr>
                <a:schemeClr val="dk1"/>
              </a:buClr>
              <a:buSzPts val="975"/>
              <a:buChar char="–"/>
              <a:defRPr sz="975"/>
            </a:lvl4pPr>
            <a:lvl5pPr marL="2286000" lvl="4" indent="-290512" algn="l">
              <a:lnSpc>
                <a:spcPct val="95000"/>
              </a:lnSpc>
              <a:spcBef>
                <a:spcPts val="375"/>
              </a:spcBef>
              <a:spcAft>
                <a:spcPts val="0"/>
              </a:spcAft>
              <a:buClr>
                <a:schemeClr val="dk1"/>
              </a:buClr>
              <a:buSzPts val="975"/>
              <a:buChar char="–"/>
              <a:defRPr sz="975"/>
            </a:lvl5pPr>
            <a:lvl6pPr marL="2743200" lvl="5" indent="-290512" algn="l">
              <a:lnSpc>
                <a:spcPct val="95000"/>
              </a:lnSpc>
              <a:spcBef>
                <a:spcPts val="375"/>
              </a:spcBef>
              <a:spcAft>
                <a:spcPts val="0"/>
              </a:spcAft>
              <a:buClr>
                <a:schemeClr val="dk1"/>
              </a:buClr>
              <a:buSzPts val="975"/>
              <a:buChar char="–"/>
              <a:defRPr sz="975"/>
            </a:lvl6pPr>
            <a:lvl7pPr marL="3200400" lvl="6" indent="-290512" algn="l">
              <a:lnSpc>
                <a:spcPct val="95000"/>
              </a:lnSpc>
              <a:spcBef>
                <a:spcPts val="375"/>
              </a:spcBef>
              <a:spcAft>
                <a:spcPts val="0"/>
              </a:spcAft>
              <a:buClr>
                <a:schemeClr val="dk1"/>
              </a:buClr>
              <a:buSzPts val="975"/>
              <a:buChar char="–"/>
              <a:defRPr sz="975"/>
            </a:lvl7pPr>
            <a:lvl8pPr marL="3657600" lvl="7" indent="-290512" algn="l">
              <a:lnSpc>
                <a:spcPct val="95000"/>
              </a:lnSpc>
              <a:spcBef>
                <a:spcPts val="375"/>
              </a:spcBef>
              <a:spcAft>
                <a:spcPts val="0"/>
              </a:spcAft>
              <a:buClr>
                <a:schemeClr val="dk1"/>
              </a:buClr>
              <a:buSzPts val="975"/>
              <a:buChar char="–"/>
              <a:defRPr sz="975"/>
            </a:lvl8pPr>
            <a:lvl9pPr marL="4114800" lvl="8" indent="-290512" algn="l">
              <a:lnSpc>
                <a:spcPct val="95000"/>
              </a:lnSpc>
              <a:spcBef>
                <a:spcPts val="375"/>
              </a:spcBef>
              <a:spcAft>
                <a:spcPts val="0"/>
              </a:spcAft>
              <a:buClr>
                <a:schemeClr val="dk1"/>
              </a:buClr>
              <a:buSzPts val="975"/>
              <a:buChar char="–"/>
              <a:defRPr sz="975"/>
            </a:lvl9pPr>
          </a:lstStyle>
          <a:p>
            <a:endParaRPr/>
          </a:p>
        </p:txBody>
      </p:sp>
      <p:sp>
        <p:nvSpPr>
          <p:cNvPr id="274" name="Google Shape;274;p2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5" name="Google Shape;275;p2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Shape 284"/>
        <p:cNvGrpSpPr/>
        <p:nvPr/>
      </p:nvGrpSpPr>
      <p:grpSpPr>
        <a:xfrm>
          <a:off x="0" y="0"/>
          <a:ext cx="0" cy="0"/>
          <a:chOff x="0" y="0"/>
          <a:chExt cx="0" cy="0"/>
        </a:xfrm>
      </p:grpSpPr>
      <p:sp>
        <p:nvSpPr>
          <p:cNvPr id="285" name="Google Shape;285;p22"/>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22"/>
          <p:cNvSpPr txBox="1">
            <a:spLocks noGrp="1"/>
          </p:cNvSpPr>
          <p:nvPr>
            <p:ph type="body" idx="1"/>
          </p:nvPr>
        </p:nvSpPr>
        <p:spPr>
          <a:xfrm>
            <a:off x="411480" y="1611630"/>
            <a:ext cx="5096351" cy="68580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lt1"/>
              </a:buClr>
              <a:buSzPts val="2100"/>
              <a:buFont typeface="Arial"/>
              <a:buNone/>
              <a:defRPr sz="2100"/>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288" name="Google Shape;288;p22"/>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9" name="Google Shape;289;p22"/>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90" name="Google Shape;290;p22"/>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Shape 291"/>
        <p:cNvGrpSpPr/>
        <p:nvPr/>
      </p:nvGrpSpPr>
      <p:grpSpPr>
        <a:xfrm>
          <a:off x="0" y="0"/>
          <a:ext cx="0" cy="0"/>
          <a:chOff x="0" y="0"/>
          <a:chExt cx="0" cy="0"/>
        </a:xfrm>
      </p:grpSpPr>
      <p:sp>
        <p:nvSpPr>
          <p:cNvPr id="292" name="Google Shape;292;p23"/>
          <p:cNvSpPr txBox="1">
            <a:spLocks noGrp="1"/>
          </p:cNvSpPr>
          <p:nvPr>
            <p:ph type="title"/>
          </p:nvPr>
        </p:nvSpPr>
        <p:spPr>
          <a:xfrm>
            <a:off x="411480" y="308611"/>
            <a:ext cx="6173470"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23"/>
          <p:cNvSpPr txBox="1">
            <a:spLocks noGrp="1"/>
          </p:cNvSpPr>
          <p:nvPr>
            <p:ph type="body" idx="1"/>
          </p:nvPr>
        </p:nvSpPr>
        <p:spPr>
          <a:xfrm>
            <a:off x="411480" y="1611630"/>
            <a:ext cx="5096351"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0"/>
              </a:spcBef>
              <a:spcAft>
                <a:spcPts val="0"/>
              </a:spcAft>
              <a:buClr>
                <a:schemeClr val="dk1"/>
              </a:buClr>
              <a:buSzPts val="2100"/>
              <a:buFont typeface="Arial"/>
              <a:buNone/>
              <a:defRPr sz="21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4" name="Google Shape;294;p23"/>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5" name="Google Shape;295;p23"/>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Shape 296"/>
        <p:cNvGrpSpPr/>
        <p:nvPr/>
      </p:nvGrpSpPr>
      <p:grpSpPr>
        <a:xfrm>
          <a:off x="0" y="0"/>
          <a:ext cx="0" cy="0"/>
          <a:chOff x="0" y="0"/>
          <a:chExt cx="0" cy="0"/>
        </a:xfrm>
      </p:grpSpPr>
      <p:sp>
        <p:nvSpPr>
          <p:cNvPr id="297" name="Google Shape;297;p24"/>
          <p:cNvSpPr txBox="1">
            <a:spLocks noGrp="1"/>
          </p:cNvSpPr>
          <p:nvPr>
            <p:ph type="title"/>
          </p:nvPr>
        </p:nvSpPr>
        <p:spPr>
          <a:xfrm>
            <a:off x="411481" y="308610"/>
            <a:ext cx="4023995"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Font typeface="Arial"/>
              <a:buNone/>
              <a:defRPr sz="18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8" name="Google Shape;298;p24"/>
          <p:cNvSpPr txBox="1">
            <a:spLocks noGrp="1"/>
          </p:cNvSpPr>
          <p:nvPr>
            <p:ph type="body" idx="1"/>
          </p:nvPr>
        </p:nvSpPr>
        <p:spPr>
          <a:xfrm>
            <a:off x="411480" y="1200150"/>
            <a:ext cx="5096351" cy="3429000"/>
          </a:xfrm>
          <a:prstGeom prst="rect">
            <a:avLst/>
          </a:prstGeom>
          <a:noFill/>
          <a:ln>
            <a:noFill/>
          </a:ln>
        </p:spPr>
        <p:txBody>
          <a:bodyPr spcFirstLastPara="1" wrap="square" lIns="0" tIns="0" rIns="0" bIns="0" anchor="t" anchorCtr="0">
            <a:noAutofit/>
          </a:bodyPr>
          <a:lstStyle>
            <a:lvl1pPr marL="457200" lvl="0" indent="-228600" algn="l">
              <a:lnSpc>
                <a:spcPct val="90000"/>
              </a:lnSpc>
              <a:spcBef>
                <a:spcPts val="0"/>
              </a:spcBef>
              <a:spcAft>
                <a:spcPts val="0"/>
              </a:spcAft>
              <a:buClr>
                <a:schemeClr val="dk1"/>
              </a:buClr>
              <a:buSzPts val="2700"/>
              <a:buFont typeface="Arial"/>
              <a:buNone/>
              <a:defRPr sz="2700"/>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299" name="Google Shape;299;p24"/>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0" name="Google Shape;300;p24"/>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Shape 301"/>
        <p:cNvGrpSpPr/>
        <p:nvPr/>
      </p:nvGrpSpPr>
      <p:grpSpPr>
        <a:xfrm>
          <a:off x="0" y="0"/>
          <a:ext cx="0" cy="0"/>
          <a:chOff x="0" y="0"/>
          <a:chExt cx="0" cy="0"/>
        </a:xfrm>
      </p:grpSpPr>
      <p:sp>
        <p:nvSpPr>
          <p:cNvPr id="302" name="Google Shape;302;p25"/>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lt2"/>
              </a:buClr>
              <a:buSzPts val="3000"/>
              <a:buFont typeface="Arial"/>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3" name="Google Shape;303;p25"/>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lt1"/>
              </a:buClr>
              <a:buSzPts val="1275"/>
              <a:buFont typeface="Arial"/>
              <a:buNone/>
              <a:defRPr/>
            </a:lvl1pPr>
            <a:lvl2pPr marL="914400" lvl="1" indent="-309562" algn="l">
              <a:lnSpc>
                <a:spcPct val="95000"/>
              </a:lnSpc>
              <a:spcBef>
                <a:spcPts val="750"/>
              </a:spcBef>
              <a:spcAft>
                <a:spcPts val="0"/>
              </a:spcAft>
              <a:buClr>
                <a:schemeClr val="lt1"/>
              </a:buClr>
              <a:buSzPts val="1275"/>
              <a:buFont typeface="Arial"/>
              <a:buChar char="▪"/>
              <a:defRPr/>
            </a:lvl2pPr>
            <a:lvl3pPr marL="1371600" lvl="2" indent="-309562" algn="l">
              <a:lnSpc>
                <a:spcPct val="95000"/>
              </a:lnSpc>
              <a:spcBef>
                <a:spcPts val="375"/>
              </a:spcBef>
              <a:spcAft>
                <a:spcPts val="0"/>
              </a:spcAft>
              <a:buClr>
                <a:schemeClr val="lt1"/>
              </a:buClr>
              <a:buSzPts val="1275"/>
              <a:buChar char="–"/>
              <a:defRPr/>
            </a:lvl3pPr>
            <a:lvl4pPr marL="1828800" lvl="3" indent="-309562" algn="l">
              <a:lnSpc>
                <a:spcPct val="95000"/>
              </a:lnSpc>
              <a:spcBef>
                <a:spcPts val="375"/>
              </a:spcBef>
              <a:spcAft>
                <a:spcPts val="0"/>
              </a:spcAft>
              <a:buClr>
                <a:schemeClr val="lt1"/>
              </a:buClr>
              <a:buSzPts val="1275"/>
              <a:buChar char="–"/>
              <a:defRPr/>
            </a:lvl4pPr>
            <a:lvl5pPr marL="2286000" lvl="4" indent="-309562" algn="l">
              <a:lnSpc>
                <a:spcPct val="95000"/>
              </a:lnSpc>
              <a:spcBef>
                <a:spcPts val="375"/>
              </a:spcBef>
              <a:spcAft>
                <a:spcPts val="0"/>
              </a:spcAft>
              <a:buClr>
                <a:schemeClr val="lt1"/>
              </a:buClr>
              <a:buSzPts val="1275"/>
              <a:buChar char="–"/>
              <a:defRPr/>
            </a:lvl5pPr>
            <a:lvl6pPr marL="2743200" lvl="5" indent="-309562" algn="l">
              <a:lnSpc>
                <a:spcPct val="95000"/>
              </a:lnSpc>
              <a:spcBef>
                <a:spcPts val="375"/>
              </a:spcBef>
              <a:spcAft>
                <a:spcPts val="0"/>
              </a:spcAft>
              <a:buClr>
                <a:schemeClr val="lt1"/>
              </a:buClr>
              <a:buSzPts val="1275"/>
              <a:buChar char="–"/>
              <a:defRPr/>
            </a:lvl6pPr>
            <a:lvl7pPr marL="3200400" lvl="6" indent="-309562" algn="l">
              <a:lnSpc>
                <a:spcPct val="95000"/>
              </a:lnSpc>
              <a:spcBef>
                <a:spcPts val="375"/>
              </a:spcBef>
              <a:spcAft>
                <a:spcPts val="0"/>
              </a:spcAft>
              <a:buClr>
                <a:schemeClr val="lt1"/>
              </a:buClr>
              <a:buSzPts val="1275"/>
              <a:buChar char="–"/>
              <a:defRPr/>
            </a:lvl7pPr>
            <a:lvl8pPr marL="3657600" lvl="7" indent="-309562" algn="l">
              <a:lnSpc>
                <a:spcPct val="95000"/>
              </a:lnSpc>
              <a:spcBef>
                <a:spcPts val="375"/>
              </a:spcBef>
              <a:spcAft>
                <a:spcPts val="0"/>
              </a:spcAft>
              <a:buClr>
                <a:schemeClr val="lt1"/>
              </a:buClr>
              <a:buSzPts val="1275"/>
              <a:buChar char="–"/>
              <a:defRPr/>
            </a:lvl8pPr>
            <a:lvl9pPr marL="4114800" lvl="8" indent="-309562" algn="l">
              <a:lnSpc>
                <a:spcPct val="95000"/>
              </a:lnSpc>
              <a:spcBef>
                <a:spcPts val="375"/>
              </a:spcBef>
              <a:spcAft>
                <a:spcPts val="0"/>
              </a:spcAft>
              <a:buClr>
                <a:schemeClr val="lt1"/>
              </a:buClr>
              <a:buSzPts val="1275"/>
              <a:buChar char="–"/>
              <a:defRPr/>
            </a:lvl9pPr>
          </a:lstStyle>
          <a:p>
            <a:endParaRPr/>
          </a:p>
        </p:txBody>
      </p:sp>
      <p:sp>
        <p:nvSpPr>
          <p:cNvPr id="304" name="Google Shape;304;p25"/>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25"/>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06" name="Google Shape;306;p25"/>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08" name="Google Shape;308;p25"/>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09" name="Google Shape;309;p25"/>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Shape 310"/>
        <p:cNvGrpSpPr/>
        <p:nvPr/>
      </p:nvGrpSpPr>
      <p:grpSpPr>
        <a:xfrm>
          <a:off x="0" y="0"/>
          <a:ext cx="0" cy="0"/>
          <a:chOff x="0" y="0"/>
          <a:chExt cx="0" cy="0"/>
        </a:xfrm>
      </p:grpSpPr>
      <p:sp>
        <p:nvSpPr>
          <p:cNvPr id="311" name="Google Shape;311;p26"/>
          <p:cNvSpPr txBox="1">
            <a:spLocks noGrp="1"/>
          </p:cNvSpPr>
          <p:nvPr>
            <p:ph type="title"/>
          </p:nvPr>
        </p:nvSpPr>
        <p:spPr>
          <a:xfrm>
            <a:off x="411481" y="308611"/>
            <a:ext cx="4023995" cy="891778"/>
          </a:xfrm>
          <a:prstGeom prst="rect">
            <a:avLst/>
          </a:prstGeom>
          <a:noFill/>
          <a:ln>
            <a:noFill/>
          </a:ln>
        </p:spPr>
        <p:txBody>
          <a:bodyPr spcFirstLastPara="1" wrap="square" lIns="0" tIns="0" rIns="0" bIns="0" anchor="t" anchorCtr="0">
            <a:noAutofit/>
          </a:bodyPr>
          <a:lstStyle>
            <a:lvl1pPr lvl="0" algn="l">
              <a:lnSpc>
                <a:spcPct val="80000"/>
              </a:lnSpc>
              <a:spcBef>
                <a:spcPts val="0"/>
              </a:spcBef>
              <a:spcAft>
                <a:spcPts val="0"/>
              </a:spcAft>
              <a:buClr>
                <a:schemeClr val="dk2"/>
              </a:buClr>
              <a:buSzPts val="3000"/>
              <a:buFont typeface="Arial"/>
              <a:buNone/>
              <a:defRPr sz="3000">
                <a:solidFill>
                  <a:schemeClr val="dk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2" name="Google Shape;312;p26"/>
          <p:cNvSpPr txBox="1">
            <a:spLocks noGrp="1"/>
          </p:cNvSpPr>
          <p:nvPr>
            <p:ph type="body" idx="1"/>
          </p:nvPr>
        </p:nvSpPr>
        <p:spPr>
          <a:xfrm>
            <a:off x="411480" y="1611630"/>
            <a:ext cx="4023994" cy="3017520"/>
          </a:xfrm>
          <a:prstGeom prst="rect">
            <a:avLst/>
          </a:prstGeom>
          <a:noFill/>
          <a:ln>
            <a:noFill/>
          </a:ln>
        </p:spPr>
        <p:txBody>
          <a:bodyPr spcFirstLastPara="1" wrap="square" lIns="0" tIns="0" rIns="0" bIns="0" anchor="t" anchorCtr="0">
            <a:noAutofit/>
          </a:bodyPr>
          <a:lstStyle>
            <a:lvl1pPr marL="457200" lvl="0" indent="-228600" algn="l">
              <a:lnSpc>
                <a:spcPct val="95000"/>
              </a:lnSpc>
              <a:spcBef>
                <a:spcPts val="750"/>
              </a:spcBef>
              <a:spcAft>
                <a:spcPts val="0"/>
              </a:spcAft>
              <a:buClr>
                <a:schemeClr val="dk1"/>
              </a:buClr>
              <a:buSzPts val="1275"/>
              <a:buFont typeface="Arial"/>
              <a:buNone/>
              <a:defRPr/>
            </a:lvl1pPr>
            <a:lvl2pPr marL="914400" lvl="1" indent="-309562" algn="l">
              <a:lnSpc>
                <a:spcPct val="95000"/>
              </a:lnSpc>
              <a:spcBef>
                <a:spcPts val="750"/>
              </a:spcBef>
              <a:spcAft>
                <a:spcPts val="0"/>
              </a:spcAft>
              <a:buClr>
                <a:schemeClr val="dk1"/>
              </a:buClr>
              <a:buSzPts val="1275"/>
              <a:buFont typeface="Arial"/>
              <a:buChar char="▪"/>
              <a:defRPr/>
            </a:lvl2pPr>
            <a:lvl3pPr marL="1371600" lvl="2" indent="-309562" algn="l">
              <a:lnSpc>
                <a:spcPct val="95000"/>
              </a:lnSpc>
              <a:spcBef>
                <a:spcPts val="375"/>
              </a:spcBef>
              <a:spcAft>
                <a:spcPts val="0"/>
              </a:spcAft>
              <a:buClr>
                <a:schemeClr val="dk1"/>
              </a:buClr>
              <a:buSzPts val="1275"/>
              <a:buChar char="–"/>
              <a:defRPr/>
            </a:lvl3pPr>
            <a:lvl4pPr marL="1828800" lvl="3" indent="-309562" algn="l">
              <a:lnSpc>
                <a:spcPct val="95000"/>
              </a:lnSpc>
              <a:spcBef>
                <a:spcPts val="375"/>
              </a:spcBef>
              <a:spcAft>
                <a:spcPts val="0"/>
              </a:spcAft>
              <a:buClr>
                <a:schemeClr val="dk1"/>
              </a:buClr>
              <a:buSzPts val="1275"/>
              <a:buChar char="–"/>
              <a:defRPr/>
            </a:lvl4pPr>
            <a:lvl5pPr marL="2286000" lvl="4" indent="-309562" algn="l">
              <a:lnSpc>
                <a:spcPct val="95000"/>
              </a:lnSpc>
              <a:spcBef>
                <a:spcPts val="375"/>
              </a:spcBef>
              <a:spcAft>
                <a:spcPts val="0"/>
              </a:spcAft>
              <a:buClr>
                <a:schemeClr val="dk1"/>
              </a:buClr>
              <a:buSzPts val="1275"/>
              <a:buChar char="–"/>
              <a:defRPr/>
            </a:lvl5pPr>
            <a:lvl6pPr marL="2743200" lvl="5" indent="-309562" algn="l">
              <a:lnSpc>
                <a:spcPct val="95000"/>
              </a:lnSpc>
              <a:spcBef>
                <a:spcPts val="375"/>
              </a:spcBef>
              <a:spcAft>
                <a:spcPts val="0"/>
              </a:spcAft>
              <a:buClr>
                <a:schemeClr val="dk1"/>
              </a:buClr>
              <a:buSzPts val="1275"/>
              <a:buChar char="–"/>
              <a:defRPr/>
            </a:lvl6pPr>
            <a:lvl7pPr marL="3200400" lvl="6" indent="-309562" algn="l">
              <a:lnSpc>
                <a:spcPct val="95000"/>
              </a:lnSpc>
              <a:spcBef>
                <a:spcPts val="375"/>
              </a:spcBef>
              <a:spcAft>
                <a:spcPts val="0"/>
              </a:spcAft>
              <a:buClr>
                <a:schemeClr val="dk1"/>
              </a:buClr>
              <a:buSzPts val="1275"/>
              <a:buChar char="–"/>
              <a:defRPr/>
            </a:lvl7pPr>
            <a:lvl8pPr marL="3657600" lvl="7" indent="-309562" algn="l">
              <a:lnSpc>
                <a:spcPct val="95000"/>
              </a:lnSpc>
              <a:spcBef>
                <a:spcPts val="375"/>
              </a:spcBef>
              <a:spcAft>
                <a:spcPts val="0"/>
              </a:spcAft>
              <a:buClr>
                <a:schemeClr val="dk1"/>
              </a:buClr>
              <a:buSzPts val="1275"/>
              <a:buChar char="–"/>
              <a:defRPr/>
            </a:lvl8pPr>
            <a:lvl9pPr marL="4114800" lvl="8" indent="-309562" algn="l">
              <a:lnSpc>
                <a:spcPct val="95000"/>
              </a:lnSpc>
              <a:spcBef>
                <a:spcPts val="375"/>
              </a:spcBef>
              <a:spcAft>
                <a:spcPts val="0"/>
              </a:spcAft>
              <a:buClr>
                <a:schemeClr val="dk1"/>
              </a:buClr>
              <a:buSzPts val="1275"/>
              <a:buChar char="–"/>
              <a:defRPr/>
            </a:lvl9pPr>
          </a:lstStyle>
          <a:p>
            <a:endParaRPr/>
          </a:p>
        </p:txBody>
      </p:sp>
      <p:sp>
        <p:nvSpPr>
          <p:cNvPr id="313" name="Google Shape;313;p26"/>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5" name="Google Shape;315;p26"/>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16"/>
        <p:cNvGrpSpPr/>
        <p:nvPr/>
      </p:nvGrpSpPr>
      <p:grpSpPr>
        <a:xfrm>
          <a:off x="0" y="0"/>
          <a:ext cx="0" cy="0"/>
          <a:chOff x="0" y="0"/>
          <a:chExt cx="0" cy="0"/>
        </a:xfrm>
      </p:grpSpPr>
      <p:sp>
        <p:nvSpPr>
          <p:cNvPr id="317" name="Google Shape;317;p27"/>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7"/>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9" name="Google Shape;319;p27"/>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Shape 320"/>
        <p:cNvGrpSpPr/>
        <p:nvPr/>
      </p:nvGrpSpPr>
      <p:grpSpPr>
        <a:xfrm>
          <a:off x="0" y="0"/>
          <a:ext cx="0" cy="0"/>
          <a:chOff x="0" y="0"/>
          <a:chExt cx="0" cy="0"/>
        </a:xfrm>
      </p:grpSpPr>
      <p:sp>
        <p:nvSpPr>
          <p:cNvPr id="321" name="Google Shape;321;p28"/>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2" name="Google Shape;322;p28"/>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3" name="Google Shape;323;p28"/>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24" name="Google Shape;324;p28"/>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25" name="Google Shape;325;p28"/>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26" name="Google Shape;326;p28"/>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7"/>
        <p:cNvGrpSpPr/>
        <p:nvPr/>
      </p:nvGrpSpPr>
      <p:grpSpPr>
        <a:xfrm>
          <a:off x="0" y="0"/>
          <a:ext cx="0" cy="0"/>
          <a:chOff x="0" y="0"/>
          <a:chExt cx="0" cy="0"/>
        </a:xfrm>
      </p:grpSpPr>
      <p:sp>
        <p:nvSpPr>
          <p:cNvPr id="328" name="Google Shape;328;p29"/>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9" name="Google Shape;329;p29"/>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dk1"/>
              </a:buClr>
              <a:buSzPts val="500"/>
              <a:buFont typeface="Arial"/>
              <a:buNone/>
              <a:defRPr/>
            </a:lvl1pPr>
            <a:lvl2pPr marL="0" lvl="1" indent="0" algn="r">
              <a:spcBef>
                <a:spcPts val="0"/>
              </a:spcBef>
              <a:spcAft>
                <a:spcPts val="0"/>
              </a:spcAft>
              <a:buClr>
                <a:schemeClr val="dk1"/>
              </a:buClr>
              <a:buSzPts val="500"/>
              <a:buFont typeface="Arial"/>
              <a:buNone/>
              <a:defRPr/>
            </a:lvl2pPr>
            <a:lvl3pPr marL="0" lvl="2" indent="0" algn="r">
              <a:spcBef>
                <a:spcPts val="0"/>
              </a:spcBef>
              <a:spcAft>
                <a:spcPts val="0"/>
              </a:spcAft>
              <a:buClr>
                <a:schemeClr val="dk1"/>
              </a:buClr>
              <a:buSzPts val="500"/>
              <a:buFont typeface="Arial"/>
              <a:buNone/>
              <a:defRPr/>
            </a:lvl3pPr>
            <a:lvl4pPr marL="0" lvl="3" indent="0" algn="r">
              <a:spcBef>
                <a:spcPts val="0"/>
              </a:spcBef>
              <a:spcAft>
                <a:spcPts val="0"/>
              </a:spcAft>
              <a:buClr>
                <a:schemeClr val="dk1"/>
              </a:buClr>
              <a:buSzPts val="500"/>
              <a:buFont typeface="Arial"/>
              <a:buNone/>
              <a:defRPr/>
            </a:lvl4pPr>
            <a:lvl5pPr marL="0" lvl="4" indent="0" algn="r">
              <a:spcBef>
                <a:spcPts val="0"/>
              </a:spcBef>
              <a:spcAft>
                <a:spcPts val="0"/>
              </a:spcAft>
              <a:buClr>
                <a:schemeClr val="dk1"/>
              </a:buClr>
              <a:buSzPts val="500"/>
              <a:buFont typeface="Arial"/>
              <a:buNone/>
              <a:defRPr/>
            </a:lvl5pPr>
            <a:lvl6pPr marL="0" lvl="5" indent="0" algn="r">
              <a:spcBef>
                <a:spcPts val="0"/>
              </a:spcBef>
              <a:spcAft>
                <a:spcPts val="0"/>
              </a:spcAft>
              <a:buClr>
                <a:schemeClr val="dk1"/>
              </a:buClr>
              <a:buSzPts val="500"/>
              <a:buFont typeface="Arial"/>
              <a:buNone/>
              <a:defRPr/>
            </a:lvl6pPr>
            <a:lvl7pPr marL="0" lvl="6" indent="0" algn="r">
              <a:spcBef>
                <a:spcPts val="0"/>
              </a:spcBef>
              <a:spcAft>
                <a:spcPts val="0"/>
              </a:spcAft>
              <a:buClr>
                <a:schemeClr val="dk1"/>
              </a:buClr>
              <a:buSzPts val="500"/>
              <a:buFont typeface="Arial"/>
              <a:buNone/>
              <a:defRPr/>
            </a:lvl7pPr>
            <a:lvl8pPr marL="0" lvl="7" indent="0" algn="r">
              <a:spcBef>
                <a:spcPts val="0"/>
              </a:spcBef>
              <a:spcAft>
                <a:spcPts val="0"/>
              </a:spcAft>
              <a:buClr>
                <a:schemeClr val="dk1"/>
              </a:buClr>
              <a:buSzPts val="500"/>
              <a:buFont typeface="Arial"/>
              <a:buNone/>
              <a:defRPr/>
            </a:lvl8pPr>
            <a:lvl9pPr marL="0" lvl="8" indent="0" algn="r">
              <a:spcBef>
                <a:spcPts val="0"/>
              </a:spcBef>
              <a:spcAft>
                <a:spcPts val="0"/>
              </a:spcAft>
              <a:buClr>
                <a:schemeClr val="dk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Shape 330"/>
        <p:cNvGrpSpPr/>
        <p:nvPr/>
      </p:nvGrpSpPr>
      <p:grpSpPr>
        <a:xfrm>
          <a:off x="0" y="0"/>
          <a:ext cx="0" cy="0"/>
          <a:chOff x="0" y="0"/>
          <a:chExt cx="0" cy="0"/>
        </a:xfrm>
      </p:grpSpPr>
      <p:sp>
        <p:nvSpPr>
          <p:cNvPr id="331" name="Google Shape;331;p30"/>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30"/>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333" name="Google Shape;333;p30"/>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sp>
        <p:nvSpPr>
          <p:cNvPr id="334" name="Google Shape;334;p30"/>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chemeClr val="lt1"/>
                </a:solidFill>
                <a:latin typeface="Arial"/>
                <a:ea typeface="Arial"/>
                <a:cs typeface="Arial"/>
                <a:sym typeface="Arial"/>
              </a:rPr>
              <a:t>EDIT CONTROL STATEMENT UNDER &gt; VIEW &gt; SLIDE MASTER &gt; SCROLL TO TOP &gt; CHANGE HEADER AND FOOTER</a:t>
            </a:r>
            <a:endParaRPr/>
          </a:p>
        </p:txBody>
      </p:sp>
      <p:pic>
        <p:nvPicPr>
          <p:cNvPr id="335" name="Google Shape;335;p30"/>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Shape 336"/>
        <p:cNvGrpSpPr/>
        <p:nvPr/>
      </p:nvGrpSpPr>
      <p:grpSpPr>
        <a:xfrm>
          <a:off x="0" y="0"/>
          <a:ext cx="0" cy="0"/>
          <a:chOff x="0" y="0"/>
          <a:chExt cx="0" cy="0"/>
        </a:xfrm>
      </p:grpSpPr>
      <p:sp>
        <p:nvSpPr>
          <p:cNvPr id="337" name="Google Shape;337;p31"/>
          <p:cNvSpPr txBox="1"/>
          <p:nvPr/>
        </p:nvSpPr>
        <p:spPr>
          <a:xfrm>
            <a:off x="411162" y="1611630"/>
            <a:ext cx="8321040" cy="10287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FFCC01"/>
              </a:buClr>
              <a:buSzPts val="3600"/>
              <a:buFont typeface="Arial"/>
              <a:buNone/>
            </a:pPr>
            <a:r>
              <a:rPr lang="en" sz="3600" b="0" i="0" u="none" strike="noStrike" cap="none">
                <a:solidFill>
                  <a:srgbClr val="FFCC01"/>
                </a:solidFill>
                <a:latin typeface="Arial"/>
                <a:ea typeface="Arial"/>
                <a:cs typeface="Arial"/>
                <a:sym typeface="Arial"/>
              </a:rPr>
              <a:t>THANK YOU.</a:t>
            </a:r>
            <a:endParaRPr/>
          </a:p>
        </p:txBody>
      </p:sp>
      <p:sp>
        <p:nvSpPr>
          <p:cNvPr id="338" name="Google Shape;338;p31"/>
          <p:cNvSpPr txBox="1">
            <a:spLocks noGrp="1"/>
          </p:cNvSpPr>
          <p:nvPr>
            <p:ph type="body" idx="1"/>
          </p:nvPr>
        </p:nvSpPr>
        <p:spPr>
          <a:xfrm>
            <a:off x="411164" y="3614561"/>
            <a:ext cx="4024312" cy="1028699"/>
          </a:xfrm>
          <a:prstGeom prst="rect">
            <a:avLst/>
          </a:prstGeom>
          <a:noFill/>
          <a:ln>
            <a:noFill/>
          </a:ln>
        </p:spPr>
        <p:txBody>
          <a:bodyPr spcFirstLastPara="1" wrap="square" lIns="0" tIns="0" rIns="0" bIns="0" anchor="b" anchorCtr="0">
            <a:noAutofit/>
          </a:bodyPr>
          <a:lstStyle>
            <a:lvl1pPr marL="457200" lvl="0" indent="-228600" algn="l">
              <a:lnSpc>
                <a:spcPct val="95000"/>
              </a:lnSpc>
              <a:spcBef>
                <a:spcPts val="0"/>
              </a:spcBef>
              <a:spcAft>
                <a:spcPts val="0"/>
              </a:spcAft>
              <a:buClr>
                <a:schemeClr val="lt1"/>
              </a:buClr>
              <a:buSzPts val="900"/>
              <a:buFont typeface="Arial"/>
              <a:buNone/>
              <a:defRPr sz="900"/>
            </a:lvl1pPr>
            <a:lvl2pPr marL="914400" lvl="1" indent="-228600" algn="l">
              <a:lnSpc>
                <a:spcPct val="95000"/>
              </a:lnSpc>
              <a:spcBef>
                <a:spcPts val="0"/>
              </a:spcBef>
              <a:spcAft>
                <a:spcPts val="0"/>
              </a:spcAft>
              <a:buClr>
                <a:schemeClr val="lt1"/>
              </a:buClr>
              <a:buSzPts val="900"/>
              <a:buFont typeface="Arial"/>
              <a:buNone/>
              <a:defRPr sz="900"/>
            </a:lvl2pPr>
            <a:lvl3pPr marL="1371600" lvl="2" indent="-228600" algn="l">
              <a:lnSpc>
                <a:spcPct val="95000"/>
              </a:lnSpc>
              <a:spcBef>
                <a:spcPts val="0"/>
              </a:spcBef>
              <a:spcAft>
                <a:spcPts val="0"/>
              </a:spcAft>
              <a:buClr>
                <a:schemeClr val="lt1"/>
              </a:buClr>
              <a:buSzPts val="900"/>
              <a:buFont typeface="Arial"/>
              <a:buNone/>
              <a:defRPr sz="900"/>
            </a:lvl3pPr>
            <a:lvl4pPr marL="1828800" lvl="3" indent="-228600" algn="l">
              <a:lnSpc>
                <a:spcPct val="95000"/>
              </a:lnSpc>
              <a:spcBef>
                <a:spcPts val="0"/>
              </a:spcBef>
              <a:spcAft>
                <a:spcPts val="0"/>
              </a:spcAft>
              <a:buClr>
                <a:schemeClr val="lt1"/>
              </a:buClr>
              <a:buSzPts val="900"/>
              <a:buFont typeface="Arial"/>
              <a:buNone/>
              <a:defRPr sz="900"/>
            </a:lvl4pPr>
            <a:lvl5pPr marL="2286000" lvl="4" indent="-228600" algn="l">
              <a:lnSpc>
                <a:spcPct val="95000"/>
              </a:lnSpc>
              <a:spcBef>
                <a:spcPts val="0"/>
              </a:spcBef>
              <a:spcAft>
                <a:spcPts val="0"/>
              </a:spcAft>
              <a:buClr>
                <a:schemeClr val="lt1"/>
              </a:buClr>
              <a:buSzPts val="900"/>
              <a:buFont typeface="Arial"/>
              <a:buNone/>
              <a:defRPr sz="900"/>
            </a:lvl5pPr>
            <a:lvl6pPr marL="2743200" lvl="5" indent="-228600" algn="l">
              <a:lnSpc>
                <a:spcPct val="95000"/>
              </a:lnSpc>
              <a:spcBef>
                <a:spcPts val="0"/>
              </a:spcBef>
              <a:spcAft>
                <a:spcPts val="0"/>
              </a:spcAft>
              <a:buClr>
                <a:schemeClr val="lt1"/>
              </a:buClr>
              <a:buSzPts val="900"/>
              <a:buFont typeface="Arial"/>
              <a:buNone/>
              <a:defRPr sz="900"/>
            </a:lvl6pPr>
            <a:lvl7pPr marL="3200400" lvl="6" indent="-228600" algn="l">
              <a:lnSpc>
                <a:spcPct val="95000"/>
              </a:lnSpc>
              <a:spcBef>
                <a:spcPts val="0"/>
              </a:spcBef>
              <a:spcAft>
                <a:spcPts val="0"/>
              </a:spcAft>
              <a:buClr>
                <a:schemeClr val="lt1"/>
              </a:buClr>
              <a:buSzPts val="900"/>
              <a:buFont typeface="Arial"/>
              <a:buNone/>
              <a:defRPr sz="900"/>
            </a:lvl7pPr>
            <a:lvl8pPr marL="3657600" lvl="7" indent="-228600" algn="l">
              <a:lnSpc>
                <a:spcPct val="95000"/>
              </a:lnSpc>
              <a:spcBef>
                <a:spcPts val="0"/>
              </a:spcBef>
              <a:spcAft>
                <a:spcPts val="0"/>
              </a:spcAft>
              <a:buClr>
                <a:schemeClr val="lt1"/>
              </a:buClr>
              <a:buSzPts val="900"/>
              <a:buFont typeface="Arial"/>
              <a:buNone/>
              <a:defRPr sz="900"/>
            </a:lvl8pPr>
            <a:lvl9pPr marL="4114800" lvl="8" indent="-228600" algn="l">
              <a:lnSpc>
                <a:spcPct val="95000"/>
              </a:lnSpc>
              <a:spcBef>
                <a:spcPts val="0"/>
              </a:spcBef>
              <a:spcAft>
                <a:spcPts val="0"/>
              </a:spcAft>
              <a:buClr>
                <a:schemeClr val="lt1"/>
              </a:buClr>
              <a:buSzPts val="900"/>
              <a:buFont typeface="Arial"/>
              <a:buNone/>
              <a:defRPr sz="900"/>
            </a:lvl9pPr>
          </a:lstStyle>
          <a:p>
            <a:endParaRPr/>
          </a:p>
        </p:txBody>
      </p:sp>
      <p:sp>
        <p:nvSpPr>
          <p:cNvPr id="339" name="Google Shape;339;p3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0" name="Google Shape;340;p3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lvl="0" indent="0" algn="r">
              <a:spcBef>
                <a:spcPts val="0"/>
              </a:spcBef>
              <a:spcAft>
                <a:spcPts val="0"/>
              </a:spcAft>
              <a:buClr>
                <a:schemeClr val="lt1"/>
              </a:buClr>
              <a:buSzPts val="500"/>
              <a:buFont typeface="Arial"/>
              <a:buNone/>
              <a:defRPr/>
            </a:lvl1pPr>
            <a:lvl2pPr marL="0" lvl="1" indent="0" algn="r">
              <a:spcBef>
                <a:spcPts val="0"/>
              </a:spcBef>
              <a:spcAft>
                <a:spcPts val="0"/>
              </a:spcAft>
              <a:buClr>
                <a:schemeClr val="lt1"/>
              </a:buClr>
              <a:buSzPts val="500"/>
              <a:buFont typeface="Arial"/>
              <a:buNone/>
              <a:defRPr/>
            </a:lvl2pPr>
            <a:lvl3pPr marL="0" lvl="2" indent="0" algn="r">
              <a:spcBef>
                <a:spcPts val="0"/>
              </a:spcBef>
              <a:spcAft>
                <a:spcPts val="0"/>
              </a:spcAft>
              <a:buClr>
                <a:schemeClr val="lt1"/>
              </a:buClr>
              <a:buSzPts val="500"/>
              <a:buFont typeface="Arial"/>
              <a:buNone/>
              <a:defRPr/>
            </a:lvl3pPr>
            <a:lvl4pPr marL="0" lvl="3" indent="0" algn="r">
              <a:spcBef>
                <a:spcPts val="0"/>
              </a:spcBef>
              <a:spcAft>
                <a:spcPts val="0"/>
              </a:spcAft>
              <a:buClr>
                <a:schemeClr val="lt1"/>
              </a:buClr>
              <a:buSzPts val="500"/>
              <a:buFont typeface="Arial"/>
              <a:buNone/>
              <a:defRPr/>
            </a:lvl4pPr>
            <a:lvl5pPr marL="0" lvl="4" indent="0" algn="r">
              <a:spcBef>
                <a:spcPts val="0"/>
              </a:spcBef>
              <a:spcAft>
                <a:spcPts val="0"/>
              </a:spcAft>
              <a:buClr>
                <a:schemeClr val="lt1"/>
              </a:buClr>
              <a:buSzPts val="500"/>
              <a:buFont typeface="Arial"/>
              <a:buNone/>
              <a:defRPr/>
            </a:lvl5pPr>
            <a:lvl6pPr marL="0" lvl="5" indent="0" algn="r">
              <a:spcBef>
                <a:spcPts val="0"/>
              </a:spcBef>
              <a:spcAft>
                <a:spcPts val="0"/>
              </a:spcAft>
              <a:buClr>
                <a:schemeClr val="lt1"/>
              </a:buClr>
              <a:buSzPts val="500"/>
              <a:buFont typeface="Arial"/>
              <a:buNone/>
              <a:defRPr/>
            </a:lvl6pPr>
            <a:lvl7pPr marL="0" lvl="6" indent="0" algn="r">
              <a:spcBef>
                <a:spcPts val="0"/>
              </a:spcBef>
              <a:spcAft>
                <a:spcPts val="0"/>
              </a:spcAft>
              <a:buClr>
                <a:schemeClr val="lt1"/>
              </a:buClr>
              <a:buSzPts val="500"/>
              <a:buFont typeface="Arial"/>
              <a:buNone/>
              <a:defRPr/>
            </a:lvl7pPr>
            <a:lvl8pPr marL="0" lvl="7" indent="0" algn="r">
              <a:spcBef>
                <a:spcPts val="0"/>
              </a:spcBef>
              <a:spcAft>
                <a:spcPts val="0"/>
              </a:spcAft>
              <a:buClr>
                <a:schemeClr val="lt1"/>
              </a:buClr>
              <a:buSzPts val="500"/>
              <a:buFont typeface="Arial"/>
              <a:buNone/>
              <a:defRPr/>
            </a:lvl8pPr>
            <a:lvl9pPr marL="0" lvl="8" indent="0" algn="r">
              <a:spcBef>
                <a:spcPts val="0"/>
              </a:spcBef>
              <a:spcAft>
                <a:spcPts val="0"/>
              </a:spcAft>
              <a:buClr>
                <a:schemeClr val="lt1"/>
              </a:buClr>
              <a:buSzPts val="500"/>
              <a:buFont typeface="Arial"/>
              <a:buNone/>
              <a:defRPr/>
            </a:lvl9pPr>
          </a:lstStyle>
          <a:p>
            <a:pPr marL="0" lvl="0" indent="0" algn="r" rtl="0">
              <a:spcBef>
                <a:spcPts val="0"/>
              </a:spcBef>
              <a:spcAft>
                <a:spcPts val="0"/>
              </a:spcAft>
              <a:buNone/>
            </a:pPr>
            <a:fld id="{00000000-1234-1234-1234-123412341234}" type="slidenum">
              <a:rPr lang="en"/>
              <a:t>‹#›</a:t>
            </a:fld>
            <a:endParaRPr/>
          </a:p>
        </p:txBody>
      </p:sp>
      <p:pic>
        <p:nvPicPr>
          <p:cNvPr id="341" name="Google Shape;341;p31"/>
          <p:cNvPicPr preferRelativeResize="0"/>
          <p:nvPr/>
        </p:nvPicPr>
        <p:blipFill rotWithShape="1">
          <a:blip r:embed="rId2">
            <a:alphaModFix/>
          </a:blip>
          <a:srcRect/>
          <a:stretch/>
        </p:blipFill>
        <p:spPr>
          <a:xfrm>
            <a:off x="7503462" y="308372"/>
            <a:ext cx="1222280" cy="358517"/>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Shape 342"/>
        <p:cNvGrpSpPr/>
        <p:nvPr/>
      </p:nvGrpSpPr>
      <p:grpSpPr>
        <a:xfrm>
          <a:off x="0" y="0"/>
          <a:ext cx="0" cy="0"/>
          <a:chOff x="0" y="0"/>
          <a:chExt cx="0" cy="0"/>
        </a:xfrm>
      </p:grpSpPr>
      <p:pic>
        <p:nvPicPr>
          <p:cNvPr id="343" name="Google Shape;343;p32" descr="U.S. Army"/>
          <p:cNvPicPr preferRelativeResize="0"/>
          <p:nvPr/>
        </p:nvPicPr>
        <p:blipFill rotWithShape="1">
          <a:blip r:embed="rId2">
            <a:alphaModFix/>
          </a:blip>
          <a:srcRect/>
          <a:stretch/>
        </p:blipFill>
        <p:spPr>
          <a:xfrm>
            <a:off x="2120265" y="1645920"/>
            <a:ext cx="4903470" cy="185166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44"/>
        <p:cNvGrpSpPr/>
        <p:nvPr/>
      </p:nvGrpSpPr>
      <p:grpSpPr>
        <a:xfrm>
          <a:off x="0" y="0"/>
          <a:ext cx="0" cy="0"/>
          <a:chOff x="0" y="0"/>
          <a:chExt cx="0" cy="0"/>
        </a:xfrm>
      </p:grpSpPr>
      <p:sp>
        <p:nvSpPr>
          <p:cNvPr id="345" name="Google Shape;345;p33"/>
          <p:cNvSpPr txBox="1">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dk1"/>
              </a:buClr>
              <a:buSzPts val="3600"/>
              <a:buFont typeface="Arial"/>
              <a:buNone/>
              <a:defRPr sz="3600"/>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a:endParaRPr/>
          </a:p>
        </p:txBody>
      </p:sp>
      <p:sp>
        <p:nvSpPr>
          <p:cNvPr id="346" name="Google Shape;346;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7"/>
        <p:cNvGrpSpPr/>
        <p:nvPr/>
      </p:nvGrpSpPr>
      <p:grpSpPr>
        <a:xfrm>
          <a:off x="0" y="0"/>
          <a:ext cx="0" cy="0"/>
          <a:chOff x="0" y="0"/>
          <a:chExt cx="0" cy="0"/>
        </a:xfrm>
      </p:grpSpPr>
      <p:sp>
        <p:nvSpPr>
          <p:cNvPr id="348" name="Google Shape;348;p34"/>
          <p:cNvSpPr txBox="1">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49" name="Google Shape;349;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50"/>
        <p:cNvGrpSpPr/>
        <p:nvPr/>
      </p:nvGrpSpPr>
      <p:grpSpPr>
        <a:xfrm>
          <a:off x="0" y="0"/>
          <a:ext cx="0" cy="0"/>
          <a:chOff x="0" y="0"/>
          <a:chExt cx="0" cy="0"/>
        </a:xfrm>
      </p:grpSpPr>
      <p:sp>
        <p:nvSpPr>
          <p:cNvPr id="351" name="Google Shape;351;p35"/>
          <p:cNvSpPr txBox="1">
            <a:spLocks noGrp="1"/>
          </p:cNvSpPr>
          <p:nvPr>
            <p:ph type="title"/>
          </p:nvPr>
        </p:nvSpPr>
        <p:spPr>
          <a:xfrm>
            <a:off x="311725" y="500925"/>
            <a:ext cx="3706500" cy="25089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chemeClr val="lt1"/>
              </a:buClr>
              <a:buSzPts val="2800"/>
              <a:buFont typeface="Arial"/>
              <a:buNone/>
              <a:defRPr>
                <a:solidFill>
                  <a:schemeClr val="lt1"/>
                </a:solidFill>
              </a:defRPr>
            </a:lvl1pPr>
            <a:lvl2pPr lvl="1" algn="l">
              <a:lnSpc>
                <a:spcPct val="100000"/>
              </a:lnSpc>
              <a:spcBef>
                <a:spcPts val="0"/>
              </a:spcBef>
              <a:spcAft>
                <a:spcPts val="0"/>
              </a:spcAft>
              <a:buClr>
                <a:schemeClr val="lt1"/>
              </a:buClr>
              <a:buSzPts val="2800"/>
              <a:buNone/>
              <a:defRPr>
                <a:solidFill>
                  <a:schemeClr val="lt1"/>
                </a:solidFill>
              </a:defRPr>
            </a:lvl2pPr>
            <a:lvl3pPr lvl="2" algn="l">
              <a:lnSpc>
                <a:spcPct val="100000"/>
              </a:lnSpc>
              <a:spcBef>
                <a:spcPts val="0"/>
              </a:spcBef>
              <a:spcAft>
                <a:spcPts val="0"/>
              </a:spcAft>
              <a:buClr>
                <a:schemeClr val="lt1"/>
              </a:buClr>
              <a:buSzPts val="2800"/>
              <a:buNone/>
              <a:defRPr>
                <a:solidFill>
                  <a:schemeClr val="lt1"/>
                </a:solidFill>
              </a:defRPr>
            </a:lvl3pPr>
            <a:lvl4pPr lvl="3" algn="l">
              <a:lnSpc>
                <a:spcPct val="100000"/>
              </a:lnSpc>
              <a:spcBef>
                <a:spcPts val="0"/>
              </a:spcBef>
              <a:spcAft>
                <a:spcPts val="0"/>
              </a:spcAft>
              <a:buClr>
                <a:schemeClr val="lt1"/>
              </a:buClr>
              <a:buSzPts val="2800"/>
              <a:buNone/>
              <a:defRPr>
                <a:solidFill>
                  <a:schemeClr val="lt1"/>
                </a:solidFill>
              </a:defRPr>
            </a:lvl4pPr>
            <a:lvl5pPr lvl="4" algn="l">
              <a:lnSpc>
                <a:spcPct val="100000"/>
              </a:lnSpc>
              <a:spcBef>
                <a:spcPts val="0"/>
              </a:spcBef>
              <a:spcAft>
                <a:spcPts val="0"/>
              </a:spcAft>
              <a:buClr>
                <a:schemeClr val="lt1"/>
              </a:buClr>
              <a:buSzPts val="2800"/>
              <a:buNone/>
              <a:defRPr>
                <a:solidFill>
                  <a:schemeClr val="lt1"/>
                </a:solidFill>
              </a:defRPr>
            </a:lvl5pPr>
            <a:lvl6pPr lvl="5" algn="l">
              <a:lnSpc>
                <a:spcPct val="100000"/>
              </a:lnSpc>
              <a:spcBef>
                <a:spcPts val="0"/>
              </a:spcBef>
              <a:spcAft>
                <a:spcPts val="0"/>
              </a:spcAft>
              <a:buClr>
                <a:schemeClr val="lt1"/>
              </a:buClr>
              <a:buSzPts val="2800"/>
              <a:buNone/>
              <a:defRPr>
                <a:solidFill>
                  <a:schemeClr val="lt1"/>
                </a:solidFill>
              </a:defRPr>
            </a:lvl6pPr>
            <a:lvl7pPr lvl="6" algn="l">
              <a:lnSpc>
                <a:spcPct val="100000"/>
              </a:lnSpc>
              <a:spcBef>
                <a:spcPts val="0"/>
              </a:spcBef>
              <a:spcAft>
                <a:spcPts val="0"/>
              </a:spcAft>
              <a:buClr>
                <a:schemeClr val="lt1"/>
              </a:buClr>
              <a:buSzPts val="2800"/>
              <a:buNone/>
              <a:defRPr>
                <a:solidFill>
                  <a:schemeClr val="lt1"/>
                </a:solidFill>
              </a:defRPr>
            </a:lvl7pPr>
            <a:lvl8pPr lvl="7" algn="l">
              <a:lnSpc>
                <a:spcPct val="100000"/>
              </a:lnSpc>
              <a:spcBef>
                <a:spcPts val="0"/>
              </a:spcBef>
              <a:spcAft>
                <a:spcPts val="0"/>
              </a:spcAft>
              <a:buClr>
                <a:schemeClr val="lt1"/>
              </a:buClr>
              <a:buSzPts val="2800"/>
              <a:buNone/>
              <a:defRPr>
                <a:solidFill>
                  <a:schemeClr val="lt1"/>
                </a:solidFill>
              </a:defRPr>
            </a:lvl8pPr>
            <a:lvl9pPr lvl="8" algn="l">
              <a:lnSpc>
                <a:spcPct val="100000"/>
              </a:lnSpc>
              <a:spcBef>
                <a:spcPts val="0"/>
              </a:spcBef>
              <a:spcAft>
                <a:spcPts val="0"/>
              </a:spcAft>
              <a:buClr>
                <a:schemeClr val="lt1"/>
              </a:buClr>
              <a:buSzPts val="2800"/>
              <a:buNone/>
              <a:defRPr>
                <a:solidFill>
                  <a:schemeClr val="lt1"/>
                </a:solidFill>
              </a:defRPr>
            </a:lvl9pPr>
          </a:lstStyle>
          <a:p>
            <a:endParaRPr/>
          </a:p>
        </p:txBody>
      </p:sp>
      <p:sp>
        <p:nvSpPr>
          <p:cNvPr id="352" name="Google Shape;352;p35"/>
          <p:cNvSpPr txBox="1">
            <a:spLocks noGrp="1"/>
          </p:cNvSpPr>
          <p:nvPr>
            <p:ph type="body" idx="1"/>
          </p:nvPr>
        </p:nvSpPr>
        <p:spPr>
          <a:xfrm>
            <a:off x="4644675" y="500925"/>
            <a:ext cx="4166400" cy="4098600"/>
          </a:xfrm>
          <a:prstGeom prst="rect">
            <a:avLst/>
          </a:prstGeom>
          <a:noFill/>
          <a:ln>
            <a:noFill/>
          </a:ln>
        </p:spPr>
        <p:txBody>
          <a:bodyPr spcFirstLastPara="1" wrap="square" lIns="91425" tIns="91425" rIns="91425" bIns="91425" anchor="t" anchorCtr="0">
            <a:normAutofit/>
          </a:bodyPr>
          <a:lstStyle>
            <a:lvl1pPr marL="457200" lvl="0" indent="-311150" algn="l">
              <a:lnSpc>
                <a:spcPct val="115000"/>
              </a:lnSpc>
              <a:spcBef>
                <a:spcPts val="0"/>
              </a:spcBef>
              <a:spcAft>
                <a:spcPts val="0"/>
              </a:spcAft>
              <a:buClr>
                <a:schemeClr val="dk1"/>
              </a:buClr>
              <a:buSzPts val="1300"/>
              <a:buChar char="●"/>
              <a:defRPr/>
            </a:lvl1pPr>
            <a:lvl2pPr marL="914400" lvl="1" indent="-298450" algn="l">
              <a:lnSpc>
                <a:spcPct val="115000"/>
              </a:lnSpc>
              <a:spcBef>
                <a:spcPts val="0"/>
              </a:spcBef>
              <a:spcAft>
                <a:spcPts val="0"/>
              </a:spcAft>
              <a:buClr>
                <a:schemeClr val="dk1"/>
              </a:buClr>
              <a:buSzPts val="1100"/>
              <a:buChar char="○"/>
              <a:defRPr/>
            </a:lvl2pPr>
            <a:lvl3pPr marL="1371600" lvl="2" indent="-298450" algn="l">
              <a:lnSpc>
                <a:spcPct val="115000"/>
              </a:lnSpc>
              <a:spcBef>
                <a:spcPts val="0"/>
              </a:spcBef>
              <a:spcAft>
                <a:spcPts val="0"/>
              </a:spcAft>
              <a:buClr>
                <a:schemeClr val="dk1"/>
              </a:buClr>
              <a:buSzPts val="1100"/>
              <a:buChar char="■"/>
              <a:defRPr/>
            </a:lvl3pPr>
            <a:lvl4pPr marL="1828800" lvl="3" indent="-298450" algn="l">
              <a:lnSpc>
                <a:spcPct val="115000"/>
              </a:lnSpc>
              <a:spcBef>
                <a:spcPts val="0"/>
              </a:spcBef>
              <a:spcAft>
                <a:spcPts val="0"/>
              </a:spcAft>
              <a:buClr>
                <a:schemeClr val="dk1"/>
              </a:buClr>
              <a:buSzPts val="1100"/>
              <a:buChar char="●"/>
              <a:defRPr/>
            </a:lvl4pPr>
            <a:lvl5pPr marL="2286000" lvl="4" indent="-298450" algn="l">
              <a:lnSpc>
                <a:spcPct val="115000"/>
              </a:lnSpc>
              <a:spcBef>
                <a:spcPts val="0"/>
              </a:spcBef>
              <a:spcAft>
                <a:spcPts val="0"/>
              </a:spcAft>
              <a:buClr>
                <a:schemeClr val="dk1"/>
              </a:buClr>
              <a:buSzPts val="1100"/>
              <a:buChar char="○"/>
              <a:defRPr/>
            </a:lvl5pPr>
            <a:lvl6pPr marL="2743200" lvl="5" indent="-298450" algn="l">
              <a:lnSpc>
                <a:spcPct val="115000"/>
              </a:lnSpc>
              <a:spcBef>
                <a:spcPts val="0"/>
              </a:spcBef>
              <a:spcAft>
                <a:spcPts val="0"/>
              </a:spcAft>
              <a:buClr>
                <a:schemeClr val="dk1"/>
              </a:buClr>
              <a:buSzPts val="1100"/>
              <a:buChar char="■"/>
              <a:defRPr/>
            </a:lvl6pPr>
            <a:lvl7pPr marL="3200400" lvl="6" indent="-298450" algn="l">
              <a:lnSpc>
                <a:spcPct val="115000"/>
              </a:lnSpc>
              <a:spcBef>
                <a:spcPts val="0"/>
              </a:spcBef>
              <a:spcAft>
                <a:spcPts val="0"/>
              </a:spcAft>
              <a:buClr>
                <a:schemeClr val="dk1"/>
              </a:buClr>
              <a:buSzPts val="1100"/>
              <a:buChar char="●"/>
              <a:defRPr/>
            </a:lvl7pPr>
            <a:lvl8pPr marL="3657600" lvl="7" indent="-298450" algn="l">
              <a:lnSpc>
                <a:spcPct val="115000"/>
              </a:lnSpc>
              <a:spcBef>
                <a:spcPts val="0"/>
              </a:spcBef>
              <a:spcAft>
                <a:spcPts val="0"/>
              </a:spcAft>
              <a:buClr>
                <a:schemeClr val="dk1"/>
              </a:buClr>
              <a:buSzPts val="1100"/>
              <a:buChar char="○"/>
              <a:defRPr/>
            </a:lvl8pPr>
            <a:lvl9pPr marL="4114800" lvl="8" indent="-298450" algn="l">
              <a:lnSpc>
                <a:spcPct val="115000"/>
              </a:lnSpc>
              <a:spcBef>
                <a:spcPts val="0"/>
              </a:spcBef>
              <a:spcAft>
                <a:spcPts val="0"/>
              </a:spcAft>
              <a:buClr>
                <a:schemeClr val="dk1"/>
              </a:buClr>
              <a:buSzPts val="1100"/>
              <a:buChar char="■"/>
              <a:defRPr/>
            </a:lvl9pPr>
          </a:lstStyle>
          <a:p>
            <a:endParaRPr/>
          </a:p>
        </p:txBody>
      </p:sp>
      <p:sp>
        <p:nvSpPr>
          <p:cNvPr id="353" name="Google Shape;353;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54"/>
        <p:cNvGrpSpPr/>
        <p:nvPr/>
      </p:nvGrpSpPr>
      <p:grpSpPr>
        <a:xfrm>
          <a:off x="0" y="0"/>
          <a:ext cx="0" cy="0"/>
          <a:chOff x="0" y="0"/>
          <a:chExt cx="0" cy="0"/>
        </a:xfrm>
      </p:grpSpPr>
      <p:sp>
        <p:nvSpPr>
          <p:cNvPr id="355" name="Google Shape;355;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1000" y="0"/>
            <a:ext cx="8382000" cy="857250"/>
          </a:xfrm>
        </p:spPr>
        <p:txBody>
          <a:bodyPr/>
          <a:lstStyle/>
          <a:p>
            <a:r>
              <a:rPr lang="en-US"/>
              <a:t>Click to edit Master title style</a:t>
            </a:r>
          </a:p>
        </p:txBody>
      </p:sp>
      <p:sp>
        <p:nvSpPr>
          <p:cNvPr id="3" name="Content Placeholder 2"/>
          <p:cNvSpPr>
            <a:spLocks noGrp="1"/>
          </p:cNvSpPr>
          <p:nvPr>
            <p:ph idx="1"/>
          </p:nvPr>
        </p:nvSpPr>
        <p:spPr>
          <a:xfrm>
            <a:off x="381000" y="857250"/>
            <a:ext cx="8382000" cy="3771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Slide Number Placeholder 1">
            <a:extLst>
              <a:ext uri="{FF2B5EF4-FFF2-40B4-BE49-F238E27FC236}">
                <a16:creationId xmlns:a16="http://schemas.microsoft.com/office/drawing/2014/main" id="{BF840045-53C2-449D-82F0-164420CD5D22}"/>
              </a:ext>
            </a:extLst>
          </p:cNvPr>
          <p:cNvSpPr>
            <a:spLocks noGrp="1"/>
          </p:cNvSpPr>
          <p:nvPr>
            <p:ph type="sldNum" sz="quarter" idx="4"/>
          </p:nvPr>
        </p:nvSpPr>
        <p:spPr>
          <a:xfrm>
            <a:off x="7086600" y="-2164"/>
            <a:ext cx="2057400" cy="273844"/>
          </a:xfrm>
          <a:prstGeom prst="rect">
            <a:avLst/>
          </a:prstGeom>
        </p:spPr>
        <p:txBody>
          <a:bodyPr vert="horz" lIns="91440" tIns="45720" rIns="91440" bIns="45720" rtlCol="0" anchor="ctr"/>
          <a:lstStyle>
            <a:lvl1pPr algn="r">
              <a:defRPr sz="900">
                <a:solidFill>
                  <a:schemeClr val="tx1">
                    <a:tint val="75000"/>
                  </a:schemeClr>
                </a:solidFill>
                <a:latin typeface="+mn-lt"/>
              </a:defRPr>
            </a:lvl1pPr>
          </a:lstStyle>
          <a:p>
            <a:fld id="{A48AF087-BD35-42CD-BDE1-5464FFCAAE3F}" type="slidenum">
              <a:rPr lang="en-US" smtClean="0"/>
              <a:t>‹#›</a:t>
            </a:fld>
            <a:endParaRPr lang="en-US"/>
          </a:p>
        </p:txBody>
      </p:sp>
    </p:spTree>
    <p:extLst>
      <p:ext uri="{BB962C8B-B14F-4D97-AF65-F5344CB8AC3E}">
        <p14:creationId xmlns:p14="http://schemas.microsoft.com/office/powerpoint/2010/main" val="254930084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1"/>
          <p:cNvPicPr preferRelativeResize="0"/>
          <p:nvPr/>
        </p:nvPicPr>
        <p:blipFill rotWithShape="1">
          <a:blip r:embed="rId36">
            <a:alphaModFix/>
          </a:blip>
          <a:srcRect l="26274" t="67"/>
          <a:stretch/>
        </p:blipFill>
        <p:spPr>
          <a:xfrm>
            <a:off x="7821386" y="308611"/>
            <a:ext cx="911133" cy="358278"/>
          </a:xfrm>
          <a:prstGeom prst="rect">
            <a:avLst/>
          </a:prstGeom>
          <a:noFill/>
          <a:ln>
            <a:noFill/>
          </a:ln>
        </p:spPr>
      </p:pic>
      <p:sp>
        <p:nvSpPr>
          <p:cNvPr id="7" name="Google Shape;7;p1"/>
          <p:cNvSpPr txBox="1">
            <a:spLocks noGrp="1"/>
          </p:cNvSpPr>
          <p:nvPr>
            <p:ph type="title"/>
          </p:nvPr>
        </p:nvSpPr>
        <p:spPr>
          <a:xfrm>
            <a:off x="411480" y="308611"/>
            <a:ext cx="6173470" cy="6858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1"/>
          <p:cNvSpPr txBox="1">
            <a:spLocks noGrp="1"/>
          </p:cNvSpPr>
          <p:nvPr>
            <p:ph type="body" idx="1"/>
          </p:nvPr>
        </p:nvSpPr>
        <p:spPr>
          <a:xfrm>
            <a:off x="411479" y="1200149"/>
            <a:ext cx="8321040" cy="3429000"/>
          </a:xfrm>
          <a:prstGeom prst="rect">
            <a:avLst/>
          </a:prstGeom>
          <a:noFill/>
          <a:ln>
            <a:noFill/>
          </a:ln>
        </p:spPr>
        <p:txBody>
          <a:bodyPr spcFirstLastPara="1" wrap="square" lIns="0" tIns="0" rIns="0" bIns="0" anchor="t" anchorCtr="0">
            <a:noAutofit/>
          </a:bodyPr>
          <a:lstStyle>
            <a:lvl1pPr marL="457200" marR="0" lvl="0" indent="-309562" algn="l" rtl="0">
              <a:lnSpc>
                <a:spcPct val="95000"/>
              </a:lnSpc>
              <a:spcBef>
                <a:spcPts val="750"/>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1pPr>
            <a:lvl2pPr marL="914400" marR="0" lvl="1"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2pPr>
            <a:lvl3pPr marL="1371600" marR="0" lvl="2"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3pPr>
            <a:lvl4pPr marL="1828800" marR="0" lvl="3"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4pPr>
            <a:lvl5pPr marL="2286000" marR="0" lvl="4"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5pPr>
            <a:lvl6pPr marL="2743200" marR="0" lvl="5"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6pPr>
            <a:lvl7pPr marL="3200400" marR="0" lvl="6"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7pPr>
            <a:lvl8pPr marL="3657600" marR="0" lvl="7"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8pPr>
            <a:lvl9pPr marL="4114800" marR="0" lvl="8" indent="-309562" algn="l" rtl="0">
              <a:lnSpc>
                <a:spcPct val="95000"/>
              </a:lnSpc>
              <a:spcBef>
                <a:spcPts val="375"/>
              </a:spcBef>
              <a:spcAft>
                <a:spcPts val="0"/>
              </a:spcAft>
              <a:buClr>
                <a:schemeClr val="dk1"/>
              </a:buClr>
              <a:buSzPts val="1275"/>
              <a:buFont typeface="Arial"/>
              <a:buChar char="–"/>
              <a:defRPr sz="1275" b="0" i="0" u="none" strike="noStrike" cap="none">
                <a:solidFill>
                  <a:schemeClr val="dk1"/>
                </a:solidFill>
                <a:latin typeface="Arial"/>
                <a:ea typeface="Arial"/>
                <a:cs typeface="Arial"/>
                <a:sym typeface="Arial"/>
              </a:defRPr>
            </a:lvl9pPr>
          </a:lstStyle>
          <a:p>
            <a:endParaRPr/>
          </a:p>
        </p:txBody>
      </p:sp>
      <p:sp>
        <p:nvSpPr>
          <p:cNvPr id="9" name="Google Shape;9;p1"/>
          <p:cNvSpPr/>
          <p:nvPr/>
        </p:nvSpPr>
        <p:spPr>
          <a:xfrm>
            <a:off x="1040130" y="4970376"/>
            <a:ext cx="7063740" cy="173124"/>
          </a:xfrm>
          <a:prstGeom prst="rect">
            <a:avLst/>
          </a:prstGeom>
          <a:noFill/>
          <a:ln>
            <a:noFill/>
          </a:ln>
        </p:spPr>
        <p:txBody>
          <a:bodyPr spcFirstLastPara="1" wrap="square" lIns="0" tIns="45700" rIns="0" bIns="45700" anchor="b"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0" name="Google Shape;10;p1"/>
          <p:cNvSpPr/>
          <p:nvPr/>
        </p:nvSpPr>
        <p:spPr>
          <a:xfrm>
            <a:off x="1040130" y="0"/>
            <a:ext cx="7063740" cy="173124"/>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525" b="1" i="0" u="none" strike="noStrike" cap="none">
                <a:solidFill>
                  <a:srgbClr val="2DAA27"/>
                </a:solidFill>
                <a:latin typeface="Arial"/>
                <a:ea typeface="Arial"/>
                <a:cs typeface="Arial"/>
                <a:sym typeface="Arial"/>
              </a:rPr>
              <a:t>UNCLASSIFIED / GENERAL</a:t>
            </a:r>
            <a:endParaRPr/>
          </a:p>
        </p:txBody>
      </p:sp>
      <p:sp>
        <p:nvSpPr>
          <p:cNvPr id="11" name="Google Shape;11;p1"/>
          <p:cNvSpPr txBox="1">
            <a:spLocks noGrp="1"/>
          </p:cNvSpPr>
          <p:nvPr>
            <p:ph type="dt" idx="10"/>
          </p:nvPr>
        </p:nvSpPr>
        <p:spPr>
          <a:xfrm>
            <a:off x="410766" y="4972050"/>
            <a:ext cx="617934" cy="171450"/>
          </a:xfrm>
          <a:prstGeom prst="rect">
            <a:avLst/>
          </a:prstGeom>
          <a:noFill/>
          <a:ln>
            <a:noFill/>
          </a:ln>
        </p:spPr>
        <p:txBody>
          <a:bodyPr spcFirstLastPara="1" wrap="square" lIns="0" tIns="45700" rIns="0" bIns="45700" anchor="b" anchorCtr="0">
            <a:noAutofit/>
          </a:bodyPr>
          <a:lstStyle>
            <a:lvl1pPr marR="0" lvl="0" algn="l" rtl="0">
              <a:spcBef>
                <a:spcPts val="0"/>
              </a:spcBef>
              <a:spcAft>
                <a:spcPts val="0"/>
              </a:spcAft>
              <a:buSzPts val="1400"/>
              <a:buNone/>
              <a:defRPr sz="525"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chorCtr="0">
            <a:noAutofit/>
          </a:bodyPr>
          <a:lstStyle>
            <a:lvl1pPr marL="0" marR="0" lvl="0"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1pPr>
            <a:lvl2pPr marL="0" marR="0" lvl="1"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2pPr>
            <a:lvl3pPr marL="0" marR="0" lvl="2"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3pPr>
            <a:lvl4pPr marL="0" marR="0" lvl="3"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4pPr>
            <a:lvl5pPr marL="0" marR="0" lvl="4"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5pPr>
            <a:lvl6pPr marL="0" marR="0" lvl="5"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6pPr>
            <a:lvl7pPr marL="0" marR="0" lvl="6"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7pPr>
            <a:lvl8pPr marL="0" marR="0" lvl="7"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8pPr>
            <a:lvl9pPr marL="0" marR="0" lvl="8" indent="0" algn="r" rtl="0">
              <a:spcBef>
                <a:spcPts val="0"/>
              </a:spcBef>
              <a:spcAft>
                <a:spcPts val="0"/>
              </a:spcAft>
              <a:buClr>
                <a:schemeClr val="dk1"/>
              </a:buClr>
              <a:buSzPts val="525"/>
              <a:buFont typeface="Arial"/>
              <a:buNone/>
              <a:defRPr sz="525" b="1"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1" descr="A picture containing icon&#10;&#10;AI-generated content may be incorrect."/>
          <p:cNvPicPr preferRelativeResize="0"/>
          <p:nvPr/>
        </p:nvPicPr>
        <p:blipFill rotWithShape="1">
          <a:blip r:embed="rId37">
            <a:alphaModFix/>
          </a:blip>
          <a:srcRect/>
          <a:stretch/>
        </p:blipFill>
        <p:spPr>
          <a:xfrm>
            <a:off x="7444515" y="318065"/>
            <a:ext cx="376871" cy="35827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 id="2147483678" r:id="rId29"/>
    <p:sldLayoutId id="2147483679" r:id="rId30"/>
    <p:sldLayoutId id="2147483680" r:id="rId31"/>
    <p:sldLayoutId id="2147483681" r:id="rId32"/>
    <p:sldLayoutId id="2147483682" r:id="rId33"/>
    <p:sldLayoutId id="2147483685"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4" name="Text Placeholder 3">
            <a:extLst>
              <a:ext uri="{FF2B5EF4-FFF2-40B4-BE49-F238E27FC236}">
                <a16:creationId xmlns:a16="http://schemas.microsoft.com/office/drawing/2014/main" id="{3F070E2C-C69B-CF2A-4AFC-23A14A6A0794}"/>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6EFD8E2E-8543-A688-763B-E884BB31846B}"/>
              </a:ext>
            </a:extLst>
          </p:cNvPr>
          <p:cNvSpPr>
            <a:spLocks noGrp="1"/>
          </p:cNvSpPr>
          <p:nvPr>
            <p:ph type="body" idx="2"/>
          </p:nvPr>
        </p:nvSpPr>
        <p:spPr/>
        <p:txBody>
          <a:bodyPr/>
          <a:lstStyle/>
          <a:p>
            <a:endParaRPr lang="en-US"/>
          </a:p>
        </p:txBody>
      </p:sp>
      <p:sp>
        <p:nvSpPr>
          <p:cNvPr id="6" name="Text Placeholder 5">
            <a:extLst>
              <a:ext uri="{FF2B5EF4-FFF2-40B4-BE49-F238E27FC236}">
                <a16:creationId xmlns:a16="http://schemas.microsoft.com/office/drawing/2014/main" id="{2230D199-3936-A1F3-B0EB-089330973D56}"/>
              </a:ext>
            </a:extLst>
          </p:cNvPr>
          <p:cNvSpPr>
            <a:spLocks noGrp="1"/>
          </p:cNvSpPr>
          <p:nvPr>
            <p:ph type="body" idx="3"/>
          </p:nvPr>
        </p:nvSpPr>
        <p:spPr/>
        <p:txBody>
          <a:bodyPr/>
          <a:lstStyle/>
          <a:p>
            <a:endParaRPr lang="en-US"/>
          </a:p>
        </p:txBody>
      </p:sp>
      <p:sp>
        <p:nvSpPr>
          <p:cNvPr id="7" name="Text Placeholder 6">
            <a:extLst>
              <a:ext uri="{FF2B5EF4-FFF2-40B4-BE49-F238E27FC236}">
                <a16:creationId xmlns:a16="http://schemas.microsoft.com/office/drawing/2014/main" id="{846C0D10-A9D9-A711-D381-3D00C47E0FBF}"/>
              </a:ext>
            </a:extLst>
          </p:cNvPr>
          <p:cNvSpPr>
            <a:spLocks noGrp="1"/>
          </p:cNvSpPr>
          <p:nvPr>
            <p:ph type="body" idx="4"/>
          </p:nvPr>
        </p:nvSpPr>
        <p:spPr/>
        <p:txBody>
          <a:bodyPr/>
          <a:lstStyle/>
          <a:p>
            <a:endParaRPr lang="en-US"/>
          </a:p>
        </p:txBody>
      </p:sp>
      <p:sp>
        <p:nvSpPr>
          <p:cNvPr id="8" name="Text Placeholder 7">
            <a:extLst>
              <a:ext uri="{FF2B5EF4-FFF2-40B4-BE49-F238E27FC236}">
                <a16:creationId xmlns:a16="http://schemas.microsoft.com/office/drawing/2014/main" id="{48D0B74B-73C2-B2A1-57AF-63998F4A4F49}"/>
              </a:ext>
            </a:extLst>
          </p:cNvPr>
          <p:cNvSpPr>
            <a:spLocks noGrp="1"/>
          </p:cNvSpPr>
          <p:nvPr>
            <p:ph type="body" idx="5"/>
          </p:nvPr>
        </p:nvSpPr>
        <p:spPr/>
        <p:txBody>
          <a:bodyPr/>
          <a:lstStyle/>
          <a:p>
            <a:endParaRPr lang="en-US"/>
          </a:p>
        </p:txBody>
      </p:sp>
      <p:sp>
        <p:nvSpPr>
          <p:cNvPr id="9" name="Text Placeholder 8">
            <a:extLst>
              <a:ext uri="{FF2B5EF4-FFF2-40B4-BE49-F238E27FC236}">
                <a16:creationId xmlns:a16="http://schemas.microsoft.com/office/drawing/2014/main" id="{39903D50-9478-61DD-97EF-868FFEC1A203}"/>
              </a:ext>
            </a:extLst>
          </p:cNvPr>
          <p:cNvSpPr>
            <a:spLocks noGrp="1"/>
          </p:cNvSpPr>
          <p:nvPr>
            <p:ph type="body" idx="6"/>
          </p:nvPr>
        </p:nvSpPr>
        <p:spPr/>
        <p:txBody>
          <a:bodyPr/>
          <a:lstStyle/>
          <a:p>
            <a:endParaRPr lang="en-US"/>
          </a:p>
        </p:txBody>
      </p:sp>
      <p:sp>
        <p:nvSpPr>
          <p:cNvPr id="10" name="Text Placeholder 9">
            <a:extLst>
              <a:ext uri="{FF2B5EF4-FFF2-40B4-BE49-F238E27FC236}">
                <a16:creationId xmlns:a16="http://schemas.microsoft.com/office/drawing/2014/main" id="{AE0195E4-F595-93CB-A46C-7430AD0680AD}"/>
              </a:ext>
            </a:extLst>
          </p:cNvPr>
          <p:cNvSpPr>
            <a:spLocks noGrp="1"/>
          </p:cNvSpPr>
          <p:nvPr>
            <p:ph type="body" idx="7"/>
          </p:nvPr>
        </p:nvSpPr>
        <p:spPr/>
        <p:txBody>
          <a:bodyPr/>
          <a:lstStyle/>
          <a:p>
            <a:endParaRPr lang="en-US"/>
          </a:p>
        </p:txBody>
      </p:sp>
      <p:sp>
        <p:nvSpPr>
          <p:cNvPr id="11" name="Text Placeholder 10">
            <a:extLst>
              <a:ext uri="{FF2B5EF4-FFF2-40B4-BE49-F238E27FC236}">
                <a16:creationId xmlns:a16="http://schemas.microsoft.com/office/drawing/2014/main" id="{5B959FF5-1EE2-7B58-60C8-30418EF2E627}"/>
              </a:ext>
            </a:extLst>
          </p:cNvPr>
          <p:cNvSpPr>
            <a:spLocks noGrp="1"/>
          </p:cNvSpPr>
          <p:nvPr>
            <p:ph type="body" idx="8"/>
          </p:nvPr>
        </p:nvSpPr>
        <p:spPr/>
        <p:txBody>
          <a:bodyPr/>
          <a:lstStyle/>
          <a:p>
            <a:endParaRPr lang="en-US"/>
          </a:p>
        </p:txBody>
      </p:sp>
      <p:sp>
        <p:nvSpPr>
          <p:cNvPr id="12" name="Text Placeholder 11">
            <a:extLst>
              <a:ext uri="{FF2B5EF4-FFF2-40B4-BE49-F238E27FC236}">
                <a16:creationId xmlns:a16="http://schemas.microsoft.com/office/drawing/2014/main" id="{BD2EDCAF-FCD3-27B6-7A7D-482980E30A32}"/>
              </a:ext>
            </a:extLst>
          </p:cNvPr>
          <p:cNvSpPr>
            <a:spLocks noGrp="1"/>
          </p:cNvSpPr>
          <p:nvPr>
            <p:ph type="body" idx="9"/>
          </p:nvPr>
        </p:nvSpPr>
        <p:spPr/>
        <p:txBody>
          <a:bodyPr/>
          <a:lstStyle/>
          <a:p>
            <a:endParaRPr lang="en-US"/>
          </a:p>
        </p:txBody>
      </p:sp>
      <p:sp>
        <p:nvSpPr>
          <p:cNvPr id="13" name="Text Placeholder 12">
            <a:extLst>
              <a:ext uri="{FF2B5EF4-FFF2-40B4-BE49-F238E27FC236}">
                <a16:creationId xmlns:a16="http://schemas.microsoft.com/office/drawing/2014/main" id="{B30A370C-AC35-54DB-180E-CF84A6DE97E5}"/>
              </a:ext>
            </a:extLst>
          </p:cNvPr>
          <p:cNvSpPr>
            <a:spLocks noGrp="1"/>
          </p:cNvSpPr>
          <p:nvPr>
            <p:ph type="body" idx="13"/>
          </p:nvPr>
        </p:nvSpPr>
        <p:spPr/>
        <p:txBody>
          <a:bodyPr/>
          <a:lstStyle/>
          <a:p>
            <a:endParaRPr lang="en-US"/>
          </a:p>
        </p:txBody>
      </p:sp>
      <p:sp>
        <p:nvSpPr>
          <p:cNvPr id="377" name="Google Shape;377;p39"/>
          <p:cNvSpPr txBox="1">
            <a:spLocks noGrp="1"/>
          </p:cNvSpPr>
          <p:nvPr>
            <p:ph type="ctrTitle"/>
          </p:nvPr>
        </p:nvSpPr>
        <p:spPr>
          <a:noFill/>
          <a:ln>
            <a:noFill/>
          </a:ln>
        </p:spPr>
        <p:txBody>
          <a:bodyPr spcFirstLastPara="1" wrap="square" lIns="91425" tIns="91425" rIns="91425" bIns="91425" anchor="t" anchorCtr="0">
            <a:normAutofit/>
          </a:bodyPr>
          <a:lstStyle/>
          <a:p>
            <a:pPr lvl="0"/>
            <a:r>
              <a:rPr lang="en-US" dirty="0">
                <a:solidFill>
                  <a:schemeClr val="bg1"/>
                </a:solidFill>
              </a:rPr>
              <a:t>Strings, Virtual Environments, and Advanced Functions</a:t>
            </a:r>
          </a:p>
        </p:txBody>
      </p:sp>
      <p:sp>
        <p:nvSpPr>
          <p:cNvPr id="14" name="Subtitle 13">
            <a:extLst>
              <a:ext uri="{FF2B5EF4-FFF2-40B4-BE49-F238E27FC236}">
                <a16:creationId xmlns:a16="http://schemas.microsoft.com/office/drawing/2014/main" id="{375DF464-1047-E0FE-E481-3664C51B5C5B}"/>
              </a:ext>
            </a:extLst>
          </p:cNvPr>
          <p:cNvSpPr>
            <a:spLocks noGrp="1"/>
          </p:cNvSpPr>
          <p:nvPr>
            <p:ph type="subTitle" idx="14"/>
          </p:nvPr>
        </p:nvSpPr>
        <p:spPr/>
        <p:txBody>
          <a:bodyPr/>
          <a:lstStyle/>
          <a:p>
            <a:endParaRPr lang="en-US" dirty="0"/>
          </a:p>
        </p:txBody>
      </p:sp>
      <p:sp>
        <p:nvSpPr>
          <p:cNvPr id="15" name="Text Placeholder 14">
            <a:extLst>
              <a:ext uri="{FF2B5EF4-FFF2-40B4-BE49-F238E27FC236}">
                <a16:creationId xmlns:a16="http://schemas.microsoft.com/office/drawing/2014/main" id="{ED1E60D9-3A05-7A61-72B6-7F9C21F9F660}"/>
              </a:ext>
            </a:extLst>
          </p:cNvPr>
          <p:cNvSpPr>
            <a:spLocks noGrp="1"/>
          </p:cNvSpPr>
          <p:nvPr>
            <p:ph type="body" idx="15"/>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730DC-F6C8-22C9-2A12-713C4E1E4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193AAA-D656-4F94-34E8-AB59565878B7}"/>
              </a:ext>
            </a:extLst>
          </p:cNvPr>
          <p:cNvSpPr>
            <a:spLocks noGrp="1"/>
          </p:cNvSpPr>
          <p:nvPr>
            <p:ph type="title"/>
          </p:nvPr>
        </p:nvSpPr>
        <p:spPr/>
        <p:txBody>
          <a:bodyPr/>
          <a:lstStyle/>
          <a:p>
            <a:br>
              <a:rPr lang="en-US" dirty="0"/>
            </a:br>
            <a:r>
              <a:rPr lang="en-US" dirty="0"/>
              <a:t>Before we start….</a:t>
            </a:r>
          </a:p>
        </p:txBody>
      </p:sp>
      <p:sp>
        <p:nvSpPr>
          <p:cNvPr id="5" name="TextBox 4">
            <a:extLst>
              <a:ext uri="{FF2B5EF4-FFF2-40B4-BE49-F238E27FC236}">
                <a16:creationId xmlns:a16="http://schemas.microsoft.com/office/drawing/2014/main" id="{8B514417-23DA-C546-6700-FBE2B4651B4A}"/>
              </a:ext>
            </a:extLst>
          </p:cNvPr>
          <p:cNvSpPr txBox="1"/>
          <p:nvPr/>
        </p:nvSpPr>
        <p:spPr>
          <a:xfrm>
            <a:off x="1170878" y="1091086"/>
            <a:ext cx="6477000" cy="1938992"/>
          </a:xfrm>
          <a:prstGeom prst="rect">
            <a:avLst/>
          </a:prstGeom>
          <a:noFill/>
        </p:spPr>
        <p:txBody>
          <a:bodyPr wrap="square">
            <a:spAutoFit/>
          </a:bodyPr>
          <a:lstStyle/>
          <a:p>
            <a:pPr marL="342900" indent="-342900">
              <a:buFont typeface="Arial" panose="020B0604020202020204" pitchFamily="34" charset="0"/>
              <a:buChar char="•"/>
            </a:pPr>
            <a:r>
              <a:rPr lang="en-US" sz="2000" dirty="0"/>
              <a:t>Let’s run through our git sequence so you can get my changes, and then create a Lesson4 notes for yourself…</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Let’s practice creating our own Git repository… the easy way!</a:t>
            </a:r>
          </a:p>
        </p:txBody>
      </p:sp>
    </p:spTree>
    <p:extLst>
      <p:ext uri="{BB962C8B-B14F-4D97-AF65-F5344CB8AC3E}">
        <p14:creationId xmlns:p14="http://schemas.microsoft.com/office/powerpoint/2010/main" val="2603382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D87CF-5E92-D709-ADC1-CD5AB2C3F77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D2C0DF-7F54-4712-28A5-4CA447A5F98E}"/>
              </a:ext>
            </a:extLst>
          </p:cNvPr>
          <p:cNvPicPr>
            <a:picLocks noChangeAspect="1"/>
          </p:cNvPicPr>
          <p:nvPr/>
        </p:nvPicPr>
        <p:blipFill>
          <a:blip r:embed="rId3"/>
          <a:stretch>
            <a:fillRect/>
          </a:stretch>
        </p:blipFill>
        <p:spPr>
          <a:xfrm>
            <a:off x="0" y="632113"/>
            <a:ext cx="9144000" cy="3879273"/>
          </a:xfrm>
          <a:prstGeom prst="rect">
            <a:avLst/>
          </a:prstGeom>
        </p:spPr>
      </p:pic>
      <p:sp>
        <p:nvSpPr>
          <p:cNvPr id="2" name="Title 1">
            <a:extLst>
              <a:ext uri="{FF2B5EF4-FFF2-40B4-BE49-F238E27FC236}">
                <a16:creationId xmlns:a16="http://schemas.microsoft.com/office/drawing/2014/main" id="{2AEBB9CF-99E0-34C2-13BD-CE711791B329}"/>
              </a:ext>
            </a:extLst>
          </p:cNvPr>
          <p:cNvSpPr>
            <a:spLocks noGrp="1"/>
          </p:cNvSpPr>
          <p:nvPr>
            <p:ph type="title"/>
          </p:nvPr>
        </p:nvSpPr>
        <p:spPr/>
        <p:txBody>
          <a:bodyPr/>
          <a:lstStyle/>
          <a:p>
            <a:br>
              <a:rPr lang="en-US" dirty="0"/>
            </a:br>
            <a:r>
              <a:rPr lang="en-US" dirty="0"/>
              <a:t>Course Schedule</a:t>
            </a:r>
          </a:p>
        </p:txBody>
      </p:sp>
      <p:sp>
        <p:nvSpPr>
          <p:cNvPr id="8" name="Rectangle 7">
            <a:extLst>
              <a:ext uri="{FF2B5EF4-FFF2-40B4-BE49-F238E27FC236}">
                <a16:creationId xmlns:a16="http://schemas.microsoft.com/office/drawing/2014/main" id="{0C366FE1-DAFA-E7EC-025F-E1D1E8686851}"/>
              </a:ext>
            </a:extLst>
          </p:cNvPr>
          <p:cNvSpPr/>
          <p:nvPr/>
        </p:nvSpPr>
        <p:spPr>
          <a:xfrm>
            <a:off x="-81775" y="1947746"/>
            <a:ext cx="4713249" cy="23045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9185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9F51F-ADCA-105D-6A2E-72EBEFFBB4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0DA68-9A3E-BE02-724E-F79475A2462B}"/>
              </a:ext>
            </a:extLst>
          </p:cNvPr>
          <p:cNvSpPr>
            <a:spLocks noGrp="1"/>
          </p:cNvSpPr>
          <p:nvPr>
            <p:ph type="title"/>
          </p:nvPr>
        </p:nvSpPr>
        <p:spPr>
          <a:xfrm>
            <a:off x="2417768" y="2331186"/>
            <a:ext cx="5120455" cy="585207"/>
          </a:xfrm>
        </p:spPr>
        <p:txBody>
          <a:bodyPr/>
          <a:lstStyle/>
          <a:p>
            <a:r>
              <a:rPr lang="en-US" dirty="0"/>
              <a:t>Virtual Environments Review</a:t>
            </a:r>
          </a:p>
        </p:txBody>
      </p:sp>
    </p:spTree>
    <p:extLst>
      <p:ext uri="{BB962C8B-B14F-4D97-AF65-F5344CB8AC3E}">
        <p14:creationId xmlns:p14="http://schemas.microsoft.com/office/powerpoint/2010/main" val="2846455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sz="2500" b="1" u="sng" dirty="0"/>
              <a:t>Problem 1</a:t>
            </a:r>
            <a:endParaRPr sz="2500" b="1" u="sng" dirty="0"/>
          </a:p>
          <a:p>
            <a:pPr marL="0" lvl="0" indent="0" algn="l" rtl="0">
              <a:spcBef>
                <a:spcPts val="1200"/>
              </a:spcBef>
              <a:spcAft>
                <a:spcPts val="0"/>
              </a:spcAft>
              <a:buNone/>
            </a:pPr>
            <a:r>
              <a:rPr lang="en" sz="2500" dirty="0"/>
              <a:t>Print the numbers from 1 to 100.  If the number is divisible by 3, print “Fizz” instead of the number.  If it is divisible by 5, print “Buzz” instead of the number.  If it is divisible by both, print “FizzBuzz” instead of the number.</a:t>
            </a:r>
            <a:endParaRPr sz="2500" dirty="0"/>
          </a:p>
          <a:p>
            <a:pPr marL="0" lvl="0" indent="0" algn="l" rtl="0">
              <a:spcBef>
                <a:spcPts val="1200"/>
              </a:spcBef>
              <a:spcAft>
                <a:spcPts val="0"/>
              </a:spcAft>
              <a:buNone/>
            </a:pPr>
            <a:endParaRPr sz="2500" dirty="0"/>
          </a:p>
          <a:p>
            <a:pPr marL="0" lvl="0" indent="0" algn="l" rtl="0">
              <a:spcBef>
                <a:spcPts val="1200"/>
              </a:spcBef>
              <a:spcAft>
                <a:spcPts val="0"/>
              </a:spcAft>
              <a:buNone/>
            </a:pPr>
            <a:r>
              <a:rPr lang="en" sz="2500" b="1" u="sng" dirty="0"/>
              <a:t>Problem 2</a:t>
            </a:r>
            <a:endParaRPr sz="2500" b="1" u="sng" dirty="0"/>
          </a:p>
          <a:p>
            <a:pPr marL="0" lvl="0" indent="0" algn="l" rtl="0">
              <a:spcBef>
                <a:spcPts val="1200"/>
              </a:spcBef>
              <a:spcAft>
                <a:spcPts val="0"/>
              </a:spcAft>
              <a:buNone/>
            </a:pPr>
            <a:r>
              <a:rPr lang="en" sz="2500" dirty="0"/>
              <a:t>Ask the user for “rock”, “paper”, or “scissors”.  Randomly assign the computer’s choice of “rock”, “paper”, or “scissors”. Display whether the user won, lost, or tied.</a:t>
            </a:r>
            <a:endParaRPr sz="2500" dirty="0"/>
          </a:p>
          <a:p>
            <a:pPr marL="0" lvl="0" indent="0" algn="l" rtl="0">
              <a:spcBef>
                <a:spcPts val="1200"/>
              </a:spcBef>
              <a:spcAft>
                <a:spcPts val="0"/>
              </a:spcAft>
              <a:buNone/>
            </a:pPr>
            <a:endParaRPr dirty="0"/>
          </a:p>
          <a:p>
            <a:pPr marL="0" lvl="0" indent="0" algn="l" rtl="0">
              <a:spcBef>
                <a:spcPts val="1200"/>
              </a:spcBef>
              <a:spcAft>
                <a:spcPts val="120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5"/>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sz="2500" b="1" dirty="0"/>
              <a:t>Virtual Environment Instructor Led </a:t>
            </a:r>
          </a:p>
          <a:p>
            <a:pPr marL="0" lvl="0" indent="0" algn="l" rtl="0">
              <a:spcBef>
                <a:spcPts val="0"/>
              </a:spcBef>
              <a:spcAft>
                <a:spcPts val="0"/>
              </a:spcAft>
              <a:buNone/>
            </a:pPr>
            <a:r>
              <a:rPr lang="en-US" sz="2500" b="1" dirty="0"/>
              <a:t>Exercise #1</a:t>
            </a:r>
          </a:p>
          <a:p>
            <a:pPr marL="0" lvl="0" indent="0" algn="l" rtl="0">
              <a:spcBef>
                <a:spcPts val="0"/>
              </a:spcBef>
              <a:spcAft>
                <a:spcPts val="0"/>
              </a:spcAft>
              <a:buNone/>
            </a:pPr>
            <a:endParaRPr lang="en-US" sz="2500" b="1" dirty="0"/>
          </a:p>
          <a:p>
            <a:pPr marL="0" lvl="0" indent="0" algn="l" rtl="0">
              <a:spcBef>
                <a:spcPts val="0"/>
              </a:spcBef>
              <a:spcAft>
                <a:spcPts val="0"/>
              </a:spcAft>
              <a:buNone/>
            </a:pPr>
            <a:r>
              <a:rPr lang="en-US" sz="2500" dirty="0"/>
              <a:t>Make a virtual environment with Python 3.10</a:t>
            </a:r>
          </a:p>
          <a:p>
            <a:pPr marL="0" lvl="0" indent="0" algn="l" rtl="0">
              <a:spcBef>
                <a:spcPts val="0"/>
              </a:spcBef>
              <a:spcAft>
                <a:spcPts val="0"/>
              </a:spcAft>
              <a:buNone/>
            </a:pPr>
            <a:endParaRPr lang="en-US" sz="2500" dirty="0"/>
          </a:p>
          <a:p>
            <a:pPr marL="0" lvl="0" indent="0" algn="l" rtl="0">
              <a:spcBef>
                <a:spcPts val="0"/>
              </a:spcBef>
              <a:spcAft>
                <a:spcPts val="0"/>
              </a:spcAft>
              <a:buNone/>
            </a:pPr>
            <a:r>
              <a:rPr lang="en-US" sz="2500" dirty="0"/>
              <a:t>Install the requirements.txt files into your virtual environment</a:t>
            </a:r>
          </a:p>
          <a:p>
            <a:pPr marL="0" lvl="0" indent="0" algn="l" rtl="0">
              <a:spcBef>
                <a:spcPts val="0"/>
              </a:spcBef>
              <a:spcAft>
                <a:spcPts val="0"/>
              </a:spcAft>
              <a:buNone/>
            </a:pPr>
            <a:endParaRPr lang="en-US" sz="2500" dirty="0"/>
          </a:p>
          <a:p>
            <a:pPr marL="0" lvl="0" indent="0" algn="l" rtl="0">
              <a:spcBef>
                <a:spcPts val="0"/>
              </a:spcBef>
              <a:spcAft>
                <a:spcPts val="0"/>
              </a:spcAft>
              <a:buNone/>
            </a:pPr>
            <a:r>
              <a:rPr lang="en-US" sz="2500" dirty="0"/>
              <a:t>Add a .</a:t>
            </a:r>
            <a:r>
              <a:rPr lang="en-US" sz="2500" dirty="0" err="1"/>
              <a:t>gitignore</a:t>
            </a:r>
            <a:r>
              <a:rPr lang="en-US" sz="2500" dirty="0"/>
              <a:t> to ensure that none of your virtual environment files are committed</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4">
          <a:extLst>
            <a:ext uri="{FF2B5EF4-FFF2-40B4-BE49-F238E27FC236}">
              <a16:creationId xmlns:a16="http://schemas.microsoft.com/office/drawing/2014/main" id="{776A344A-0B1E-9218-FFA2-812DD3DF0CE1}"/>
            </a:ext>
          </a:extLst>
        </p:cNvPr>
        <p:cNvGrpSpPr/>
        <p:nvPr/>
      </p:nvGrpSpPr>
      <p:grpSpPr>
        <a:xfrm>
          <a:off x="0" y="0"/>
          <a:ext cx="0" cy="0"/>
          <a:chOff x="0" y="0"/>
          <a:chExt cx="0" cy="0"/>
        </a:xfrm>
      </p:grpSpPr>
      <p:sp>
        <p:nvSpPr>
          <p:cNvPr id="65" name="Google Shape;65;p15">
            <a:extLst>
              <a:ext uri="{FF2B5EF4-FFF2-40B4-BE49-F238E27FC236}">
                <a16:creationId xmlns:a16="http://schemas.microsoft.com/office/drawing/2014/main" id="{6F97DFF0-615B-8711-F973-E93CD0EE3298}"/>
              </a:ext>
            </a:extLst>
          </p:cNvPr>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sz="2500" b="1" dirty="0"/>
              <a:t>Virtual Environment Instructor Led </a:t>
            </a:r>
          </a:p>
          <a:p>
            <a:pPr marL="0" lvl="0" indent="0" algn="l" rtl="0">
              <a:spcBef>
                <a:spcPts val="0"/>
              </a:spcBef>
              <a:spcAft>
                <a:spcPts val="0"/>
              </a:spcAft>
              <a:buNone/>
            </a:pPr>
            <a:r>
              <a:rPr lang="en-US" sz="2500" b="1" dirty="0"/>
              <a:t>Exercise #2</a:t>
            </a:r>
          </a:p>
          <a:p>
            <a:pPr marL="0" lvl="0" indent="0" algn="l" rtl="0">
              <a:spcBef>
                <a:spcPts val="0"/>
              </a:spcBef>
              <a:spcAft>
                <a:spcPts val="0"/>
              </a:spcAft>
              <a:buNone/>
            </a:pPr>
            <a:endParaRPr lang="en-US" sz="2500" b="1" dirty="0"/>
          </a:p>
          <a:p>
            <a:pPr marL="0" lvl="0" indent="0" algn="l" rtl="0">
              <a:spcBef>
                <a:spcPts val="0"/>
              </a:spcBef>
              <a:spcAft>
                <a:spcPts val="0"/>
              </a:spcAft>
              <a:buNone/>
            </a:pPr>
            <a:r>
              <a:rPr lang="en-US" sz="1800" dirty="0"/>
              <a:t>Create an arbitrary virtual environment (any version of Python, you pick)</a:t>
            </a:r>
          </a:p>
          <a:p>
            <a:pPr marL="0" lvl="0" indent="0" algn="l" rtl="0">
              <a:spcBef>
                <a:spcPts val="0"/>
              </a:spcBef>
              <a:spcAft>
                <a:spcPts val="0"/>
              </a:spcAft>
              <a:buNone/>
            </a:pPr>
            <a:endParaRPr lang="en-US" sz="1800" dirty="0"/>
          </a:p>
          <a:p>
            <a:pPr marL="0" lvl="0" indent="0" algn="l" rtl="0">
              <a:spcBef>
                <a:spcPts val="0"/>
              </a:spcBef>
              <a:spcAft>
                <a:spcPts val="0"/>
              </a:spcAft>
              <a:buNone/>
            </a:pPr>
            <a:r>
              <a:rPr lang="en-US" sz="1800" dirty="0"/>
              <a:t>Install the following packages</a:t>
            </a:r>
          </a:p>
          <a:p>
            <a:pPr marL="0" lvl="0" indent="0" algn="l" rtl="0">
              <a:spcBef>
                <a:spcPts val="0"/>
              </a:spcBef>
              <a:spcAft>
                <a:spcPts val="0"/>
              </a:spcAft>
              <a:buNone/>
            </a:pPr>
            <a:r>
              <a:rPr lang="en-US" sz="1800" dirty="0"/>
              <a:t>	- requests (‘pip install requests’)</a:t>
            </a:r>
          </a:p>
          <a:p>
            <a:pPr marL="0" lvl="0" indent="0" algn="l" rtl="0">
              <a:spcBef>
                <a:spcPts val="0"/>
              </a:spcBef>
              <a:spcAft>
                <a:spcPts val="0"/>
              </a:spcAft>
              <a:buNone/>
            </a:pPr>
            <a:r>
              <a:rPr lang="en-US" sz="1800" dirty="0"/>
              <a:t>	- rich (‘pip install rich’)</a:t>
            </a:r>
          </a:p>
          <a:p>
            <a:pPr marL="0" lvl="0" indent="0" algn="l" rtl="0">
              <a:spcBef>
                <a:spcPts val="0"/>
              </a:spcBef>
              <a:spcAft>
                <a:spcPts val="0"/>
              </a:spcAft>
              <a:buNone/>
            </a:pPr>
            <a:endParaRPr lang="en-US" sz="1800" dirty="0"/>
          </a:p>
          <a:p>
            <a:pPr marL="0" lvl="0" indent="0" algn="l" rtl="0">
              <a:spcBef>
                <a:spcPts val="0"/>
              </a:spcBef>
              <a:spcAft>
                <a:spcPts val="0"/>
              </a:spcAft>
              <a:buNone/>
            </a:pPr>
            <a:r>
              <a:rPr lang="en-US" sz="1800" dirty="0"/>
              <a:t>Run venv_testScript.py.  What does the package rich do for us?</a:t>
            </a:r>
            <a:br>
              <a:rPr lang="en-US" sz="1800" dirty="0"/>
            </a:br>
            <a:br>
              <a:rPr lang="en-US" sz="1800" dirty="0"/>
            </a:br>
            <a:r>
              <a:rPr lang="en-US" sz="1800" dirty="0"/>
              <a:t>Log the packages in your virtual environment using pip freeze </a:t>
            </a:r>
          </a:p>
          <a:p>
            <a:pPr marL="0" lvl="0" indent="0" algn="l" rtl="0">
              <a:spcBef>
                <a:spcPts val="0"/>
              </a:spcBef>
              <a:spcAft>
                <a:spcPts val="0"/>
              </a:spcAft>
              <a:buNone/>
            </a:pPr>
            <a:endParaRPr lang="en-US" sz="1800" dirty="0"/>
          </a:p>
          <a:p>
            <a:pPr marL="0" lvl="0" indent="0" algn="l" rtl="0">
              <a:spcBef>
                <a:spcPts val="0"/>
              </a:spcBef>
              <a:spcAft>
                <a:spcPts val="0"/>
              </a:spcAft>
              <a:buNone/>
            </a:pPr>
            <a:endParaRPr lang="en-US" sz="1800" dirty="0"/>
          </a:p>
        </p:txBody>
      </p:sp>
    </p:spTree>
    <p:extLst>
      <p:ext uri="{BB962C8B-B14F-4D97-AF65-F5344CB8AC3E}">
        <p14:creationId xmlns:p14="http://schemas.microsoft.com/office/powerpoint/2010/main" val="37341930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CF93E-5639-82B9-F48F-8AEF8C9A5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B7CDC2-0AFB-55FB-DF29-1C300D0E861F}"/>
              </a:ext>
            </a:extLst>
          </p:cNvPr>
          <p:cNvSpPr>
            <a:spLocks noGrp="1"/>
          </p:cNvSpPr>
          <p:nvPr>
            <p:ph type="title"/>
          </p:nvPr>
        </p:nvSpPr>
        <p:spPr>
          <a:xfrm>
            <a:off x="3791414" y="2279146"/>
            <a:ext cx="1438879" cy="585207"/>
          </a:xfrm>
        </p:spPr>
        <p:txBody>
          <a:bodyPr/>
          <a:lstStyle/>
          <a:p>
            <a:r>
              <a:rPr lang="en-US" dirty="0"/>
              <a:t>Strings</a:t>
            </a:r>
          </a:p>
        </p:txBody>
      </p:sp>
    </p:spTree>
    <p:extLst>
      <p:ext uri="{BB962C8B-B14F-4D97-AF65-F5344CB8AC3E}">
        <p14:creationId xmlns:p14="http://schemas.microsoft.com/office/powerpoint/2010/main" val="299971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9</a:t>
            </a:fld>
            <a:endParaRPr lang="en-US"/>
          </a:p>
        </p:txBody>
      </p:sp>
      <p:sp>
        <p:nvSpPr>
          <p:cNvPr id="7" name="TextBox 6">
            <a:extLst>
              <a:ext uri="{FF2B5EF4-FFF2-40B4-BE49-F238E27FC236}">
                <a16:creationId xmlns:a16="http://schemas.microsoft.com/office/drawing/2014/main" id="{E46F2A3D-0D08-77DA-1BC0-ADA8A0CBDD55}"/>
              </a:ext>
            </a:extLst>
          </p:cNvPr>
          <p:cNvSpPr txBox="1"/>
          <p:nvPr/>
        </p:nvSpPr>
        <p:spPr>
          <a:xfrm>
            <a:off x="381000" y="477281"/>
            <a:ext cx="5906429" cy="4616648"/>
          </a:xfrm>
          <a:prstGeom prst="rect">
            <a:avLst/>
          </a:prstGeom>
          <a:noFill/>
        </p:spPr>
        <p:txBody>
          <a:bodyPr wrap="square">
            <a:spAutoFit/>
          </a:bodyPr>
          <a:lstStyle/>
          <a:p>
            <a:r>
              <a:rPr lang="en-US" dirty="0" err="1"/>
              <a:t>my_list</a:t>
            </a:r>
            <a:r>
              <a:rPr lang="en-US" dirty="0"/>
              <a:t> = ['c', 'a', 't']</a:t>
            </a:r>
          </a:p>
          <a:p>
            <a:r>
              <a:rPr lang="en-US" dirty="0" err="1"/>
              <a:t>my_string</a:t>
            </a:r>
            <a:r>
              <a:rPr lang="en-US" dirty="0"/>
              <a:t> = "cat"</a:t>
            </a:r>
          </a:p>
          <a:p>
            <a:endParaRPr lang="en-US" dirty="0"/>
          </a:p>
          <a:p>
            <a:r>
              <a:rPr lang="en-US" dirty="0"/>
              <a:t># 1. Loop over both</a:t>
            </a:r>
          </a:p>
          <a:p>
            <a:r>
              <a:rPr lang="en-US" dirty="0"/>
              <a:t>for item in </a:t>
            </a:r>
            <a:r>
              <a:rPr lang="en-US" dirty="0" err="1"/>
              <a:t>my_list</a:t>
            </a:r>
            <a:r>
              <a:rPr lang="en-US" dirty="0"/>
              <a:t>:</a:t>
            </a:r>
          </a:p>
          <a:p>
            <a:r>
              <a:rPr lang="en-US" dirty="0"/>
              <a:t>    print(item)</a:t>
            </a:r>
          </a:p>
          <a:p>
            <a:endParaRPr lang="en-US" dirty="0"/>
          </a:p>
          <a:p>
            <a:r>
              <a:rPr lang="en-US" dirty="0"/>
              <a:t>for char in </a:t>
            </a:r>
            <a:r>
              <a:rPr lang="en-US" dirty="0" err="1"/>
              <a:t>my_string</a:t>
            </a:r>
            <a:r>
              <a:rPr lang="en-US" dirty="0"/>
              <a:t>:</a:t>
            </a:r>
          </a:p>
          <a:p>
            <a:r>
              <a:rPr lang="en-US" dirty="0"/>
              <a:t>    print(char)      # same output!</a:t>
            </a:r>
          </a:p>
          <a:p>
            <a:endParaRPr lang="en-US" dirty="0"/>
          </a:p>
          <a:p>
            <a:r>
              <a:rPr lang="en-US" dirty="0"/>
              <a:t># 2. Indexing and slicing</a:t>
            </a:r>
          </a:p>
          <a:p>
            <a:r>
              <a:rPr lang="en-US" dirty="0"/>
              <a:t>print(</a:t>
            </a:r>
            <a:r>
              <a:rPr lang="en-US" dirty="0" err="1"/>
              <a:t>my_list</a:t>
            </a:r>
            <a:r>
              <a:rPr lang="en-US" dirty="0"/>
              <a:t>[0], </a:t>
            </a:r>
            <a:r>
              <a:rPr lang="en-US" dirty="0" err="1"/>
              <a:t>my_string</a:t>
            </a:r>
            <a:r>
              <a:rPr lang="en-US" dirty="0"/>
              <a:t>[0])      # 'c' 'c'</a:t>
            </a:r>
          </a:p>
          <a:p>
            <a:r>
              <a:rPr lang="en-US" dirty="0"/>
              <a:t>print(</a:t>
            </a:r>
            <a:r>
              <a:rPr lang="en-US" dirty="0" err="1"/>
              <a:t>my_list</a:t>
            </a:r>
            <a:r>
              <a:rPr lang="en-US" dirty="0"/>
              <a:t>[-1], </a:t>
            </a:r>
            <a:r>
              <a:rPr lang="en-US" dirty="0" err="1"/>
              <a:t>my_string</a:t>
            </a:r>
            <a:r>
              <a:rPr lang="en-US" dirty="0"/>
              <a:t>[-1])    # 't' 't'</a:t>
            </a:r>
          </a:p>
          <a:p>
            <a:r>
              <a:rPr lang="en-US" dirty="0"/>
              <a:t>print(</a:t>
            </a:r>
            <a:r>
              <a:rPr lang="en-US" dirty="0" err="1"/>
              <a:t>my_string</a:t>
            </a:r>
            <a:r>
              <a:rPr lang="en-US" dirty="0"/>
              <a:t>[0:2])                # 'ca'</a:t>
            </a:r>
          </a:p>
          <a:p>
            <a:endParaRPr lang="en-US" dirty="0"/>
          </a:p>
          <a:p>
            <a:r>
              <a:rPr lang="en-US" dirty="0"/>
              <a:t># 3. </a:t>
            </a:r>
            <a:r>
              <a:rPr lang="en-US" dirty="0" err="1"/>
              <a:t>len</a:t>
            </a:r>
            <a:r>
              <a:rPr lang="en-US" dirty="0"/>
              <a:t>(), in, and membership</a:t>
            </a:r>
          </a:p>
          <a:p>
            <a:r>
              <a:rPr lang="en-US" dirty="0"/>
              <a:t>print(</a:t>
            </a:r>
            <a:r>
              <a:rPr lang="en-US" dirty="0" err="1"/>
              <a:t>len</a:t>
            </a:r>
            <a:r>
              <a:rPr lang="en-US" dirty="0"/>
              <a:t>(</a:t>
            </a:r>
            <a:r>
              <a:rPr lang="en-US" dirty="0" err="1"/>
              <a:t>my_list</a:t>
            </a:r>
            <a:r>
              <a:rPr lang="en-US" dirty="0"/>
              <a:t>), </a:t>
            </a:r>
            <a:r>
              <a:rPr lang="en-US" dirty="0" err="1"/>
              <a:t>len</a:t>
            </a:r>
            <a:r>
              <a:rPr lang="en-US" dirty="0"/>
              <a:t>(</a:t>
            </a:r>
            <a:r>
              <a:rPr lang="en-US" dirty="0" err="1"/>
              <a:t>my_string</a:t>
            </a:r>
            <a:r>
              <a:rPr lang="en-US" dirty="0"/>
              <a:t>))  # 3 3</a:t>
            </a:r>
          </a:p>
          <a:p>
            <a:r>
              <a:rPr lang="en-US" dirty="0"/>
              <a:t>print('a' in </a:t>
            </a:r>
            <a:r>
              <a:rPr lang="en-US" dirty="0" err="1"/>
              <a:t>my_list</a:t>
            </a:r>
            <a:r>
              <a:rPr lang="en-US" dirty="0"/>
              <a:t>, 'a' in </a:t>
            </a:r>
            <a:r>
              <a:rPr lang="en-US" dirty="0" err="1"/>
              <a:t>my_string</a:t>
            </a:r>
            <a:r>
              <a:rPr lang="en-US" dirty="0"/>
              <a:t>)  # True </a:t>
            </a:r>
            <a:r>
              <a:rPr lang="en-US" dirty="0" err="1"/>
              <a:t>True</a:t>
            </a:r>
            <a:endParaRPr lang="en-US" dirty="0"/>
          </a:p>
          <a:p>
            <a:endParaRPr lang="en-US" dirty="0"/>
          </a:p>
          <a:p>
            <a:r>
              <a:rPr lang="en-US" dirty="0"/>
              <a:t># 4. The big reveal</a:t>
            </a:r>
          </a:p>
          <a:p>
            <a:r>
              <a:rPr lang="en-US" dirty="0"/>
              <a:t>print(list("cat"))   # ['c', 'a', 't']</a:t>
            </a:r>
          </a:p>
        </p:txBody>
      </p:sp>
    </p:spTree>
    <p:extLst>
      <p:ext uri="{BB962C8B-B14F-4D97-AF65-F5344CB8AC3E}">
        <p14:creationId xmlns:p14="http://schemas.microsoft.com/office/powerpoint/2010/main" val="1359797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4">
          <a:extLst>
            <a:ext uri="{FF2B5EF4-FFF2-40B4-BE49-F238E27FC236}">
              <a16:creationId xmlns:a16="http://schemas.microsoft.com/office/drawing/2014/main" id="{2F35CFA6-B927-4D89-AB7B-DC2C347A9E50}"/>
            </a:ext>
          </a:extLst>
        </p:cNvPr>
        <p:cNvGrpSpPr/>
        <p:nvPr/>
      </p:nvGrpSpPr>
      <p:grpSpPr>
        <a:xfrm>
          <a:off x="0" y="0"/>
          <a:ext cx="0" cy="0"/>
          <a:chOff x="0" y="0"/>
          <a:chExt cx="0" cy="0"/>
        </a:xfrm>
      </p:grpSpPr>
      <p:sp>
        <p:nvSpPr>
          <p:cNvPr id="65" name="Google Shape;65;p15">
            <a:extLst>
              <a:ext uri="{FF2B5EF4-FFF2-40B4-BE49-F238E27FC236}">
                <a16:creationId xmlns:a16="http://schemas.microsoft.com/office/drawing/2014/main" id="{AED2004A-1A78-8127-2217-AE41406C2A12}"/>
              </a:ext>
            </a:extLst>
          </p:cNvPr>
          <p:cNvSpPr txBox="1">
            <a:spLocks noGrp="1"/>
          </p:cNvSpPr>
          <p:nvPr>
            <p:ph type="body" idx="1"/>
          </p:nvPr>
        </p:nvSpPr>
        <p:spPr>
          <a:xfrm>
            <a:off x="311700" y="213675"/>
            <a:ext cx="8520600" cy="474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sz="2500" b="1" dirty="0"/>
              <a:t>Strings exploration</a:t>
            </a:r>
          </a:p>
          <a:p>
            <a:pPr marL="0" lvl="0" indent="0" algn="l" rtl="0">
              <a:spcBef>
                <a:spcPts val="0"/>
              </a:spcBef>
              <a:spcAft>
                <a:spcPts val="0"/>
              </a:spcAft>
              <a:buNone/>
            </a:pPr>
            <a:endParaRPr lang="en-US" sz="2500" b="1" dirty="0"/>
          </a:p>
          <a:p>
            <a:pPr marL="0" lvl="0" indent="0" algn="l" rtl="0">
              <a:spcBef>
                <a:spcPts val="0"/>
              </a:spcBef>
              <a:spcAft>
                <a:spcPts val="0"/>
              </a:spcAft>
              <a:buNone/>
            </a:pPr>
            <a:endParaRPr lang="en-US" sz="1800" dirty="0"/>
          </a:p>
          <a:p>
            <a:pPr marL="0" lvl="0" indent="0" algn="l" rtl="0">
              <a:spcBef>
                <a:spcPts val="0"/>
              </a:spcBef>
              <a:spcAft>
                <a:spcPts val="0"/>
              </a:spcAft>
              <a:buNone/>
            </a:pPr>
            <a:endParaRPr lang="en-US" sz="1800" dirty="0"/>
          </a:p>
        </p:txBody>
      </p:sp>
      <p:sp>
        <p:nvSpPr>
          <p:cNvPr id="3" name="TextBox 2">
            <a:extLst>
              <a:ext uri="{FF2B5EF4-FFF2-40B4-BE49-F238E27FC236}">
                <a16:creationId xmlns:a16="http://schemas.microsoft.com/office/drawing/2014/main" id="{042974E2-420F-A192-9719-7A2D27114A93}"/>
              </a:ext>
            </a:extLst>
          </p:cNvPr>
          <p:cNvSpPr txBox="1"/>
          <p:nvPr/>
        </p:nvSpPr>
        <p:spPr>
          <a:xfrm>
            <a:off x="311699" y="935287"/>
            <a:ext cx="7248827" cy="3693319"/>
          </a:xfrm>
          <a:prstGeom prst="rect">
            <a:avLst/>
          </a:prstGeom>
          <a:noFill/>
        </p:spPr>
        <p:txBody>
          <a:bodyPr wrap="square">
            <a:spAutoFit/>
          </a:bodyPr>
          <a:lstStyle/>
          <a:p>
            <a:r>
              <a:rPr lang="en-US" sz="1600" b="1" dirty="0"/>
              <a:t>In your interactive terminal create the following variables and answer the following questions:</a:t>
            </a:r>
          </a:p>
          <a:p>
            <a:endParaRPr lang="en-US" sz="1600" b="1" dirty="0"/>
          </a:p>
          <a:p>
            <a:r>
              <a:rPr lang="en-US" sz="1600" dirty="0" err="1"/>
              <a:t>my_list</a:t>
            </a:r>
            <a:r>
              <a:rPr lang="en-US" sz="1600" dirty="0"/>
              <a:t> = ['c', 'a', 't']</a:t>
            </a:r>
          </a:p>
          <a:p>
            <a:r>
              <a:rPr lang="en-US" sz="1600" dirty="0" err="1"/>
              <a:t>my_string</a:t>
            </a:r>
            <a:r>
              <a:rPr lang="en-US" sz="1600" dirty="0"/>
              <a:t> = "cat“</a:t>
            </a:r>
          </a:p>
          <a:p>
            <a:endParaRPr lang="en-US" dirty="0"/>
          </a:p>
          <a:p>
            <a:endParaRPr lang="en-US" dirty="0"/>
          </a:p>
          <a:p>
            <a:pPr marL="342900" indent="-342900">
              <a:buAutoNum type="arabicParenR"/>
            </a:pPr>
            <a:r>
              <a:rPr lang="en-US" dirty="0"/>
              <a:t>Can you loop through both variables?</a:t>
            </a:r>
          </a:p>
          <a:p>
            <a:pPr marL="342900" indent="-342900">
              <a:buAutoNum type="arabicParenR"/>
            </a:pPr>
            <a:endParaRPr lang="en-US" dirty="0"/>
          </a:p>
          <a:p>
            <a:pPr marL="342900" indent="-342900">
              <a:buAutoNum type="arabicParenR"/>
            </a:pPr>
            <a:r>
              <a:rPr lang="en-US" dirty="0"/>
              <a:t>Can you index and slice both variables?</a:t>
            </a:r>
          </a:p>
          <a:p>
            <a:pPr marL="342900" indent="-342900">
              <a:buAutoNum type="arabicParenR"/>
            </a:pPr>
            <a:endParaRPr lang="en-US" dirty="0"/>
          </a:p>
          <a:p>
            <a:pPr marL="342900" indent="-342900">
              <a:buAutoNum type="arabicParenR"/>
            </a:pPr>
            <a:r>
              <a:rPr lang="en-US" dirty="0"/>
              <a:t>Can you use the </a:t>
            </a:r>
            <a:r>
              <a:rPr lang="en-US" dirty="0" err="1"/>
              <a:t>len</a:t>
            </a:r>
            <a:r>
              <a:rPr lang="en-US" dirty="0"/>
              <a:t>() function on both variables?</a:t>
            </a:r>
          </a:p>
          <a:p>
            <a:pPr marL="342900" indent="-342900">
              <a:buAutoNum type="arabicParenR"/>
            </a:pPr>
            <a:endParaRPr lang="en-US" dirty="0"/>
          </a:p>
          <a:p>
            <a:pPr marL="342900" indent="-342900">
              <a:buAutoNum type="arabicParenR"/>
            </a:pPr>
            <a:r>
              <a:rPr lang="en-US" dirty="0"/>
              <a:t>Can you check for membership the same way for both variables?</a:t>
            </a:r>
            <a:br>
              <a:rPr lang="en-US" dirty="0"/>
            </a:br>
            <a:r>
              <a:rPr lang="en-US" dirty="0"/>
              <a:t>	print('a' in </a:t>
            </a:r>
            <a:r>
              <a:rPr lang="en-US" dirty="0" err="1"/>
              <a:t>my_list</a:t>
            </a:r>
            <a:r>
              <a:rPr lang="en-US" dirty="0"/>
              <a:t>, 'a' in </a:t>
            </a:r>
            <a:r>
              <a:rPr lang="en-US" dirty="0" err="1"/>
              <a:t>my_string</a:t>
            </a:r>
            <a:r>
              <a:rPr lang="en-US" dirty="0"/>
              <a:t>)</a:t>
            </a:r>
          </a:p>
          <a:p>
            <a:endParaRPr lang="en-US" sz="1400" dirty="0"/>
          </a:p>
        </p:txBody>
      </p:sp>
    </p:spTree>
    <p:extLst>
      <p:ext uri="{BB962C8B-B14F-4D97-AF65-F5344CB8AC3E}">
        <p14:creationId xmlns:p14="http://schemas.microsoft.com/office/powerpoint/2010/main" val="8914587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F20AC-5077-D85E-BCA1-2B4A57EC154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265D-0575-AC88-F7A0-071259C3C8D2}"/>
              </a:ext>
            </a:extLst>
          </p:cNvPr>
          <p:cNvSpPr>
            <a:spLocks noGrp="1"/>
          </p:cNvSpPr>
          <p:nvPr>
            <p:ph type="sldNum" sz="quarter" idx="4"/>
          </p:nvPr>
        </p:nvSpPr>
        <p:spPr/>
        <p:txBody>
          <a:bodyPr/>
          <a:lstStyle/>
          <a:p>
            <a:fld id="{71B8893A-F325-44A6-8EFB-883C20332CFE}" type="slidenum">
              <a:rPr lang="en-US" smtClean="0"/>
              <a:pPr/>
              <a:t>11</a:t>
            </a:fld>
            <a:endParaRPr lang="en-US"/>
          </a:p>
        </p:txBody>
      </p:sp>
      <p:sp>
        <p:nvSpPr>
          <p:cNvPr id="3" name="Title 2">
            <a:extLst>
              <a:ext uri="{FF2B5EF4-FFF2-40B4-BE49-F238E27FC236}">
                <a16:creationId xmlns:a16="http://schemas.microsoft.com/office/drawing/2014/main" id="{4296F6CA-B942-A6FD-6B04-8BA82FB5C406}"/>
              </a:ext>
            </a:extLst>
          </p:cNvPr>
          <p:cNvSpPr>
            <a:spLocks noGrp="1"/>
          </p:cNvSpPr>
          <p:nvPr>
            <p:ph type="title"/>
          </p:nvPr>
        </p:nvSpPr>
        <p:spPr>
          <a:xfrm>
            <a:off x="381000" y="377979"/>
            <a:ext cx="8382000" cy="857250"/>
          </a:xfrm>
        </p:spPr>
        <p:txBody>
          <a:bodyPr/>
          <a:lstStyle/>
          <a:p>
            <a:r>
              <a:rPr lang="en-US" dirty="0"/>
              <a:t>So what’s the difference?</a:t>
            </a:r>
          </a:p>
        </p:txBody>
      </p:sp>
      <p:sp>
        <p:nvSpPr>
          <p:cNvPr id="6" name="TextBox 5">
            <a:extLst>
              <a:ext uri="{FF2B5EF4-FFF2-40B4-BE49-F238E27FC236}">
                <a16:creationId xmlns:a16="http://schemas.microsoft.com/office/drawing/2014/main" id="{F300C155-99C0-8052-C93A-6FC74EF7928A}"/>
              </a:ext>
            </a:extLst>
          </p:cNvPr>
          <p:cNvSpPr txBox="1"/>
          <p:nvPr/>
        </p:nvSpPr>
        <p:spPr>
          <a:xfrm>
            <a:off x="464633" y="1190536"/>
            <a:ext cx="7921083" cy="3046988"/>
          </a:xfrm>
          <a:prstGeom prst="rect">
            <a:avLst/>
          </a:prstGeom>
          <a:noFill/>
        </p:spPr>
        <p:txBody>
          <a:bodyPr wrap="square">
            <a:spAutoFit/>
          </a:bodyPr>
          <a:lstStyle/>
          <a:p>
            <a:pPr marL="457200" indent="-457200">
              <a:buFont typeface="+mj-lt"/>
              <a:buAutoNum type="arabicPeriod"/>
            </a:pPr>
            <a:r>
              <a:rPr lang="en-US" sz="2400" dirty="0" err="1"/>
              <a:t>my_list</a:t>
            </a:r>
            <a:r>
              <a:rPr lang="en-US" sz="2400" dirty="0"/>
              <a:t>[0] = ‘b’</a:t>
            </a:r>
          </a:p>
          <a:p>
            <a:pPr marL="457200" indent="-457200">
              <a:buFont typeface="+mj-lt"/>
              <a:buAutoNum type="arabicPeriod"/>
            </a:pPr>
            <a:endParaRPr lang="en-US" sz="2400" dirty="0"/>
          </a:p>
          <a:p>
            <a:pPr marL="457200" indent="-457200">
              <a:buFont typeface="+mj-lt"/>
              <a:buAutoNum type="arabicPeriod"/>
            </a:pPr>
            <a:r>
              <a:rPr lang="en-US" sz="2400" dirty="0" err="1"/>
              <a:t>my_string</a:t>
            </a:r>
            <a:r>
              <a:rPr lang="en-US" sz="2400" dirty="0"/>
              <a:t>[0] = ‘b’</a:t>
            </a:r>
          </a:p>
          <a:p>
            <a:pPr marL="457200" indent="-457200">
              <a:buFont typeface="+mj-lt"/>
              <a:buAutoNum type="arabicPeriod"/>
            </a:pPr>
            <a:endParaRPr lang="en-US" sz="2400" dirty="0"/>
          </a:p>
          <a:p>
            <a:pPr marL="457200" indent="-457200">
              <a:buFont typeface="+mj-lt"/>
              <a:buAutoNum type="arabicPeriod"/>
            </a:pPr>
            <a:endParaRPr lang="en-US" sz="2400" dirty="0"/>
          </a:p>
          <a:p>
            <a:r>
              <a:rPr lang="en-US" sz="2400" dirty="0"/>
              <a:t>Lists are mutable, they can be changed</a:t>
            </a:r>
          </a:p>
          <a:p>
            <a:endParaRPr lang="en-US" sz="2400" dirty="0"/>
          </a:p>
          <a:p>
            <a:r>
              <a:rPr lang="en-US" sz="2400" dirty="0"/>
              <a:t>Strings are immutable.  They cannot be changed.</a:t>
            </a:r>
          </a:p>
        </p:txBody>
      </p:sp>
    </p:spTree>
    <p:extLst>
      <p:ext uri="{BB962C8B-B14F-4D97-AF65-F5344CB8AC3E}">
        <p14:creationId xmlns:p14="http://schemas.microsoft.com/office/powerpoint/2010/main" val="139755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0E72A-6256-EEE8-D541-9E5AB2BD747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E35AC38-EE35-8424-9735-AE15C89EF0D7}"/>
              </a:ext>
            </a:extLst>
          </p:cNvPr>
          <p:cNvSpPr>
            <a:spLocks noGrp="1"/>
          </p:cNvSpPr>
          <p:nvPr>
            <p:ph type="sldNum" sz="quarter" idx="4"/>
          </p:nvPr>
        </p:nvSpPr>
        <p:spPr/>
        <p:txBody>
          <a:bodyPr/>
          <a:lstStyle/>
          <a:p>
            <a:fld id="{71B8893A-F325-44A6-8EFB-883C20332CFE}" type="slidenum">
              <a:rPr lang="en-US" smtClean="0"/>
              <a:pPr/>
              <a:t>12</a:t>
            </a:fld>
            <a:endParaRPr lang="en-US"/>
          </a:p>
        </p:txBody>
      </p:sp>
      <p:graphicFrame>
        <p:nvGraphicFramePr>
          <p:cNvPr id="2" name="Table 1">
            <a:extLst>
              <a:ext uri="{FF2B5EF4-FFF2-40B4-BE49-F238E27FC236}">
                <a16:creationId xmlns:a16="http://schemas.microsoft.com/office/drawing/2014/main" id="{78BB5E38-D36C-D5DB-4C47-361DF255B383}"/>
              </a:ext>
            </a:extLst>
          </p:cNvPr>
          <p:cNvGraphicFramePr>
            <a:graphicFrameLocks noGrp="1"/>
          </p:cNvGraphicFramePr>
          <p:nvPr>
            <p:extLst>
              <p:ext uri="{D42A27DB-BD31-4B8C-83A1-F6EECF244321}">
                <p14:modId xmlns:p14="http://schemas.microsoft.com/office/powerpoint/2010/main" val="2520700474"/>
              </p:ext>
            </p:extLst>
          </p:nvPr>
        </p:nvGraphicFramePr>
        <p:xfrm>
          <a:off x="416313" y="987026"/>
          <a:ext cx="8177561" cy="3048414"/>
        </p:xfrm>
        <a:graphic>
          <a:graphicData uri="http://schemas.openxmlformats.org/drawingml/2006/table">
            <a:tbl>
              <a:tblPr/>
              <a:tblGrid>
                <a:gridCol w="1446382">
                  <a:extLst>
                    <a:ext uri="{9D8B030D-6E8A-4147-A177-3AD203B41FA5}">
                      <a16:colId xmlns:a16="http://schemas.microsoft.com/office/drawing/2014/main" val="2644064493"/>
                    </a:ext>
                  </a:extLst>
                </a:gridCol>
                <a:gridCol w="2882437">
                  <a:extLst>
                    <a:ext uri="{9D8B030D-6E8A-4147-A177-3AD203B41FA5}">
                      <a16:colId xmlns:a16="http://schemas.microsoft.com/office/drawing/2014/main" val="1279297114"/>
                    </a:ext>
                  </a:extLst>
                </a:gridCol>
                <a:gridCol w="2333240">
                  <a:extLst>
                    <a:ext uri="{9D8B030D-6E8A-4147-A177-3AD203B41FA5}">
                      <a16:colId xmlns:a16="http://schemas.microsoft.com/office/drawing/2014/main" val="3264697133"/>
                    </a:ext>
                  </a:extLst>
                </a:gridCol>
                <a:gridCol w="1515502">
                  <a:extLst>
                    <a:ext uri="{9D8B030D-6E8A-4147-A177-3AD203B41FA5}">
                      <a16:colId xmlns:a16="http://schemas.microsoft.com/office/drawing/2014/main" val="911054695"/>
                    </a:ext>
                  </a:extLst>
                </a:gridCol>
              </a:tblGrid>
              <a:tr h="56614">
                <a:tc>
                  <a:txBody>
                    <a:bodyPr/>
                    <a:lstStyle/>
                    <a:p>
                      <a:pPr>
                        <a:buNone/>
                      </a:pPr>
                      <a:r>
                        <a:rPr lang="en-US" sz="1400" b="1"/>
                        <a:t>Method</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a:t>Description</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a:t>Example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dirty="0"/>
                        <a:t>Result</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99804361"/>
                  </a:ext>
                </a:extLst>
              </a:tr>
              <a:tr h="172976">
                <a:tc>
                  <a:txBody>
                    <a:bodyPr/>
                    <a:lstStyle/>
                    <a:p>
                      <a:pPr>
                        <a:buNone/>
                      </a:pPr>
                      <a:r>
                        <a:rPr lang="en-US" sz="1400" dirty="0">
                          <a:latin typeface="Courier New" panose="02070309020205020404" pitchFamily="49" charset="0"/>
                        </a:rPr>
                        <a:t>.upper()</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Returns string in all uppercase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"hi".upper()</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"HI"</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1615327"/>
                  </a:ext>
                </a:extLst>
              </a:tr>
              <a:tr h="172976">
                <a:tc>
                  <a:txBody>
                    <a:bodyPr/>
                    <a:lstStyle/>
                    <a:p>
                      <a:pPr>
                        <a:buNone/>
                      </a:pPr>
                      <a:r>
                        <a:rPr lang="en-US" sz="1400">
                          <a:latin typeface="Courier New" panose="02070309020205020404" pitchFamily="49" charset="0"/>
                        </a:rPr>
                        <a:t>.lower()</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Returns string in all lowercase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"Hi".lower()</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"hi"</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9046487"/>
                  </a:ext>
                </a:extLst>
              </a:tr>
              <a:tr h="172976">
                <a:tc>
                  <a:txBody>
                    <a:bodyPr/>
                    <a:lstStyle/>
                    <a:p>
                      <a:pPr>
                        <a:buNone/>
                      </a:pPr>
                      <a:r>
                        <a:rPr lang="en-US" sz="1400">
                          <a:latin typeface="Courier New" panose="02070309020205020404" pitchFamily="49" charset="0"/>
                        </a:rPr>
                        <a:t>.title()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Capitalizes first letter of each word</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 world".title()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 World"</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5926906"/>
                  </a:ext>
                </a:extLst>
              </a:tr>
              <a:tr h="172976">
                <a:tc>
                  <a:txBody>
                    <a:bodyPr/>
                    <a:lstStyle/>
                    <a:p>
                      <a:pPr>
                        <a:buNone/>
                      </a:pPr>
                      <a:r>
                        <a:rPr lang="en-US" sz="1400">
                          <a:latin typeface="Courier New" panose="02070309020205020404" pitchFamily="49" charset="0"/>
                        </a:rPr>
                        <a:t>.capitalize()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Capitalizes only the first character</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"hello".capitalize()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16751470"/>
                  </a:ext>
                </a:extLst>
              </a:tr>
              <a:tr h="172976">
                <a:tc>
                  <a:txBody>
                    <a:bodyPr/>
                    <a:lstStyle/>
                    <a:p>
                      <a:pPr>
                        <a:buNone/>
                      </a:pPr>
                      <a:r>
                        <a:rPr lang="en-US" sz="1400">
                          <a:latin typeface="Courier New" panose="02070309020205020404" pitchFamily="49" charset="0"/>
                        </a:rPr>
                        <a:t>.strip()</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t>Removes whitespace from both ends</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 hi ".strip()</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"hi"</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09142015"/>
                  </a:ext>
                </a:extLst>
              </a:tr>
              <a:tr h="244202">
                <a:tc>
                  <a:txBody>
                    <a:bodyPr/>
                    <a:lstStyle/>
                    <a:p>
                      <a:pPr>
                        <a:buNone/>
                      </a:pPr>
                      <a:r>
                        <a:rPr lang="en-US" sz="1400" dirty="0">
                          <a:latin typeface="Courier New" panose="02070309020205020404" pitchFamily="49" charset="0"/>
                        </a:rPr>
                        <a:t>.replace(old, new)</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Replaces all occurrences of a substring</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"cat".replace("c", "b")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"bat"</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5701579"/>
                  </a:ext>
                </a:extLst>
              </a:tr>
              <a:tr h="172976">
                <a:tc>
                  <a:txBody>
                    <a:bodyPr/>
                    <a:lstStyle/>
                    <a:p>
                      <a:pPr>
                        <a:buNone/>
                      </a:pPr>
                      <a:r>
                        <a:rPr lang="en-US" sz="1400">
                          <a:latin typeface="Courier New" panose="02070309020205020404" pitchFamily="49" charset="0"/>
                        </a:rPr>
                        <a:t>.split(sep)</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Splits string into a list</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a:t>
                      </a:r>
                      <a:r>
                        <a:rPr lang="en-US" sz="1400" dirty="0" err="1">
                          <a:latin typeface="Courier New" panose="02070309020205020404" pitchFamily="49" charset="0"/>
                        </a:rPr>
                        <a:t>a,b,c".split</a:t>
                      </a:r>
                      <a:r>
                        <a:rPr lang="en-US" sz="1400" dirty="0">
                          <a:latin typeface="Courier New" panose="02070309020205020404" pitchFamily="49" charset="0"/>
                        </a:rPr>
                        <a:t>(",")</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["a", "b", "c"]</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4430882"/>
                  </a:ext>
                </a:extLst>
              </a:tr>
              <a:tr h="172976">
                <a:tc>
                  <a:txBody>
                    <a:bodyPr/>
                    <a:lstStyle/>
                    <a:p>
                      <a:pPr>
                        <a:buNone/>
                      </a:pPr>
                      <a:r>
                        <a:rPr lang="en-US" sz="1400">
                          <a:latin typeface="Courier New" panose="02070309020205020404" pitchFamily="49" charset="0"/>
                        </a:rPr>
                        <a:t>.join(iterable)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Joins items of an iterable into a string</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"-".join(["a", "b"])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"a-b"</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168307"/>
                  </a:ext>
                </a:extLst>
              </a:tr>
            </a:tbl>
          </a:graphicData>
        </a:graphic>
      </p:graphicFrame>
    </p:spTree>
    <p:extLst>
      <p:ext uri="{BB962C8B-B14F-4D97-AF65-F5344CB8AC3E}">
        <p14:creationId xmlns:p14="http://schemas.microsoft.com/office/powerpoint/2010/main" val="2488558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EE2C6-D22A-AD75-325F-95A393A29F9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EF3E1C2-E419-7743-6D44-0C6F59510C36}"/>
              </a:ext>
            </a:extLst>
          </p:cNvPr>
          <p:cNvSpPr>
            <a:spLocks noGrp="1"/>
          </p:cNvSpPr>
          <p:nvPr>
            <p:ph type="sldNum" sz="quarter" idx="4"/>
          </p:nvPr>
        </p:nvSpPr>
        <p:spPr/>
        <p:txBody>
          <a:bodyPr/>
          <a:lstStyle/>
          <a:p>
            <a:fld id="{71B8893A-F325-44A6-8EFB-883C20332CFE}" type="slidenum">
              <a:rPr lang="en-US" smtClean="0"/>
              <a:pPr/>
              <a:t>13</a:t>
            </a:fld>
            <a:endParaRPr lang="en-US"/>
          </a:p>
        </p:txBody>
      </p:sp>
      <p:graphicFrame>
        <p:nvGraphicFramePr>
          <p:cNvPr id="8" name="Table 7">
            <a:extLst>
              <a:ext uri="{FF2B5EF4-FFF2-40B4-BE49-F238E27FC236}">
                <a16:creationId xmlns:a16="http://schemas.microsoft.com/office/drawing/2014/main" id="{A13340BC-36AE-E562-B4C2-12E42419CA22}"/>
              </a:ext>
            </a:extLst>
          </p:cNvPr>
          <p:cNvGraphicFramePr>
            <a:graphicFrameLocks noGrp="1"/>
          </p:cNvGraphicFramePr>
          <p:nvPr>
            <p:extLst>
              <p:ext uri="{D42A27DB-BD31-4B8C-83A1-F6EECF244321}">
                <p14:modId xmlns:p14="http://schemas.microsoft.com/office/powerpoint/2010/main" val="1974875442"/>
              </p:ext>
            </p:extLst>
          </p:nvPr>
        </p:nvGraphicFramePr>
        <p:xfrm>
          <a:off x="252760" y="984559"/>
          <a:ext cx="8593873" cy="3536818"/>
        </p:xfrm>
        <a:graphic>
          <a:graphicData uri="http://schemas.openxmlformats.org/drawingml/2006/table">
            <a:tbl>
              <a:tblPr/>
              <a:tblGrid>
                <a:gridCol w="1859583">
                  <a:extLst>
                    <a:ext uri="{9D8B030D-6E8A-4147-A177-3AD203B41FA5}">
                      <a16:colId xmlns:a16="http://schemas.microsoft.com/office/drawing/2014/main" val="1724640691"/>
                    </a:ext>
                  </a:extLst>
                </a:gridCol>
                <a:gridCol w="3634509">
                  <a:extLst>
                    <a:ext uri="{9D8B030D-6E8A-4147-A177-3AD203B41FA5}">
                      <a16:colId xmlns:a16="http://schemas.microsoft.com/office/drawing/2014/main" val="2219120723"/>
                    </a:ext>
                  </a:extLst>
                </a:gridCol>
                <a:gridCol w="2079541">
                  <a:extLst>
                    <a:ext uri="{9D8B030D-6E8A-4147-A177-3AD203B41FA5}">
                      <a16:colId xmlns:a16="http://schemas.microsoft.com/office/drawing/2014/main" val="2548281562"/>
                    </a:ext>
                  </a:extLst>
                </a:gridCol>
                <a:gridCol w="1020240">
                  <a:extLst>
                    <a:ext uri="{9D8B030D-6E8A-4147-A177-3AD203B41FA5}">
                      <a16:colId xmlns:a16="http://schemas.microsoft.com/office/drawing/2014/main" val="1635559566"/>
                    </a:ext>
                  </a:extLst>
                </a:gridCol>
              </a:tblGrid>
              <a:tr h="244202">
                <a:tc>
                  <a:txBody>
                    <a:bodyPr/>
                    <a:lstStyle/>
                    <a:p>
                      <a:pPr>
                        <a:buNone/>
                      </a:pPr>
                      <a:r>
                        <a:rPr lang="en-US" sz="1400" b="1" dirty="0"/>
                        <a:t>Method</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a:t>Description</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dirty="0"/>
                        <a:t>Example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b="1" dirty="0"/>
                        <a:t>Result</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6083516"/>
                  </a:ext>
                </a:extLst>
              </a:tr>
              <a:tr h="244202">
                <a:tc>
                  <a:txBody>
                    <a:bodyPr/>
                    <a:lstStyle/>
                    <a:p>
                      <a:pPr>
                        <a:buNone/>
                      </a:pPr>
                      <a:r>
                        <a:rPr lang="en-US" sz="1400" dirty="0">
                          <a:latin typeface="Courier New" panose="02070309020205020404" pitchFamily="49" charset="0"/>
                        </a:rPr>
                        <a:t>.find(sub)</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Returns index of first occurrence (-1 if not found)</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a:t>
                      </a:r>
                      <a:r>
                        <a:rPr lang="en-US" sz="1400" dirty="0" err="1">
                          <a:latin typeface="Courier New" panose="02070309020205020404" pitchFamily="49" charset="0"/>
                        </a:rPr>
                        <a:t>hello".find</a:t>
                      </a:r>
                      <a:r>
                        <a:rPr lang="en-US" sz="1400" dirty="0">
                          <a:latin typeface="Courier New" panose="02070309020205020404" pitchFamily="49" charset="0"/>
                        </a:rPr>
                        <a:t>("l")</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2</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6957696"/>
                  </a:ext>
                </a:extLst>
              </a:tr>
              <a:tr h="172976">
                <a:tc>
                  <a:txBody>
                    <a:bodyPr/>
                    <a:lstStyle/>
                    <a:p>
                      <a:pPr>
                        <a:buNone/>
                      </a:pPr>
                      <a:r>
                        <a:rPr lang="en-US" sz="1400">
                          <a:latin typeface="Courier New" panose="02070309020205020404" pitchFamily="49" charset="0"/>
                        </a:rPr>
                        <a:t>.count(sub)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Counts occurrences of a substring</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"banana".count("a")</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3</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3474763"/>
                  </a:ext>
                </a:extLst>
              </a:tr>
              <a:tr h="172976">
                <a:tc>
                  <a:txBody>
                    <a:bodyPr/>
                    <a:lstStyle/>
                    <a:p>
                      <a:pPr>
                        <a:buNone/>
                      </a:pPr>
                      <a:r>
                        <a:rPr lang="en-US" sz="1400">
                          <a:latin typeface="Courier New" panose="02070309020205020404" pitchFamily="49" charset="0"/>
                        </a:rPr>
                        <a:t>.startswith(sub)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t>True if string starts with substring</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"hello".startswith("he")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4145663"/>
                  </a:ext>
                </a:extLst>
              </a:tr>
              <a:tr h="172976">
                <a:tc>
                  <a:txBody>
                    <a:bodyPr/>
                    <a:lstStyle/>
                    <a:p>
                      <a:pPr>
                        <a:buNone/>
                      </a:pPr>
                      <a:r>
                        <a:rPr lang="en-US" sz="1400">
                          <a:latin typeface="Courier New" panose="02070309020205020404" pitchFamily="49" charset="0"/>
                        </a:rPr>
                        <a:t>.endswith(sub)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t>True if string ends with substring</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"hello.py".endswith(".py")</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540963"/>
                  </a:ext>
                </a:extLst>
              </a:tr>
              <a:tr h="172976">
                <a:tc>
                  <a:txBody>
                    <a:bodyPr/>
                    <a:lstStyle/>
                    <a:p>
                      <a:pPr>
                        <a:buNone/>
                      </a:pPr>
                      <a:r>
                        <a:rPr lang="en-US" sz="1400">
                          <a:latin typeface="Courier New" panose="02070309020205020404" pitchFamily="49" charset="0"/>
                        </a:rPr>
                        <a:t>.isdigit()</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True if all characters are digits</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"123".isdigit()</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19595757"/>
                  </a:ext>
                </a:extLst>
              </a:tr>
              <a:tr h="172976">
                <a:tc>
                  <a:txBody>
                    <a:bodyPr/>
                    <a:lstStyle/>
                    <a:p>
                      <a:pPr>
                        <a:buNone/>
                      </a:pPr>
                      <a:r>
                        <a:rPr lang="en-US" sz="1400">
                          <a:latin typeface="Courier New" panose="02070309020205020404" pitchFamily="49" charset="0"/>
                        </a:rPr>
                        <a:t>.isalpha()</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True if all characters are letters</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"abc".isalpha()</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6757009"/>
                  </a:ext>
                </a:extLst>
              </a:tr>
              <a:tr h="172976">
                <a:tc>
                  <a:txBody>
                    <a:bodyPr/>
                    <a:lstStyle/>
                    <a:p>
                      <a:pPr>
                        <a:buNone/>
                      </a:pPr>
                      <a:r>
                        <a:rPr lang="en-US" sz="1400">
                          <a:latin typeface="Courier New" panose="02070309020205020404" pitchFamily="49" charset="0"/>
                        </a:rPr>
                        <a:t>.isalnum()</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True if all characters are letters or digits</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"abc123".isalnum()</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2012800"/>
                  </a:ext>
                </a:extLst>
              </a:tr>
              <a:tr h="172976">
                <a:tc>
                  <a:txBody>
                    <a:bodyPr/>
                    <a:lstStyle/>
                    <a:p>
                      <a:pPr>
                        <a:buNone/>
                      </a:pPr>
                      <a:r>
                        <a:rPr lang="en-US" sz="1400">
                          <a:latin typeface="Courier New" panose="02070309020205020404" pitchFamily="49" charset="0"/>
                        </a:rPr>
                        <a:t>.isspace()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True if all characters are whitespace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 ".isspace()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True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29590310"/>
                  </a:ext>
                </a:extLst>
              </a:tr>
              <a:tr h="244202">
                <a:tc>
                  <a:txBody>
                    <a:bodyPr/>
                    <a:lstStyle/>
                    <a:p>
                      <a:pPr>
                        <a:buNone/>
                      </a:pPr>
                      <a:r>
                        <a:rPr lang="en-US" sz="1400">
                          <a:latin typeface="Courier New" panose="02070309020205020404" pitchFamily="49" charset="0"/>
                        </a:rPr>
                        <a:t>.index(sub)</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Like </a:t>
                      </a:r>
                      <a:r>
                        <a:rPr lang="en-US" sz="1400">
                          <a:latin typeface="Courier New" panose="02070309020205020404" pitchFamily="49" charset="0"/>
                        </a:rPr>
                        <a:t>.find()</a:t>
                      </a:r>
                      <a:r>
                        <a:rPr lang="en-US" sz="1400"/>
                        <a:t> but raises an error if not found</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"hello".index("e")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1</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7907811"/>
                  </a:ext>
                </a:extLst>
              </a:tr>
              <a:tr h="172976">
                <a:tc>
                  <a:txBody>
                    <a:bodyPr/>
                    <a:lstStyle/>
                    <a:p>
                      <a:pPr>
                        <a:buNone/>
                      </a:pPr>
                      <a:r>
                        <a:rPr lang="en-US" sz="1400">
                          <a:latin typeface="Courier New" panose="02070309020205020404" pitchFamily="49" charset="0"/>
                        </a:rPr>
                        <a:t>.swapcase()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t>Swaps upper and lowercase</a:t>
                      </a:r>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a:latin typeface="Courier New" panose="02070309020205020404" pitchFamily="49" charset="0"/>
                        </a:rPr>
                        <a:t>"Hi".swapcase()</a:t>
                      </a:r>
                      <a:endParaRPr lang="en-US" sz="140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400" dirty="0">
                          <a:latin typeface="Courier New" panose="02070309020205020404" pitchFamily="49" charset="0"/>
                        </a:rPr>
                        <a:t>"</a:t>
                      </a:r>
                      <a:r>
                        <a:rPr lang="en-US" sz="1400" dirty="0" err="1">
                          <a:latin typeface="Courier New" panose="02070309020205020404" pitchFamily="49" charset="0"/>
                        </a:rPr>
                        <a:t>hI</a:t>
                      </a:r>
                      <a:r>
                        <a:rPr lang="en-US" sz="1400" dirty="0">
                          <a:latin typeface="Courier New" panose="02070309020205020404" pitchFamily="49" charset="0"/>
                        </a:rPr>
                        <a:t>"</a:t>
                      </a:r>
                      <a:endParaRPr lang="en-US" sz="1400" dirty="0"/>
                    </a:p>
                  </a:txBody>
                  <a:tcPr marL="30525" marR="30525" marT="15263" marB="152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6340820"/>
                  </a:ext>
                </a:extLst>
              </a:tr>
            </a:tbl>
          </a:graphicData>
        </a:graphic>
      </p:graphicFrame>
    </p:spTree>
    <p:extLst>
      <p:ext uri="{BB962C8B-B14F-4D97-AF65-F5344CB8AC3E}">
        <p14:creationId xmlns:p14="http://schemas.microsoft.com/office/powerpoint/2010/main" val="742404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2FE0A-9A92-D351-E0B0-C812CE0DBF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0C0F0-5065-FC0E-6A88-2B1B609FD618}"/>
              </a:ext>
            </a:extLst>
          </p:cNvPr>
          <p:cNvSpPr>
            <a:spLocks noGrp="1"/>
          </p:cNvSpPr>
          <p:nvPr>
            <p:ph type="title"/>
          </p:nvPr>
        </p:nvSpPr>
        <p:spPr>
          <a:xfrm>
            <a:off x="505521" y="651068"/>
            <a:ext cx="7300333" cy="585207"/>
          </a:xfrm>
        </p:spPr>
        <p:txBody>
          <a:bodyPr/>
          <a:lstStyle/>
          <a:p>
            <a:r>
              <a:rPr lang="en-US" dirty="0"/>
              <a:t>Strings Practical Exercise #1 – Username Validator</a:t>
            </a:r>
          </a:p>
        </p:txBody>
      </p:sp>
      <p:sp>
        <p:nvSpPr>
          <p:cNvPr id="4" name="TextBox 3">
            <a:extLst>
              <a:ext uri="{FF2B5EF4-FFF2-40B4-BE49-F238E27FC236}">
                <a16:creationId xmlns:a16="http://schemas.microsoft.com/office/drawing/2014/main" id="{2A9C2233-E097-79BD-44E0-83662A8AC5CF}"/>
              </a:ext>
            </a:extLst>
          </p:cNvPr>
          <p:cNvSpPr txBox="1"/>
          <p:nvPr/>
        </p:nvSpPr>
        <p:spPr>
          <a:xfrm>
            <a:off x="423745" y="1168445"/>
            <a:ext cx="7835591" cy="3323987"/>
          </a:xfrm>
          <a:prstGeom prst="rect">
            <a:avLst/>
          </a:prstGeom>
          <a:noFill/>
        </p:spPr>
        <p:txBody>
          <a:bodyPr wrap="square">
            <a:spAutoFit/>
          </a:bodyPr>
          <a:lstStyle/>
          <a:p>
            <a:pPr>
              <a:buNone/>
            </a:pPr>
            <a:r>
              <a:rPr lang="en-US" dirty="0"/>
              <a:t>A website needs a function </a:t>
            </a:r>
            <a:r>
              <a:rPr lang="en-US" dirty="0" err="1">
                <a:latin typeface="Courier New" panose="02070309020205020404" pitchFamily="49" charset="0"/>
              </a:rPr>
              <a:t>validate_username</a:t>
            </a:r>
            <a:r>
              <a:rPr lang="en-US" dirty="0">
                <a:latin typeface="Courier New" panose="02070309020205020404" pitchFamily="49" charset="0"/>
              </a:rPr>
              <a:t>(username)</a:t>
            </a:r>
            <a:r>
              <a:rPr lang="en-US" dirty="0"/>
              <a:t> that returns </a:t>
            </a:r>
            <a:r>
              <a:rPr lang="en-US" dirty="0">
                <a:latin typeface="Courier New" panose="02070309020205020404" pitchFamily="49" charset="0"/>
              </a:rPr>
              <a:t>True</a:t>
            </a:r>
            <a:r>
              <a:rPr lang="en-US" dirty="0"/>
              <a:t> if the username is valid and </a:t>
            </a:r>
            <a:r>
              <a:rPr lang="en-US" dirty="0">
                <a:latin typeface="Courier New" panose="02070309020205020404" pitchFamily="49" charset="0"/>
              </a:rPr>
              <a:t>False</a:t>
            </a:r>
            <a:r>
              <a:rPr lang="en-US" dirty="0"/>
              <a:t> otherwise. A valid username must:</a:t>
            </a:r>
          </a:p>
          <a:p>
            <a:pPr>
              <a:buNone/>
            </a:pPr>
            <a:endParaRPr lang="en-US" dirty="0"/>
          </a:p>
          <a:p>
            <a:pPr>
              <a:buFont typeface="+mj-lt"/>
              <a:buAutoNum type="arabicPeriod"/>
            </a:pPr>
            <a:r>
              <a:rPr lang="en-US" dirty="0"/>
              <a:t>Be between 5 and 15 characters long</a:t>
            </a:r>
          </a:p>
          <a:p>
            <a:pPr>
              <a:buFont typeface="+mj-lt"/>
              <a:buAutoNum type="arabicPeriod"/>
            </a:pPr>
            <a:r>
              <a:rPr lang="en-US" dirty="0"/>
              <a:t>Contain only letters, digits, or underscores</a:t>
            </a:r>
          </a:p>
          <a:p>
            <a:pPr>
              <a:buFont typeface="+mj-lt"/>
              <a:buAutoNum type="arabicPeriod"/>
            </a:pPr>
            <a:r>
              <a:rPr lang="en-US" dirty="0"/>
              <a:t>Start with a letter</a:t>
            </a:r>
          </a:p>
          <a:p>
            <a:pPr>
              <a:buFont typeface="+mj-lt"/>
              <a:buAutoNum type="arabicPeriod"/>
            </a:pPr>
            <a:r>
              <a:rPr lang="en-US" dirty="0"/>
              <a:t>Not end with an underscore</a:t>
            </a:r>
          </a:p>
          <a:p>
            <a:pPr>
              <a:buFont typeface="+mj-lt"/>
              <a:buAutoNum type="arabicPeriod"/>
            </a:pPr>
            <a:r>
              <a:rPr lang="en-US" dirty="0"/>
              <a:t>Contain at least one digit</a:t>
            </a:r>
          </a:p>
          <a:p>
            <a:endParaRPr lang="en-US" dirty="0"/>
          </a:p>
          <a:p>
            <a:pPr>
              <a:buNone/>
            </a:pPr>
            <a:r>
              <a:rPr lang="en-US" dirty="0"/>
              <a:t>Test cases:</a:t>
            </a:r>
          </a:p>
          <a:p>
            <a:pPr>
              <a:buNone/>
            </a:pPr>
            <a:r>
              <a:rPr lang="en-US" dirty="0" err="1">
                <a:latin typeface="Courier New" panose="02070309020205020404" pitchFamily="49" charset="0"/>
              </a:rPr>
              <a:t>validate_username</a:t>
            </a:r>
            <a:r>
              <a:rPr lang="en-US" dirty="0">
                <a:latin typeface="Courier New" panose="02070309020205020404" pitchFamily="49" charset="0"/>
              </a:rPr>
              <a:t>("coder_42")</a:t>
            </a:r>
            <a:r>
              <a:rPr lang="en-US" dirty="0"/>
              <a:t> → </a:t>
            </a:r>
            <a:r>
              <a:rPr lang="en-US" dirty="0">
                <a:latin typeface="Courier New" panose="02070309020205020404" pitchFamily="49" charset="0"/>
              </a:rPr>
              <a:t>True</a:t>
            </a:r>
          </a:p>
          <a:p>
            <a:pPr>
              <a:buNone/>
            </a:pPr>
            <a:r>
              <a:rPr lang="en-US" dirty="0" err="1">
                <a:latin typeface="Courier New" panose="02070309020205020404" pitchFamily="49" charset="0"/>
              </a:rPr>
              <a:t>validate_username</a:t>
            </a:r>
            <a:r>
              <a:rPr lang="en-US" dirty="0">
                <a:latin typeface="Courier New" panose="02070309020205020404" pitchFamily="49" charset="0"/>
              </a:rPr>
              <a:t>("2cool")</a:t>
            </a:r>
            <a:r>
              <a:rPr lang="en-US" dirty="0"/>
              <a:t> → </a:t>
            </a:r>
            <a:r>
              <a:rPr lang="en-US" dirty="0">
                <a:latin typeface="Courier New" panose="02070309020205020404" pitchFamily="49" charset="0"/>
              </a:rPr>
              <a:t>False</a:t>
            </a:r>
          </a:p>
          <a:p>
            <a:pPr>
              <a:buNone/>
            </a:pPr>
            <a:r>
              <a:rPr lang="en-US" dirty="0" err="1">
                <a:latin typeface="Courier New" panose="02070309020205020404" pitchFamily="49" charset="0"/>
              </a:rPr>
              <a:t>validate_username</a:t>
            </a:r>
            <a:r>
              <a:rPr lang="en-US" dirty="0">
                <a:latin typeface="Courier New" panose="02070309020205020404" pitchFamily="49" charset="0"/>
              </a:rPr>
              <a:t>("hi")</a:t>
            </a:r>
            <a:r>
              <a:rPr lang="en-US" dirty="0"/>
              <a:t> → </a:t>
            </a:r>
            <a:r>
              <a:rPr lang="en-US" dirty="0">
                <a:latin typeface="Courier New" panose="02070309020205020404" pitchFamily="49" charset="0"/>
              </a:rPr>
              <a:t>False</a:t>
            </a:r>
          </a:p>
          <a:p>
            <a:pPr>
              <a:buNone/>
            </a:pPr>
            <a:r>
              <a:rPr lang="en-US" dirty="0" err="1">
                <a:latin typeface="Courier New" panose="02070309020205020404" pitchFamily="49" charset="0"/>
              </a:rPr>
              <a:t>validate_username</a:t>
            </a:r>
            <a:r>
              <a:rPr lang="en-US" dirty="0">
                <a:latin typeface="Courier New" panose="02070309020205020404" pitchFamily="49" charset="0"/>
              </a:rPr>
              <a:t>("</a:t>
            </a:r>
            <a:r>
              <a:rPr lang="en-US" dirty="0" err="1">
                <a:latin typeface="Courier New" panose="02070309020205020404" pitchFamily="49" charset="0"/>
              </a:rPr>
              <a:t>python_dev</a:t>
            </a:r>
            <a:r>
              <a:rPr lang="en-US" dirty="0">
                <a:latin typeface="Courier New" panose="02070309020205020404" pitchFamily="49" charset="0"/>
              </a:rPr>
              <a:t>_")</a:t>
            </a:r>
            <a:r>
              <a:rPr lang="en-US" dirty="0"/>
              <a:t> → </a:t>
            </a:r>
            <a:r>
              <a:rPr lang="en-US" dirty="0">
                <a:latin typeface="Courier New" panose="02070309020205020404" pitchFamily="49" charset="0"/>
              </a:rPr>
              <a:t>False</a:t>
            </a:r>
            <a:r>
              <a:rPr lang="en-US" dirty="0"/>
              <a:t>, </a:t>
            </a:r>
            <a:r>
              <a:rPr lang="en-US" dirty="0" err="1">
                <a:latin typeface="Courier New" panose="02070309020205020404" pitchFamily="49" charset="0"/>
              </a:rPr>
              <a:t>validate_username</a:t>
            </a:r>
            <a:r>
              <a:rPr lang="en-US" dirty="0">
                <a:latin typeface="Courier New" panose="02070309020205020404" pitchFamily="49" charset="0"/>
              </a:rPr>
              <a:t>("</a:t>
            </a:r>
            <a:r>
              <a:rPr lang="en-US" dirty="0" err="1">
                <a:latin typeface="Courier New" panose="02070309020205020404" pitchFamily="49" charset="0"/>
              </a:rPr>
              <a:t>justletters</a:t>
            </a:r>
            <a:r>
              <a:rPr lang="en-US" dirty="0">
                <a:latin typeface="Courier New" panose="02070309020205020404" pitchFamily="49" charset="0"/>
              </a:rPr>
              <a:t>")</a:t>
            </a:r>
            <a:r>
              <a:rPr lang="en-US" dirty="0"/>
              <a:t> → </a:t>
            </a:r>
            <a:r>
              <a:rPr lang="en-US" dirty="0">
                <a:latin typeface="Courier New" panose="02070309020205020404" pitchFamily="49" charset="0"/>
              </a:rPr>
              <a:t>False</a:t>
            </a:r>
            <a:endParaRPr lang="en-US" dirty="0"/>
          </a:p>
        </p:txBody>
      </p:sp>
    </p:spTree>
    <p:extLst>
      <p:ext uri="{BB962C8B-B14F-4D97-AF65-F5344CB8AC3E}">
        <p14:creationId xmlns:p14="http://schemas.microsoft.com/office/powerpoint/2010/main" val="14101643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78EB5-9460-9A9A-8F07-49E423D79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D2F90A-D534-3ABD-86B7-5F8C2B4272CA}"/>
              </a:ext>
            </a:extLst>
          </p:cNvPr>
          <p:cNvSpPr>
            <a:spLocks noGrp="1"/>
          </p:cNvSpPr>
          <p:nvPr>
            <p:ph type="title"/>
          </p:nvPr>
        </p:nvSpPr>
        <p:spPr>
          <a:xfrm>
            <a:off x="505521" y="651068"/>
            <a:ext cx="7961972" cy="585207"/>
          </a:xfrm>
        </p:spPr>
        <p:txBody>
          <a:bodyPr/>
          <a:lstStyle/>
          <a:p>
            <a:r>
              <a:rPr lang="en-US" dirty="0"/>
              <a:t>Strings Practical Exercise #2 – Secret Message Decoder</a:t>
            </a:r>
          </a:p>
        </p:txBody>
      </p:sp>
      <p:sp>
        <p:nvSpPr>
          <p:cNvPr id="5" name="TextBox 4">
            <a:extLst>
              <a:ext uri="{FF2B5EF4-FFF2-40B4-BE49-F238E27FC236}">
                <a16:creationId xmlns:a16="http://schemas.microsoft.com/office/drawing/2014/main" id="{21C3F76A-EB2E-624E-B7F6-178749BD5C21}"/>
              </a:ext>
            </a:extLst>
          </p:cNvPr>
          <p:cNvSpPr txBox="1"/>
          <p:nvPr/>
        </p:nvSpPr>
        <p:spPr>
          <a:xfrm>
            <a:off x="308517" y="1309866"/>
            <a:ext cx="8355980" cy="3508653"/>
          </a:xfrm>
          <a:prstGeom prst="rect">
            <a:avLst/>
          </a:prstGeom>
          <a:noFill/>
        </p:spPr>
        <p:txBody>
          <a:bodyPr wrap="square">
            <a:spAutoFit/>
          </a:bodyPr>
          <a:lstStyle/>
          <a:p>
            <a:pPr>
              <a:buNone/>
            </a:pPr>
            <a:r>
              <a:rPr lang="en-US" sz="1600" dirty="0"/>
              <a:t>Spies encode messages with the following scheme: </a:t>
            </a:r>
          </a:p>
          <a:p>
            <a:pPr>
              <a:buNone/>
            </a:pPr>
            <a:r>
              <a:rPr lang="en-US" sz="1600" dirty="0"/>
              <a:t>Every word is reversed</a:t>
            </a:r>
          </a:p>
          <a:p>
            <a:pPr>
              <a:buNone/>
            </a:pPr>
            <a:r>
              <a:rPr lang="en-US" sz="1600" dirty="0"/>
              <a:t>The whole message is lowercase</a:t>
            </a:r>
          </a:p>
          <a:p>
            <a:pPr>
              <a:buNone/>
            </a:pPr>
            <a:r>
              <a:rPr lang="en-US" sz="1600" dirty="0"/>
              <a:t>The character </a:t>
            </a:r>
            <a:r>
              <a:rPr lang="en-US" sz="1600" dirty="0">
                <a:latin typeface="Courier New" panose="02070309020205020404" pitchFamily="49" charset="0"/>
              </a:rPr>
              <a:t>#</a:t>
            </a:r>
            <a:r>
              <a:rPr lang="en-US" sz="1600" dirty="0"/>
              <a:t> is used instead of spaces</a:t>
            </a:r>
          </a:p>
          <a:p>
            <a:pPr>
              <a:buNone/>
            </a:pPr>
            <a:r>
              <a:rPr lang="en-US" sz="1600" dirty="0"/>
              <a:t>Any digit in the message is junk and should be removed</a:t>
            </a:r>
          </a:p>
          <a:p>
            <a:pPr>
              <a:buNone/>
            </a:pPr>
            <a:endParaRPr lang="en-US" sz="1600" dirty="0"/>
          </a:p>
          <a:p>
            <a:pPr>
              <a:buNone/>
            </a:pPr>
            <a:r>
              <a:rPr lang="en-US" sz="1600" dirty="0"/>
              <a:t>Write a function </a:t>
            </a:r>
            <a:r>
              <a:rPr lang="en-US" sz="1600" dirty="0">
                <a:latin typeface="Courier New" panose="02070309020205020404" pitchFamily="49" charset="0"/>
              </a:rPr>
              <a:t>decode(message)</a:t>
            </a:r>
            <a:r>
              <a:rPr lang="en-US" sz="1600" dirty="0"/>
              <a:t> that returns the original message with the first letter of the sentence capitalized.</a:t>
            </a:r>
          </a:p>
          <a:p>
            <a:pPr>
              <a:buNone/>
            </a:pPr>
            <a:endParaRPr lang="en-US" sz="1600" dirty="0"/>
          </a:p>
          <a:p>
            <a:pPr>
              <a:buNone/>
            </a:pPr>
            <a:r>
              <a:rPr lang="en-US" sz="1600" dirty="0"/>
              <a:t>Example: </a:t>
            </a:r>
            <a:r>
              <a:rPr lang="en-US" sz="1600" dirty="0">
                <a:latin typeface="Courier New" panose="02070309020205020404" pitchFamily="49" charset="0"/>
              </a:rPr>
              <a:t>decode("eht7#terces#3edoc#si#nohtyp9")</a:t>
            </a:r>
            <a:r>
              <a:rPr lang="en-US" sz="1600" dirty="0"/>
              <a:t> → </a:t>
            </a:r>
            <a:r>
              <a:rPr lang="en-US" sz="1600" dirty="0">
                <a:latin typeface="Courier New" panose="02070309020205020404" pitchFamily="49" charset="0"/>
              </a:rPr>
              <a:t>"The secret code is python“</a:t>
            </a:r>
          </a:p>
          <a:p>
            <a:pPr>
              <a:buNone/>
            </a:pPr>
            <a:endParaRPr lang="en-US" sz="1600" dirty="0">
              <a:latin typeface="Courier New" panose="02070309020205020404" pitchFamily="49" charset="0"/>
            </a:endParaRPr>
          </a:p>
          <a:p>
            <a:r>
              <a:rPr lang="en-US" sz="1600" i="1" dirty="0"/>
              <a:t>Hint: requires </a:t>
            </a:r>
            <a:r>
              <a:rPr lang="en-US" sz="1600" i="1" dirty="0">
                <a:latin typeface="Courier New" panose="02070309020205020404" pitchFamily="49" charset="0"/>
              </a:rPr>
              <a:t>.split()</a:t>
            </a:r>
            <a:r>
              <a:rPr lang="en-US" sz="1600" i="1" dirty="0"/>
              <a:t>, </a:t>
            </a:r>
            <a:r>
              <a:rPr lang="en-US" sz="1600" i="1" dirty="0">
                <a:latin typeface="Courier New" panose="02070309020205020404" pitchFamily="49" charset="0"/>
              </a:rPr>
              <a:t>.join()</a:t>
            </a:r>
            <a:r>
              <a:rPr lang="en-US" sz="1600" i="1" dirty="0"/>
              <a:t>, slicing, and iteration</a:t>
            </a:r>
            <a:endParaRPr lang="en-US" sz="1600" dirty="0"/>
          </a:p>
          <a:p>
            <a:pPr>
              <a:buNone/>
            </a:pPr>
            <a:endParaRPr lang="en-US" dirty="0"/>
          </a:p>
        </p:txBody>
      </p:sp>
    </p:spTree>
    <p:extLst>
      <p:ext uri="{BB962C8B-B14F-4D97-AF65-F5344CB8AC3E}">
        <p14:creationId xmlns:p14="http://schemas.microsoft.com/office/powerpoint/2010/main" val="26403502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9EDDA-9B55-4F99-FD21-0BF128985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A14D9E-2330-A246-E111-E56A2AC40C37}"/>
              </a:ext>
            </a:extLst>
          </p:cNvPr>
          <p:cNvSpPr>
            <a:spLocks noGrp="1"/>
          </p:cNvSpPr>
          <p:nvPr>
            <p:ph type="title"/>
          </p:nvPr>
        </p:nvSpPr>
        <p:spPr>
          <a:xfrm>
            <a:off x="3791414" y="2279146"/>
            <a:ext cx="1438879" cy="585207"/>
          </a:xfrm>
        </p:spPr>
        <p:txBody>
          <a:bodyPr/>
          <a:lstStyle/>
          <a:p>
            <a:r>
              <a:rPr lang="en-US" dirty="0"/>
              <a:t>Modules</a:t>
            </a:r>
          </a:p>
        </p:txBody>
      </p:sp>
    </p:spTree>
    <p:extLst>
      <p:ext uri="{BB962C8B-B14F-4D97-AF65-F5344CB8AC3E}">
        <p14:creationId xmlns:p14="http://schemas.microsoft.com/office/powerpoint/2010/main" val="3128912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50C06-9317-0D71-FECA-5A21D88F462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019EBD0-5071-8560-F3BE-960E914FC48C}"/>
              </a:ext>
            </a:extLst>
          </p:cNvPr>
          <p:cNvSpPr>
            <a:spLocks noGrp="1"/>
          </p:cNvSpPr>
          <p:nvPr>
            <p:ph type="sldNum" sz="quarter" idx="4"/>
          </p:nvPr>
        </p:nvSpPr>
        <p:spPr/>
        <p:txBody>
          <a:bodyPr/>
          <a:lstStyle/>
          <a:p>
            <a:fld id="{71B8893A-F325-44A6-8EFB-883C20332CFE}" type="slidenum">
              <a:rPr lang="en-US" smtClean="0"/>
              <a:pPr/>
              <a:t>17</a:t>
            </a:fld>
            <a:endParaRPr lang="en-US"/>
          </a:p>
        </p:txBody>
      </p:sp>
      <p:sp>
        <p:nvSpPr>
          <p:cNvPr id="3" name="Title 2">
            <a:extLst>
              <a:ext uri="{FF2B5EF4-FFF2-40B4-BE49-F238E27FC236}">
                <a16:creationId xmlns:a16="http://schemas.microsoft.com/office/drawing/2014/main" id="{C1C2E383-13B1-1593-D976-0AA8AB9AE573}"/>
              </a:ext>
            </a:extLst>
          </p:cNvPr>
          <p:cNvSpPr>
            <a:spLocks noGrp="1"/>
          </p:cNvSpPr>
          <p:nvPr>
            <p:ph type="title"/>
          </p:nvPr>
        </p:nvSpPr>
        <p:spPr>
          <a:xfrm>
            <a:off x="381000" y="556399"/>
            <a:ext cx="8382000" cy="857250"/>
          </a:xfrm>
        </p:spPr>
        <p:txBody>
          <a:bodyPr/>
          <a:lstStyle/>
          <a:p>
            <a:r>
              <a:rPr lang="en-US" dirty="0"/>
              <a:t>3 types of modules</a:t>
            </a: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DA7C2BBE-6A68-4E5F-A4D8-A2533829260E}"/>
              </a:ext>
            </a:extLst>
          </p:cNvPr>
          <p:cNvSpPr txBox="1"/>
          <p:nvPr/>
        </p:nvSpPr>
        <p:spPr>
          <a:xfrm>
            <a:off x="472067" y="1698368"/>
            <a:ext cx="7921083" cy="2862322"/>
          </a:xfrm>
          <a:prstGeom prst="rect">
            <a:avLst/>
          </a:prstGeom>
          <a:noFill/>
        </p:spPr>
        <p:txBody>
          <a:bodyPr wrap="square">
            <a:spAutoFit/>
          </a:bodyPr>
          <a:lstStyle/>
          <a:p>
            <a:pPr marL="457200" indent="-457200">
              <a:buFont typeface="+mj-lt"/>
              <a:buAutoNum type="arabicPeriod"/>
            </a:pPr>
            <a:r>
              <a:rPr lang="en-US" sz="2000" dirty="0"/>
              <a:t>Built-in Modules – they come with Python, no installation necessary</a:t>
            </a:r>
          </a:p>
          <a:p>
            <a:pPr marL="457200" indent="-457200">
              <a:buFont typeface="+mj-lt"/>
              <a:buAutoNum type="arabicPeriod"/>
            </a:pPr>
            <a:endParaRPr lang="en-US" sz="2000" dirty="0"/>
          </a:p>
          <a:p>
            <a:pPr marL="457200" indent="-457200">
              <a:buFont typeface="+mj-lt"/>
              <a:buAutoNum type="arabicPeriod"/>
            </a:pPr>
            <a:r>
              <a:rPr lang="en-US" sz="2000" dirty="0"/>
              <a:t>Your own modules – any .</a:t>
            </a:r>
            <a:r>
              <a:rPr lang="en-US" sz="2000" dirty="0" err="1"/>
              <a:t>py</a:t>
            </a:r>
            <a:r>
              <a:rPr lang="en-US" sz="2000" dirty="0"/>
              <a:t> file you write yourself</a:t>
            </a:r>
          </a:p>
          <a:p>
            <a:pPr marL="457200" indent="-457200">
              <a:buFont typeface="+mj-lt"/>
              <a:buAutoNum type="arabicPeriod"/>
            </a:pPr>
            <a:endParaRPr lang="en-US" sz="2000" dirty="0"/>
          </a:p>
          <a:p>
            <a:pPr marL="457200" indent="-457200">
              <a:buFont typeface="+mj-lt"/>
              <a:buAutoNum type="arabicPeriod"/>
            </a:pPr>
            <a:r>
              <a:rPr lang="en-US" sz="2000" dirty="0"/>
              <a:t>Third-party modules – installed via pip</a:t>
            </a:r>
          </a:p>
          <a:p>
            <a:endParaRPr lang="en-US" sz="2000" dirty="0"/>
          </a:p>
          <a:p>
            <a:endParaRPr lang="en-US" sz="2000" dirty="0"/>
          </a:p>
          <a:p>
            <a:endParaRPr lang="en-US" sz="2000" dirty="0"/>
          </a:p>
        </p:txBody>
      </p:sp>
    </p:spTree>
    <p:extLst>
      <p:ext uri="{BB962C8B-B14F-4D97-AF65-F5344CB8AC3E}">
        <p14:creationId xmlns:p14="http://schemas.microsoft.com/office/powerpoint/2010/main" val="154168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F0E6DB-EE9E-45C5-B784-49ED7052A2EB}"/>
              </a:ext>
            </a:extLst>
          </p:cNvPr>
          <p:cNvSpPr>
            <a:spLocks noGrp="1"/>
          </p:cNvSpPr>
          <p:nvPr>
            <p:ph type="sldNum" sz="quarter" idx="4"/>
          </p:nvPr>
        </p:nvSpPr>
        <p:spPr/>
        <p:txBody>
          <a:bodyPr/>
          <a:lstStyle/>
          <a:p>
            <a:fld id="{71B8893A-F325-44A6-8EFB-883C20332CFE}" type="slidenum">
              <a:rPr lang="en-US" smtClean="0"/>
              <a:pPr/>
              <a:t>18</a:t>
            </a:fld>
            <a:endParaRPr lang="en-US"/>
          </a:p>
        </p:txBody>
      </p:sp>
      <p:sp>
        <p:nvSpPr>
          <p:cNvPr id="3" name="Title 2">
            <a:extLst>
              <a:ext uri="{FF2B5EF4-FFF2-40B4-BE49-F238E27FC236}">
                <a16:creationId xmlns:a16="http://schemas.microsoft.com/office/drawing/2014/main" id="{DA67ABD9-8A31-4CB9-94E1-A0DA84E71640}"/>
              </a:ext>
            </a:extLst>
          </p:cNvPr>
          <p:cNvSpPr>
            <a:spLocks noGrp="1"/>
          </p:cNvSpPr>
          <p:nvPr>
            <p:ph type="title"/>
          </p:nvPr>
        </p:nvSpPr>
        <p:spPr>
          <a:xfrm>
            <a:off x="537117" y="1374404"/>
            <a:ext cx="7898780" cy="857250"/>
          </a:xfrm>
        </p:spPr>
        <p:txBody>
          <a:bodyPr/>
          <a:lstStyle/>
          <a:p>
            <a:br>
              <a:rPr lang="en-US" dirty="0"/>
            </a:br>
            <a:endParaRPr lang="en-US" dirty="0"/>
          </a:p>
        </p:txBody>
      </p:sp>
      <p:sp>
        <p:nvSpPr>
          <p:cNvPr id="2" name="Title 1">
            <a:extLst>
              <a:ext uri="{FF2B5EF4-FFF2-40B4-BE49-F238E27FC236}">
                <a16:creationId xmlns:a16="http://schemas.microsoft.com/office/drawing/2014/main" id="{58B711E0-A5AD-33B4-293D-DD8FC3CDE581}"/>
              </a:ext>
            </a:extLst>
          </p:cNvPr>
          <p:cNvSpPr txBox="1">
            <a:spLocks/>
          </p:cNvSpPr>
          <p:nvPr/>
        </p:nvSpPr>
        <p:spPr>
          <a:xfrm>
            <a:off x="505521" y="651068"/>
            <a:ext cx="7961972" cy="58520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2400"/>
              <a:buFont typeface="Arial"/>
              <a:buNone/>
              <a:defRPr sz="2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dirty="0"/>
              <a:t>Your own module – Practical Exercise</a:t>
            </a:r>
          </a:p>
        </p:txBody>
      </p:sp>
      <p:sp>
        <p:nvSpPr>
          <p:cNvPr id="7" name="TextBox 6">
            <a:extLst>
              <a:ext uri="{FF2B5EF4-FFF2-40B4-BE49-F238E27FC236}">
                <a16:creationId xmlns:a16="http://schemas.microsoft.com/office/drawing/2014/main" id="{660868D0-602A-CEAE-62B2-3FC5C7BDD172}"/>
              </a:ext>
            </a:extLst>
          </p:cNvPr>
          <p:cNvSpPr txBox="1"/>
          <p:nvPr/>
        </p:nvSpPr>
        <p:spPr>
          <a:xfrm>
            <a:off x="449765" y="1172909"/>
            <a:ext cx="7921083" cy="3477875"/>
          </a:xfrm>
          <a:prstGeom prst="rect">
            <a:avLst/>
          </a:prstGeom>
          <a:noFill/>
        </p:spPr>
        <p:txBody>
          <a:bodyPr wrap="square">
            <a:spAutoFit/>
          </a:bodyPr>
          <a:lstStyle/>
          <a:p>
            <a:r>
              <a:rPr lang="en-US" sz="2000" dirty="0"/>
              <a:t>In the lesson 04 folder, create a python file called area.py</a:t>
            </a:r>
          </a:p>
          <a:p>
            <a:endParaRPr lang="en-US" sz="2000" dirty="0"/>
          </a:p>
          <a:p>
            <a:r>
              <a:rPr lang="en-US" sz="2000" dirty="0"/>
              <a:t>In the area.py script, define the following functions</a:t>
            </a:r>
          </a:p>
          <a:p>
            <a:endParaRPr lang="en-US" sz="2000" dirty="0"/>
          </a:p>
          <a:p>
            <a:r>
              <a:rPr lang="en-US" sz="2000" dirty="0" err="1"/>
              <a:t>rectangle_area</a:t>
            </a:r>
            <a:r>
              <a:rPr lang="en-US" sz="2000" dirty="0"/>
              <a:t>(length, width) -&gt; area</a:t>
            </a:r>
          </a:p>
          <a:p>
            <a:r>
              <a:rPr lang="en-US" sz="2000" dirty="0" err="1"/>
              <a:t>circle_area</a:t>
            </a:r>
            <a:r>
              <a:rPr lang="en-US" sz="2000" dirty="0"/>
              <a:t>(radius) -&gt; area</a:t>
            </a:r>
          </a:p>
          <a:p>
            <a:r>
              <a:rPr lang="en-US" sz="2000" dirty="0" err="1"/>
              <a:t>tri_area</a:t>
            </a:r>
            <a:r>
              <a:rPr lang="en-US" sz="2000" dirty="0"/>
              <a:t>(base, height) -&gt; area</a:t>
            </a:r>
          </a:p>
          <a:p>
            <a:endParaRPr lang="en-US" sz="2000" dirty="0"/>
          </a:p>
          <a:p>
            <a:r>
              <a:rPr lang="en-US" sz="2000" dirty="0"/>
              <a:t>Create another script, called main.py.  In main.py, import these functions and use them.</a:t>
            </a:r>
          </a:p>
          <a:p>
            <a:endParaRPr lang="en-US" sz="2000" dirty="0"/>
          </a:p>
        </p:txBody>
      </p:sp>
    </p:spTree>
    <p:extLst>
      <p:ext uri="{BB962C8B-B14F-4D97-AF65-F5344CB8AC3E}">
        <p14:creationId xmlns:p14="http://schemas.microsoft.com/office/powerpoint/2010/main" val="18243741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997E6-9B67-7E71-8648-BFDBD95BFF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61DDF9-4134-283C-96D4-BBEA7FB4DA7C}"/>
              </a:ext>
            </a:extLst>
          </p:cNvPr>
          <p:cNvSpPr>
            <a:spLocks noGrp="1"/>
          </p:cNvSpPr>
          <p:nvPr>
            <p:ph type="title"/>
          </p:nvPr>
        </p:nvSpPr>
        <p:spPr>
          <a:xfrm>
            <a:off x="2999677" y="2189937"/>
            <a:ext cx="3144645" cy="585207"/>
          </a:xfrm>
        </p:spPr>
        <p:txBody>
          <a:bodyPr/>
          <a:lstStyle/>
          <a:p>
            <a:r>
              <a:rPr lang="en-US" dirty="0"/>
              <a:t>Advanced Functions</a:t>
            </a:r>
          </a:p>
        </p:txBody>
      </p:sp>
    </p:spTree>
    <p:extLst>
      <p:ext uri="{BB962C8B-B14F-4D97-AF65-F5344CB8AC3E}">
        <p14:creationId xmlns:p14="http://schemas.microsoft.com/office/powerpoint/2010/main" val="2480879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ctrTitle"/>
          </p:nvPr>
        </p:nvSpPr>
        <p:spPr>
          <a:xfrm>
            <a:off x="685800" y="2020491"/>
            <a:ext cx="7772400" cy="1102519"/>
          </a:xfrm>
        </p:spPr>
        <p:txBody>
          <a:bodyPr/>
          <a:lstStyle/>
          <a:p>
            <a:pPr eaLnBrk="1" hangingPunct="1"/>
            <a:r>
              <a:rPr lang="en-US" altLang="en-US" sz="4500" dirty="0"/>
              <a:t>Admin</a:t>
            </a:r>
            <a:endParaRPr lang="en-US" altLang="en-US" dirty="0"/>
          </a:p>
        </p:txBody>
      </p:sp>
    </p:spTree>
    <p:extLst>
      <p:ext uri="{BB962C8B-B14F-4D97-AF65-F5344CB8AC3E}">
        <p14:creationId xmlns:p14="http://schemas.microsoft.com/office/powerpoint/2010/main" val="2524704764"/>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1859</TotalTime>
  <Words>1291</Words>
  <Application>Microsoft Office PowerPoint</Application>
  <PresentationFormat>On-screen Show (16:9)</PresentationFormat>
  <Paragraphs>228</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Roboto</vt:lpstr>
      <vt:lpstr>Courier New</vt:lpstr>
      <vt:lpstr>Arial</vt:lpstr>
      <vt:lpstr>US Army 2023 AFC DEVCOM Logo</vt:lpstr>
      <vt:lpstr>Strings, Virtual Environments, and Advanced Functions</vt:lpstr>
      <vt:lpstr> Before we start….</vt:lpstr>
      <vt:lpstr> Course Schedule</vt:lpstr>
      <vt:lpstr>Virtual Environments Review</vt:lpstr>
      <vt:lpstr>PowerPoint Presentation</vt:lpstr>
      <vt:lpstr>PowerPoint Presentation</vt:lpstr>
      <vt:lpstr>PowerPoint Presentation</vt:lpstr>
      <vt:lpstr>Strings</vt:lpstr>
      <vt:lpstr>PowerPoint Presentation</vt:lpstr>
      <vt:lpstr>PowerPoint Presentation</vt:lpstr>
      <vt:lpstr>So what’s the difference?</vt:lpstr>
      <vt:lpstr>PowerPoint Presentation</vt:lpstr>
      <vt:lpstr>PowerPoint Presentation</vt:lpstr>
      <vt:lpstr>Strings Practical Exercise #1 – Username Validator</vt:lpstr>
      <vt:lpstr>Strings Practical Exercise #2 – Secret Message Decoder</vt:lpstr>
      <vt:lpstr>Modules</vt:lpstr>
      <vt:lpstr>3 types of modules   </vt:lpstr>
      <vt:lpstr> </vt:lpstr>
      <vt:lpstr>Advanced Functions</vt:lpstr>
      <vt:lpstr>Admin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ryan.neville</dc:creator>
  <cp:lastModifiedBy>Ryan Neville</cp:lastModifiedBy>
  <cp:revision>17</cp:revision>
  <dcterms:modified xsi:type="dcterms:W3CDTF">2026-07-19T01:55:56Z</dcterms:modified>
</cp:coreProperties>
</file>