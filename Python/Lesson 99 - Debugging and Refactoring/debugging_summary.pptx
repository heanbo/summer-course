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theme/theme2.xml" ContentType="application/vnd.openxmlformats-officedocument.theme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  <p:sldMasterId id="2147483693" r:id="rId2"/>
    <p:sldMasterId id="2147483726" r:id="rId3"/>
  </p:sldMasterIdLst>
  <p:sldIdLst>
    <p:sldId id="273" r:id="rId4"/>
    <p:sldId id="268" r:id="rId5"/>
    <p:sldId id="269" r:id="rId6"/>
    <p:sldId id="256" r:id="rId7"/>
    <p:sldId id="257" r:id="rId8"/>
    <p:sldId id="258" r:id="rId9"/>
    <p:sldId id="259" r:id="rId10"/>
    <p:sldId id="274" r:id="rId11"/>
    <p:sldId id="260" r:id="rId12"/>
    <p:sldId id="261" r:id="rId13"/>
    <p:sldId id="270" r:id="rId14"/>
    <p:sldId id="262" r:id="rId15"/>
    <p:sldId id="263" r:id="rId16"/>
    <p:sldId id="264" r:id="rId17"/>
    <p:sldId id="271" r:id="rId18"/>
    <p:sldId id="265" r:id="rId19"/>
    <p:sldId id="266" r:id="rId20"/>
    <p:sldId id="27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5" d="100"/>
          <a:sy n="75" d="100"/>
        </p:scale>
        <p:origin x="72" y="12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4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Master" Target="../slideMasters/slideMaster3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3.xml"/><Relationship Id="rId4" Type="http://schemas.openxmlformats.org/officeDocument/2006/relationships/image" Target="../media/image4.png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17034973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062743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79211250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68953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08281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30569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69997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5171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2198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21427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21705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86803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7570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5014190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03707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72315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63872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33261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70375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493857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08561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05214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98362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32654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67555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6302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346536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92209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43739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357289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692212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5818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175389324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14332771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355444974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2659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875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71931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95793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4723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8645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2813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0763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552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86987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97732231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94773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04693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13294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5439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487244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036132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736437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41840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728531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288357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5198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693842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3292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  <a:endParaRPr lang="en-US" sz="700" b="1" dirty="0">
              <a:solidFill>
                <a:schemeClr val="tx1"/>
              </a:solidFill>
              <a:latin typeface="+mn-lt"/>
              <a:cs typeface="Arial Bold" panose="020B0704020202020204" pitchFamily="34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596149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62601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666072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529829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39F9F092-1A2E-3BC5-0D99-EE4B132543F8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7A3E0868-4E26-4CDC-8A56-D70E2D8B12FE}" type="datetime3">
              <a:rPr lang="en-US" smtClean="0"/>
              <a:t>9 January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4D3DAC6A-DFDF-B313-4DB4-FA56B489F422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FC933DC4-3663-15AC-8A64-D7573EE2EC9F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2" name="Text Placeholder 30">
            <a:extLst>
              <a:ext uri="{FF2B5EF4-FFF2-40B4-BE49-F238E27FC236}">
                <a16:creationId xmlns:a16="http://schemas.microsoft.com/office/drawing/2014/main" id="{1FE393D1-D968-8D71-45F7-5B4A7CEF5CF9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23" name="Text Placeholder 30">
            <a:extLst>
              <a:ext uri="{FF2B5EF4-FFF2-40B4-BE49-F238E27FC236}">
                <a16:creationId xmlns:a16="http://schemas.microsoft.com/office/drawing/2014/main" id="{DF69BC8A-AD59-63A3-64A2-27F7496859F1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24" name="Text Placeholder 30">
            <a:extLst>
              <a:ext uri="{FF2B5EF4-FFF2-40B4-BE49-F238E27FC236}">
                <a16:creationId xmlns:a16="http://schemas.microsoft.com/office/drawing/2014/main" id="{EDE4793B-EE3D-A719-6990-5D9F67CBAF1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25" name="Text Placeholder 30">
            <a:extLst>
              <a:ext uri="{FF2B5EF4-FFF2-40B4-BE49-F238E27FC236}">
                <a16:creationId xmlns:a16="http://schemas.microsoft.com/office/drawing/2014/main" id="{A24EE18E-6DA7-CB84-1F21-8DF1C748238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26" name="Text Placeholder 30">
            <a:extLst>
              <a:ext uri="{FF2B5EF4-FFF2-40B4-BE49-F238E27FC236}">
                <a16:creationId xmlns:a16="http://schemas.microsoft.com/office/drawing/2014/main" id="{AAEE65B4-7FC0-51E0-61A9-DA039122F268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7" name="Text Placeholder 30">
            <a:extLst>
              <a:ext uri="{FF2B5EF4-FFF2-40B4-BE49-F238E27FC236}">
                <a16:creationId xmlns:a16="http://schemas.microsoft.com/office/drawing/2014/main" id="{6483CD3B-2F61-38F8-2851-B10539781BDC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8" name="Text Placeholder 30">
            <a:extLst>
              <a:ext uri="{FF2B5EF4-FFF2-40B4-BE49-F238E27FC236}">
                <a16:creationId xmlns:a16="http://schemas.microsoft.com/office/drawing/2014/main" id="{F72C11EB-F1A8-B896-9775-C7ADA2F8325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9" name="Text Placeholder 30">
            <a:extLst>
              <a:ext uri="{FF2B5EF4-FFF2-40B4-BE49-F238E27FC236}">
                <a16:creationId xmlns:a16="http://schemas.microsoft.com/office/drawing/2014/main" id="{4BF91907-2C5A-9E08-110C-64B850CA6482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0F5C0BB3-E700-E0BE-1E5D-F32BFF0DB730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8765D769-2E19-A1D0-70F0-660B5118F32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367708F-A6ED-2C67-AAB2-F57AAA10F9A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grpSp>
        <p:nvGrpSpPr>
          <p:cNvPr id="4" name="Group">
            <a:extLst>
              <a:ext uri="{FF2B5EF4-FFF2-40B4-BE49-F238E27FC236}">
                <a16:creationId xmlns:a16="http://schemas.microsoft.com/office/drawing/2014/main" id="{0D2A18CE-EA59-FCDB-5CF9-72169831C6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15" name="Rectangle">
              <a:extLst>
                <a:ext uri="{FF2B5EF4-FFF2-40B4-BE49-F238E27FC236}">
                  <a16:creationId xmlns:a16="http://schemas.microsoft.com/office/drawing/2014/main" id="{453FC9A3-D341-95FE-49D0-507EC65462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18" name="Line">
              <a:extLst>
                <a:ext uri="{FF2B5EF4-FFF2-40B4-BE49-F238E27FC236}">
                  <a16:creationId xmlns:a16="http://schemas.microsoft.com/office/drawing/2014/main" id="{2A030869-4AC4-CE94-F004-03103C4DBCA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19" name="Line">
              <a:extLst>
                <a:ext uri="{FF2B5EF4-FFF2-40B4-BE49-F238E27FC236}">
                  <a16:creationId xmlns:a16="http://schemas.microsoft.com/office/drawing/2014/main" id="{5AB8E5F3-02DC-C870-FF70-6B7F087F40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31" name="Title 1">
            <a:extLst>
              <a:ext uri="{FF2B5EF4-FFF2-40B4-BE49-F238E27FC236}">
                <a16:creationId xmlns:a16="http://schemas.microsoft.com/office/drawing/2014/main" id="{0A3716E9-1A78-32FC-3DC4-30F60037386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0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PRESENTATION TITLE</a:t>
            </a:r>
            <a:b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</a:br>
            <a:r>
              <a:rPr kumimoji="0" lang="en-US" sz="3600" b="0" i="0" u="none" strike="noStrike" kern="1200" cap="all" spc="0" normalizeH="0" baseline="0" noProof="0">
                <a:ln>
                  <a:noFill/>
                </a:ln>
                <a:solidFill>
                  <a:srgbClr val="FFCC01"/>
                </a:solidFill>
                <a:effectLst/>
                <a:uLnTx/>
                <a:uFillTx/>
                <a:latin typeface="Arial"/>
                <a:ea typeface="+mj-ea"/>
                <a:cs typeface="+mj-cs"/>
              </a:rPr>
              <a:t>THREE LINES MAX</a:t>
            </a:r>
            <a:endParaRPr lang="en-US"/>
          </a:p>
        </p:txBody>
      </p:sp>
      <p:sp>
        <p:nvSpPr>
          <p:cNvPr id="32" name="Subtitle 2">
            <a:extLst>
              <a:ext uri="{FF2B5EF4-FFF2-40B4-BE49-F238E27FC236}">
                <a16:creationId xmlns:a16="http://schemas.microsoft.com/office/drawing/2014/main" id="{9BBCBD69-970D-2A8D-E951-CFBC732DBCF4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33" name="Text Placeholder 3">
            <a:extLst>
              <a:ext uri="{FF2B5EF4-FFF2-40B4-BE49-F238E27FC236}">
                <a16:creationId xmlns:a16="http://schemas.microsoft.com/office/drawing/2014/main" id="{845FCD4C-F9C5-DECB-5274-6DEC95A50B5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10D24ED-E5F8-CA86-25F1-78110A690DC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3" name="Rectangle 15">
            <a:extLst>
              <a:ext uri="{FF2B5EF4-FFF2-40B4-BE49-F238E27FC236}">
                <a16:creationId xmlns:a16="http://schemas.microsoft.com/office/drawing/2014/main" id="{5F51F9D9-5896-27C6-545B-841C41CB76F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</p:spTree>
    <p:extLst>
      <p:ext uri="{BB962C8B-B14F-4D97-AF65-F5344CB8AC3E}">
        <p14:creationId xmlns:p14="http://schemas.microsoft.com/office/powerpoint/2010/main" val="305262609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B5714-1C67-5305-161F-BB8ABA64529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6DDC931E-8CBE-4A3F-A034-9B6122C6DCDB}" type="datetime3">
              <a:rPr lang="en-US" smtClean="0"/>
              <a:t>9 January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66A96F-567A-34EC-DC2C-66C406228A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8" name="U.S. Army" descr="U.S. Army">
            <a:extLst>
              <a:ext uri="{FF2B5EF4-FFF2-40B4-BE49-F238E27FC236}">
                <a16:creationId xmlns:a16="http://schemas.microsoft.com/office/drawing/2014/main" id="{C4525471-71C4-E84C-06B5-CF4BA10994C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180891" y="104974"/>
            <a:ext cx="3246120" cy="1225808"/>
          </a:xfrm>
          <a:prstGeom prst="rect">
            <a:avLst/>
          </a:prstGeom>
          <a:noFill/>
        </p:spPr>
      </p:pic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00EB67EC-5954-991C-39BB-6509621390EB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3" name="Text Placeholder 30">
            <a:extLst>
              <a:ext uri="{FF2B5EF4-FFF2-40B4-BE49-F238E27FC236}">
                <a16:creationId xmlns:a16="http://schemas.microsoft.com/office/drawing/2014/main" id="{E6059881-3615-6A80-014A-12F5EBBBE25A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E2D99AAA-01B9-ED71-F90F-711F200233EB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AA78AC6A-4B5E-2F9D-94D1-897336CBC5FD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E909E494-A135-FCDC-B270-D6B7047A3B14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99D08674-52BB-F86B-32DC-93D0F45597F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75B8A948-14E8-9F98-4694-85A4D577B42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0" name="Text Placeholder 30">
            <a:extLst>
              <a:ext uri="{FF2B5EF4-FFF2-40B4-BE49-F238E27FC236}">
                <a16:creationId xmlns:a16="http://schemas.microsoft.com/office/drawing/2014/main" id="{8594BC0E-E83A-A7AB-AD3C-A280B5A706D3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21" name="Text Placeholder 30">
            <a:extLst>
              <a:ext uri="{FF2B5EF4-FFF2-40B4-BE49-F238E27FC236}">
                <a16:creationId xmlns:a16="http://schemas.microsoft.com/office/drawing/2014/main" id="{45C25EBB-0808-3B97-D5EC-84FE1867AB1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1EEF3E66-AAEE-1C6B-9049-032018F0EF1A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noFill/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tx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48" name="Group">
            <a:extLst>
              <a:ext uri="{FF2B5EF4-FFF2-40B4-BE49-F238E27FC236}">
                <a16:creationId xmlns:a16="http://schemas.microsoft.com/office/drawing/2014/main" id="{1D6D8113-2B65-BAC0-DBC2-601012CF0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9" y="1974220"/>
            <a:ext cx="7173382" cy="2377440"/>
            <a:chOff x="411163" y="2240280"/>
            <a:chExt cx="6446837" cy="2377440"/>
          </a:xfrm>
        </p:grpSpPr>
        <p:sp>
          <p:nvSpPr>
            <p:cNvPr id="49" name="Rectangle">
              <a:extLst>
                <a:ext uri="{FF2B5EF4-FFF2-40B4-BE49-F238E27FC236}">
                  <a16:creationId xmlns:a16="http://schemas.microsoft.com/office/drawing/2014/main" id="{7528BC0B-D239-46B3-8ED2-9B82FDC07F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221F20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50" name="Line">
              <a:extLst>
                <a:ext uri="{FF2B5EF4-FFF2-40B4-BE49-F238E27FC236}">
                  <a16:creationId xmlns:a16="http://schemas.microsoft.com/office/drawing/2014/main" id="{435BD1FC-4390-71A4-34EE-951EFF0886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51" name="Line">
              <a:extLst>
                <a:ext uri="{FF2B5EF4-FFF2-40B4-BE49-F238E27FC236}">
                  <a16:creationId xmlns:a16="http://schemas.microsoft.com/office/drawing/2014/main" id="{F4A81146-41CE-E3FA-3A50-29CA5D91DB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2796" y="3931920"/>
              <a:ext cx="0" cy="685800"/>
            </a:xfrm>
            <a:prstGeom prst="line">
              <a:avLst/>
            </a:prstGeom>
            <a:ln w="19050" cap="flat">
              <a:solidFill>
                <a:srgbClr val="221F20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52" name="Title 1">
            <a:extLst>
              <a:ext uri="{FF2B5EF4-FFF2-40B4-BE49-F238E27FC236}">
                <a16:creationId xmlns:a16="http://schemas.microsoft.com/office/drawing/2014/main" id="{34261743-5C6B-193D-74C7-FC918BD33CB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399" y="2202820"/>
            <a:ext cx="6429375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53" name="Subtitle 2">
            <a:extLst>
              <a:ext uri="{FF2B5EF4-FFF2-40B4-BE49-F238E27FC236}">
                <a16:creationId xmlns:a16="http://schemas.microsoft.com/office/drawing/2014/main" id="{09DA0322-2B5C-8F10-EE8B-1FE75C5A5BF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0" y="3784732"/>
            <a:ext cx="3565525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54" name="Text Placeholder 3">
            <a:extLst>
              <a:ext uri="{FF2B5EF4-FFF2-40B4-BE49-F238E27FC236}">
                <a16:creationId xmlns:a16="http://schemas.microsoft.com/office/drawing/2014/main" id="{76359DCF-E748-9D74-A7A5-1B8C52B3E36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</p:spTree>
    <p:extLst>
      <p:ext uri="{BB962C8B-B14F-4D97-AF65-F5344CB8AC3E}">
        <p14:creationId xmlns:p14="http://schemas.microsoft.com/office/powerpoint/2010/main" val="31841930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- Imag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F9D3AB9C-26E9-8E88-3B55-B4A5EC7C31F2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fld id="{D41656AB-D2E1-472E-8B95-0DF5C6E1D623}" type="datetime3">
              <a:rPr lang="en-US" smtClean="0"/>
              <a:t>9 January 2026</a:t>
            </a:fld>
            <a:endParaRPr lang="en-US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CF1316F0-9F13-53EA-1597-09232B2FF1AB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5" name="U.S. Army" descr="U.S. Army">
            <a:extLst>
              <a:ext uri="{FF2B5EF4-FFF2-40B4-BE49-F238E27FC236}">
                <a16:creationId xmlns:a16="http://schemas.microsoft.com/office/drawing/2014/main" id="{499EE878-E6B9-0543-B958-85A17AE36A27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 bwMode="black">
          <a:xfrm>
            <a:off x="244899" y="112631"/>
            <a:ext cx="3246120" cy="1225808"/>
          </a:xfrm>
          <a:prstGeom prst="rect">
            <a:avLst/>
          </a:prstGeom>
        </p:spPr>
      </p:pic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96CD17E6-26AB-FBB2-220C-D5185212C519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47688" y="5133530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9" name="Text Placeholder 30">
            <a:extLst>
              <a:ext uri="{FF2B5EF4-FFF2-40B4-BE49-F238E27FC236}">
                <a16:creationId xmlns:a16="http://schemas.microsoft.com/office/drawing/2014/main" id="{FCD1ED33-CCD9-E1B6-327A-71BC6F62C4D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47688" y="4952738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Controlled by: </a:t>
            </a:r>
          </a:p>
        </p:txBody>
      </p:sp>
      <p:sp>
        <p:nvSpPr>
          <p:cNvPr id="11" name="Text Placeholder 30">
            <a:extLst>
              <a:ext uri="{FF2B5EF4-FFF2-40B4-BE49-F238E27FC236}">
                <a16:creationId xmlns:a16="http://schemas.microsoft.com/office/drawing/2014/main" id="{A255632D-60F3-C439-D931-6B2874E894D7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547688" y="5314322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CUI Category: </a:t>
            </a:r>
          </a:p>
        </p:txBody>
      </p:sp>
      <p:sp>
        <p:nvSpPr>
          <p:cNvPr id="12" name="Text Placeholder 30">
            <a:extLst>
              <a:ext uri="{FF2B5EF4-FFF2-40B4-BE49-F238E27FC236}">
                <a16:creationId xmlns:a16="http://schemas.microsoft.com/office/drawing/2014/main" id="{0BD3A2B1-9D40-83E3-4243-B4A52B6A636E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547688" y="5495114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Distribution Statement: </a:t>
            </a:r>
          </a:p>
        </p:txBody>
      </p:sp>
      <p:sp>
        <p:nvSpPr>
          <p:cNvPr id="14" name="Text Placeholder 30">
            <a:extLst>
              <a:ext uri="{FF2B5EF4-FFF2-40B4-BE49-F238E27FC236}">
                <a16:creationId xmlns:a16="http://schemas.microsoft.com/office/drawing/2014/main" id="{7AADD113-BD09-95AA-FFBA-DCC255F69FAA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547688" y="5675906"/>
            <a:ext cx="1335568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r>
              <a:rPr lang="en-US"/>
              <a:t>POC: </a:t>
            </a:r>
          </a:p>
        </p:txBody>
      </p:sp>
      <p:sp>
        <p:nvSpPr>
          <p:cNvPr id="15" name="Text Placeholder 30">
            <a:extLst>
              <a:ext uri="{FF2B5EF4-FFF2-40B4-BE49-F238E27FC236}">
                <a16:creationId xmlns:a16="http://schemas.microsoft.com/office/drawing/2014/main" id="{A9D52B79-92E5-4D64-1757-D13A0674723F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981200" y="5133530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6" name="Text Placeholder 30">
            <a:extLst>
              <a:ext uri="{FF2B5EF4-FFF2-40B4-BE49-F238E27FC236}">
                <a16:creationId xmlns:a16="http://schemas.microsoft.com/office/drawing/2014/main" id="{DF04F3CB-62F5-7A9F-E397-4800E51C0E2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1981200" y="4952738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7" name="Text Placeholder 30">
            <a:extLst>
              <a:ext uri="{FF2B5EF4-FFF2-40B4-BE49-F238E27FC236}">
                <a16:creationId xmlns:a16="http://schemas.microsoft.com/office/drawing/2014/main" id="{DA62CE27-72C2-A083-C796-4F047A2FF421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981200" y="5314322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8" name="Text Placeholder 30">
            <a:extLst>
              <a:ext uri="{FF2B5EF4-FFF2-40B4-BE49-F238E27FC236}">
                <a16:creationId xmlns:a16="http://schemas.microsoft.com/office/drawing/2014/main" id="{52DBCCDB-5EAD-73A2-7911-8AF50B29DC4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1981200" y="5495114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sp>
        <p:nvSpPr>
          <p:cNvPr id="19" name="Text Placeholder 30">
            <a:extLst>
              <a:ext uri="{FF2B5EF4-FFF2-40B4-BE49-F238E27FC236}">
                <a16:creationId xmlns:a16="http://schemas.microsoft.com/office/drawing/2014/main" id="{90D5656D-B16A-18B1-A790-538AB817A94E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1981200" y="5675906"/>
            <a:ext cx="3124934" cy="138499"/>
          </a:xfrm>
          <a:prstGeom prst="rect">
            <a:avLst/>
          </a:prstGeom>
          <a:solidFill>
            <a:schemeClr val="tx1">
              <a:alpha val="93000"/>
            </a:schemeClr>
          </a:solidFill>
          <a:ln w="3175">
            <a:solidFill>
              <a:schemeClr val="tx1"/>
            </a:solidFill>
          </a:ln>
        </p:spPr>
        <p:txBody>
          <a:bodyPr wrap="square" lIns="91440" tIns="0" rIns="365760" bIns="0" anchor="ctr" anchorCtr="0">
            <a:sp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900" b="0" baseline="0">
                <a:solidFill>
                  <a:schemeClr val="bg1"/>
                </a:solidFill>
                <a:latin typeface="+mn-lt"/>
                <a:cs typeface="Arial Bold" panose="020B0704020202020204" pitchFamily="34" charset="0"/>
              </a:defRPr>
            </a:lvl1pPr>
            <a:lvl2pPr marL="457178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2pPr>
            <a:lvl3pPr marL="914354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3pPr>
            <a:lvl4pPr marL="1371532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4pPr>
            <a:lvl5pPr marL="1828709" indent="0">
              <a:buNone/>
              <a:defRPr sz="1000">
                <a:latin typeface="Arial Bold" panose="020B0704020202020204" pitchFamily="34" charset="0"/>
                <a:cs typeface="Arial Bold" panose="020B0704020202020204" pitchFamily="34" charset="0"/>
              </a:defRPr>
            </a:lvl5pPr>
          </a:lstStyle>
          <a:p>
            <a:pPr lvl="0"/>
            <a:endParaRPr lang="en-US"/>
          </a:p>
        </p:txBody>
      </p:sp>
      <p:grpSp>
        <p:nvGrpSpPr>
          <p:cNvPr id="23" name="Group">
            <a:extLst>
              <a:ext uri="{FF2B5EF4-FFF2-40B4-BE49-F238E27FC236}">
                <a16:creationId xmlns:a16="http://schemas.microsoft.com/office/drawing/2014/main" id="{732179A9-275F-FEF3-042C-4AB3B9CBCA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548218" y="1974220"/>
            <a:ext cx="7173381" cy="2377440"/>
            <a:chOff x="411163" y="2240280"/>
            <a:chExt cx="6446837" cy="2377440"/>
          </a:xfrm>
        </p:grpSpPr>
        <p:sp>
          <p:nvSpPr>
            <p:cNvPr id="24" name="Rectangle">
              <a:extLst>
                <a:ext uri="{FF2B5EF4-FFF2-40B4-BE49-F238E27FC236}">
                  <a16:creationId xmlns:a16="http://schemas.microsoft.com/office/drawing/2014/main" id="{B785B252-84B5-5634-9FB4-0C23629312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 userDrawn="1"/>
          </p:nvSpPr>
          <p:spPr>
            <a:xfrm>
              <a:off x="411163" y="2240280"/>
              <a:ext cx="6446837" cy="2377440"/>
            </a:xfrm>
            <a:prstGeom prst="rect">
              <a:avLst/>
            </a:prstGeom>
            <a:noFill/>
            <a:ln w="19050" cap="flat">
              <a:solidFill>
                <a:srgbClr val="FFCC01"/>
              </a:solidFill>
              <a:miter lim="800000"/>
            </a:ln>
          </p:spPr>
          <p:style>
            <a:lnRef idx="0">
              <a:schemeClr val="accent1"/>
            </a:lnRef>
            <a:fillRef idx="1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00000"/>
                </a:lnSpc>
              </a:pPr>
              <a:endParaRPr lang="en-US" sz="1600"/>
            </a:p>
          </p:txBody>
        </p:sp>
        <p:cxnSp>
          <p:nvCxnSpPr>
            <p:cNvPr id="25" name="Line">
              <a:extLst>
                <a:ext uri="{FF2B5EF4-FFF2-40B4-BE49-F238E27FC236}">
                  <a16:creationId xmlns:a16="http://schemas.microsoft.com/office/drawing/2014/main" id="{1DF8A784-7C74-A05E-2009-0B4EC38FF5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11163" y="3931920"/>
              <a:ext cx="6446837" cy="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  <p:cxnSp>
          <p:nvCxnSpPr>
            <p:cNvPr id="26" name="Line">
              <a:extLst>
                <a:ext uri="{FF2B5EF4-FFF2-40B4-BE49-F238E27FC236}">
                  <a16:creationId xmlns:a16="http://schemas.microsoft.com/office/drawing/2014/main" id="{2E02CEE1-988F-0417-BE5F-BA01AFD1B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4274795" y="3931920"/>
              <a:ext cx="0" cy="685800"/>
            </a:xfrm>
            <a:prstGeom prst="line">
              <a:avLst/>
            </a:prstGeom>
            <a:ln w="19050" cap="flat">
              <a:solidFill>
                <a:srgbClr val="FFCC0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rgbClr val="000000"/>
            </a:effectRef>
            <a:fontRef idx="minor">
              <a:schemeClr val="lt1"/>
            </a:fontRef>
          </p:style>
        </p:cxnSp>
      </p:grpSp>
      <p:sp>
        <p:nvSpPr>
          <p:cNvPr id="27" name="Title 1">
            <a:extLst>
              <a:ext uri="{FF2B5EF4-FFF2-40B4-BE49-F238E27FC236}">
                <a16:creationId xmlns:a16="http://schemas.microsoft.com/office/drawing/2014/main" id="{63A7B886-8E04-5007-BB32-A7D7AE38413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914401" y="2202820"/>
            <a:ext cx="6429374" cy="1325880"/>
          </a:xfrm>
        </p:spPr>
        <p:txBody>
          <a:bodyPr anchor="t" anchorCtr="0"/>
          <a:lstStyle>
            <a:lvl1pPr algn="l">
              <a:lnSpc>
                <a:spcPct val="80000"/>
              </a:lnSpc>
              <a:defRPr sz="3600"/>
            </a:lvl1pPr>
          </a:lstStyle>
          <a:p>
            <a:r>
              <a:rPr lang="en-US"/>
              <a:t>Presentation title</a:t>
            </a:r>
            <a:br>
              <a:rPr lang="en-US"/>
            </a:br>
            <a:r>
              <a:rPr lang="en-US"/>
              <a:t>PRESENTATION TITLE</a:t>
            </a:r>
            <a:br>
              <a:rPr lang="en-US"/>
            </a:br>
            <a:r>
              <a:rPr lang="en-US"/>
              <a:t>THREE LINES MAX</a:t>
            </a: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378B44EF-38A4-9707-9ED0-23F22C855CA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914401" y="3784732"/>
            <a:ext cx="3565524" cy="457200"/>
          </a:xfrm>
        </p:spPr>
        <p:txBody>
          <a:bodyPr anchor="ctr" anchorCtr="0"/>
          <a:lstStyle>
            <a:lvl1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1pPr>
            <a:lvl2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2pPr>
            <a:lvl3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3pPr>
            <a:lvl4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4pPr>
            <a:lvl5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5pPr>
            <a:lvl6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6pPr>
            <a:lvl7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7pPr>
            <a:lvl8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8pPr>
            <a:lvl9pPr marL="0" indent="0" algn="l">
              <a:spcBef>
                <a:spcPts val="0"/>
              </a:spcBef>
              <a:buNone/>
              <a:defRPr sz="1200" b="1">
                <a:solidFill>
                  <a:schemeClr val="tx2"/>
                </a:solidFill>
              </a:defRPr>
            </a:lvl9pPr>
          </a:lstStyle>
          <a:p>
            <a:r>
              <a:rPr lang="en-US"/>
              <a:t>[Presentation subtitle/description]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6EB225BD-8BA1-27E0-7708-54249ED7D35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212079" y="3784732"/>
            <a:ext cx="2131695" cy="457200"/>
          </a:xfrm>
        </p:spPr>
        <p:txBody>
          <a:bodyPr anchor="ctr" anchorCtr="0"/>
          <a:lstStyle>
            <a:lvl1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1pPr>
            <a:lvl2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2pPr>
            <a:lvl3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3pPr>
            <a:lvl4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4pPr>
            <a:lvl5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5pPr>
            <a:lvl6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6pPr>
            <a:lvl7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7pPr>
            <a:lvl8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8pPr>
            <a:lvl9pPr marL="0" indent="0" algn="ctr">
              <a:lnSpc>
                <a:spcPct val="80000"/>
              </a:lnSpc>
              <a:spcBef>
                <a:spcPts val="0"/>
              </a:spcBef>
              <a:buFontTx/>
              <a:buNone/>
              <a:defRPr sz="1400" b="1" cap="all" baseline="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[00 Month 0000]</a:t>
            </a:r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7DA15189-0EE0-5679-2F6C-19C49A630D80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  <p:sp>
        <p:nvSpPr>
          <p:cNvPr id="2" name="Rectangle 15">
            <a:extLst>
              <a:ext uri="{FF2B5EF4-FFF2-40B4-BE49-F238E27FC236}">
                <a16:creationId xmlns:a16="http://schemas.microsoft.com/office/drawing/2014/main" id="{D4C88638-6856-0BEB-48E7-78E46B7E57D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CC2702-2764-1DE3-1940-31386289C0D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</p:spTree>
    <p:extLst>
      <p:ext uri="{BB962C8B-B14F-4D97-AF65-F5344CB8AC3E}">
        <p14:creationId xmlns:p14="http://schemas.microsoft.com/office/powerpoint/2010/main" val="277826991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8640" y="1600198"/>
            <a:ext cx="67951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4FBB89F-F200-3967-06C8-C1B71C7F0F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48640" y="6629400"/>
            <a:ext cx="822960" cy="228600"/>
          </a:xfrm>
        </p:spPr>
        <p:txBody>
          <a:bodyPr lIns="0"/>
          <a:lstStyle/>
          <a:p>
            <a:fld id="{AD622D1A-DF83-41A8-85FF-04D90BF831D3}" type="datetime3">
              <a:rPr lang="en-US" smtClean="0"/>
              <a:t>9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C0BAD3-337A-DC60-A7ED-BF13F0826264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245104" y="6629400"/>
            <a:ext cx="399210" cy="228600"/>
          </a:xfrm>
        </p:spPr>
        <p:txBody>
          <a:bodyPr rIns="0"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1881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7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576077-E818-BDF1-A607-CD8784277F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F72C3-CDF3-44A8-B602-1649B1728485}" type="datetime3">
              <a:rPr lang="en-US" smtClean="0"/>
              <a:t>9 January 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B9DE45-E855-FE62-197B-32BBD9BBBA5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438499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A9713ED7-122D-D0BC-7C53-E1C615A94F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370832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8193023" y="1600200"/>
            <a:ext cx="3450336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645ED9-A46E-B9F8-0D30-36DF4C37823A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E0132BA-B5E7-4FFD-AF6C-169169D47D4A}" type="datetime3">
              <a:rPr lang="en-US" smtClean="0"/>
              <a:t>9 January 2026</a:t>
            </a:fld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7D0D458-416D-011B-0311-0C2B249BFF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9294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1600200"/>
            <a:ext cx="2499359" cy="457200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99E75897-C7CA-D608-954E-EA24E33CBE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81A30091-1C2A-4151-8D3C-D1E47A72615F}" type="datetime3">
              <a:rPr lang="en-US" smtClean="0"/>
              <a:t>9 January 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00C8CD-D32C-E34D-BB8E-34B4CB816D3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97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Ic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561ED6E9-4BFC-F986-93E1-1249E94D978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9" name="Picture Placeholder 2">
            <a:extLst>
              <a:ext uri="{FF2B5EF4-FFF2-40B4-BE49-F238E27FC236}">
                <a16:creationId xmlns:a16="http://schemas.microsoft.com/office/drawing/2014/main" id="{2FDCDCBF-BE41-ACC6-2307-F24F0B601969}"/>
              </a:ext>
            </a:extLst>
          </p:cNvPr>
          <p:cNvSpPr>
            <a:spLocks noGrp="1" noChangeAspect="1"/>
          </p:cNvSpPr>
          <p:nvPr>
            <p:ph type="pic" sz="quarter" idx="12" hasCustomPrompt="1"/>
          </p:nvPr>
        </p:nvSpPr>
        <p:spPr>
          <a:xfrm>
            <a:off x="548640" y="1600200"/>
            <a:ext cx="557784" cy="555498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54864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C7652FE0-2E63-C05D-5D80-EE5429B0A7EE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>
          <a:xfrm>
            <a:off x="341376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4" name="Content Placeholder 5"/>
          <p:cNvSpPr>
            <a:spLocks noGrp="1"/>
          </p:cNvSpPr>
          <p:nvPr>
            <p:ph sz="half" idx="2"/>
          </p:nvPr>
        </p:nvSpPr>
        <p:spPr>
          <a:xfrm>
            <a:off x="341376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Picture Placeholder 6">
            <a:extLst>
              <a:ext uri="{FF2B5EF4-FFF2-40B4-BE49-F238E27FC236}">
                <a16:creationId xmlns:a16="http://schemas.microsoft.com/office/drawing/2014/main" id="{B76F3E0A-3A89-0179-6808-7B86658B2939}"/>
              </a:ext>
            </a:extLst>
          </p:cNvPr>
          <p:cNvSpPr>
            <a:spLocks noGrp="1" noChangeAspect="1"/>
          </p:cNvSpPr>
          <p:nvPr>
            <p:ph type="pic" sz="quarter" idx="14" hasCustomPrompt="1"/>
          </p:nvPr>
        </p:nvSpPr>
        <p:spPr>
          <a:xfrm>
            <a:off x="627888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Picture Placeholder 8">
            <a:extLst>
              <a:ext uri="{FF2B5EF4-FFF2-40B4-BE49-F238E27FC236}">
                <a16:creationId xmlns:a16="http://schemas.microsoft.com/office/drawing/2014/main" id="{83E5AF74-1A89-50D1-F570-2D5345102584}"/>
              </a:ext>
            </a:extLst>
          </p:cNvPr>
          <p:cNvSpPr>
            <a:spLocks noGrp="1" noChangeAspect="1"/>
          </p:cNvSpPr>
          <p:nvPr>
            <p:ph type="pic" sz="quarter" idx="15" hasCustomPrompt="1"/>
          </p:nvPr>
        </p:nvSpPr>
        <p:spPr>
          <a:xfrm>
            <a:off x="9144000" y="1600200"/>
            <a:ext cx="557784" cy="557784"/>
          </a:xfrm>
        </p:spPr>
        <p:txBody>
          <a:bodyPr anchor="ctr" anchorCtr="0"/>
          <a:lstStyle>
            <a:lvl1pPr marL="0" indent="0" algn="ctr">
              <a:buFontTx/>
              <a:buNone/>
              <a:defRPr sz="800"/>
            </a:lvl1pPr>
          </a:lstStyle>
          <a:p>
            <a:r>
              <a:rPr lang="en-US"/>
              <a:t>[Icon]</a:t>
            </a:r>
          </a:p>
        </p:txBody>
      </p:sp>
      <p:sp>
        <p:nvSpPr>
          <p:cNvPr id="5" name="Content Placeholder 9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5998"/>
            <a:ext cx="2499359" cy="3886202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8B7C8174-B194-B25B-91AA-597E72C8131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35D703CE-07B4-4C05-A488-B4566700621F}" type="datetime3">
              <a:rPr lang="en-US" smtClean="0"/>
              <a:t>9 January 2026</a:t>
            </a:fld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089FF259-217B-3F10-C738-AE2C6A9EE838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72286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4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354C21BF-3440-8CAE-0A59-466346C771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>
                <a:solidFill>
                  <a:schemeClr val="tx1"/>
                </a:solidFill>
              </a:defRPr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>
                <a:solidFill>
                  <a:schemeClr val="tx1"/>
                </a:solidFill>
              </a:defRPr>
            </a:lvl2pPr>
            <a:lvl3pPr marL="274320" indent="-137160">
              <a:defRPr sz="1300">
                <a:solidFill>
                  <a:schemeClr val="tx1"/>
                </a:solidFill>
              </a:defRPr>
            </a:lvl3pPr>
            <a:lvl4pPr marL="411480" indent="-137160">
              <a:defRPr sz="1300">
                <a:solidFill>
                  <a:schemeClr val="tx1"/>
                </a:solidFill>
              </a:defRPr>
            </a:lvl4pPr>
            <a:lvl5pPr marL="548640" indent="-137160">
              <a:defRPr sz="1300">
                <a:solidFill>
                  <a:schemeClr val="tx1"/>
                </a:solidFill>
              </a:defRPr>
            </a:lvl5pPr>
            <a:lvl6pPr marL="685800" indent="-137160">
              <a:defRPr sz="1300">
                <a:solidFill>
                  <a:schemeClr val="tx1"/>
                </a:solidFill>
              </a:defRPr>
            </a:lvl6pPr>
            <a:lvl7pPr marL="822960" indent="-137160">
              <a:defRPr sz="1300">
                <a:solidFill>
                  <a:schemeClr val="tx1"/>
                </a:solidFill>
              </a:defRPr>
            </a:lvl7pPr>
            <a:lvl8pPr marL="960120" indent="-137160">
              <a:defRPr sz="1300">
                <a:solidFill>
                  <a:schemeClr val="tx1"/>
                </a:solidFill>
              </a:defRPr>
            </a:lvl8pPr>
            <a:lvl9pPr marL="1097280" indent="-137160">
              <a:defRPr sz="1300">
                <a:solidFill>
                  <a:schemeClr val="tx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CB012D9A-AE72-0239-7D2F-3E585FB16AD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694BD61C-20BA-43AF-A21F-1DAFB3200099}" type="datetime3">
              <a:rPr lang="en-US" smtClean="0"/>
              <a:t>9 January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D07D52D1-634D-ECD5-045A-38F96B973A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15">
            <a:extLst>
              <a:ext uri="{FF2B5EF4-FFF2-40B4-BE49-F238E27FC236}">
                <a16:creationId xmlns:a16="http://schemas.microsoft.com/office/drawing/2014/main" id="{DEB0DA69-FBF7-5C40-833F-1B7B11772F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597C6E0-6809-7398-D956-E5305EC75B1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84E015-ECF9-BB95-F3AC-0C50F66718F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656445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D6FD270-DB0B-36F0-B138-75209607ED7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388620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E669241-96AF-C7FA-0BE4-6592ABD25879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7B8021B-6105-4216-96FC-94348F216D0E}" type="datetime3">
              <a:rPr lang="en-US" smtClean="0"/>
              <a:t>9 January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A6C2643F-F661-8B8E-E36F-1F135C6F65B8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8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8 Numbers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AEEBA188-82A1-2FC4-842F-8120003B65B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2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>
                <a:solidFill>
                  <a:schemeClr val="tx2"/>
                </a:solidFill>
              </a:rPr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6E3723B8-B265-6943-67A5-DF3F0D5EC1CD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5D27CFAB-73E6-44A8-B862-B3306344E3F2}" type="datetime3">
              <a:rPr lang="en-US" smtClean="0"/>
              <a:t>9 January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8D4AF177-759A-A93C-2097-C2C22D93680F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" name="Rectangle 15">
            <a:extLst>
              <a:ext uri="{FF2B5EF4-FFF2-40B4-BE49-F238E27FC236}">
                <a16:creationId xmlns:a16="http://schemas.microsoft.com/office/drawing/2014/main" id="{FEDB97C0-F514-9C55-3E16-9FC0105AEFD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0C06597B-21CB-E031-D41A-B15442D1221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7E419FAE-92B3-3B6A-EDE9-C7A373F39B6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967920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 Number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963F0940-E33E-9D7F-C52B-16CFD0545B2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cxnSp>
        <p:nvCxnSpPr>
          <p:cNvPr id="15" name="Line">
            <a:extLst>
              <a:ext uri="{FF2B5EF4-FFF2-40B4-BE49-F238E27FC236}">
                <a16:creationId xmlns:a16="http://schemas.microsoft.com/office/drawing/2014/main" id="{8412A77E-32D6-ECE7-C58C-21E3C08D86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3" name="TextBox">
            <a:extLst>
              <a:ext uri="{FF2B5EF4-FFF2-40B4-BE49-F238E27FC236}">
                <a16:creationId xmlns:a16="http://schemas.microsoft.com/office/drawing/2014/main" id="{AF47D3F9-758C-0713-980A-E6E56BBC1088}"/>
              </a:ext>
            </a:extLst>
          </p:cNvPr>
          <p:cNvSpPr txBox="1"/>
          <p:nvPr userDrawn="1"/>
        </p:nvSpPr>
        <p:spPr>
          <a:xfrm>
            <a:off x="54864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4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9" name="Line">
            <a:extLst>
              <a:ext uri="{FF2B5EF4-FFF2-40B4-BE49-F238E27FC236}">
                <a16:creationId xmlns:a16="http://schemas.microsoft.com/office/drawing/2014/main" id="{D7771284-6191-6AE5-C8DC-E26F4DD280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0" name="TextBox">
            <a:extLst>
              <a:ext uri="{FF2B5EF4-FFF2-40B4-BE49-F238E27FC236}">
                <a16:creationId xmlns:a16="http://schemas.microsoft.com/office/drawing/2014/main" id="{0D9A8745-BD6D-12B2-16DF-02CB2BB85704}"/>
              </a:ext>
            </a:extLst>
          </p:cNvPr>
          <p:cNvSpPr txBox="1"/>
          <p:nvPr userDrawn="1"/>
        </p:nvSpPr>
        <p:spPr>
          <a:xfrm>
            <a:off x="341376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02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1376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1" name="Line">
            <a:extLst>
              <a:ext uri="{FF2B5EF4-FFF2-40B4-BE49-F238E27FC236}">
                <a16:creationId xmlns:a16="http://schemas.microsoft.com/office/drawing/2014/main" id="{7F3E6C41-3F3A-5394-DD39-6844F7E13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2" name="TextBox">
            <a:extLst>
              <a:ext uri="{FF2B5EF4-FFF2-40B4-BE49-F238E27FC236}">
                <a16:creationId xmlns:a16="http://schemas.microsoft.com/office/drawing/2014/main" id="{BBB1FB2A-A05A-0E6A-2901-52A7D695A891}"/>
              </a:ext>
            </a:extLst>
          </p:cNvPr>
          <p:cNvSpPr txBox="1"/>
          <p:nvPr userDrawn="1"/>
        </p:nvSpPr>
        <p:spPr>
          <a:xfrm>
            <a:off x="627888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03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617618FB-CD21-AF4A-B264-6355E9BD7981}"/>
              </a:ext>
            </a:extLst>
          </p:cNvPr>
          <p:cNvSpPr>
            <a:spLocks noGrp="1"/>
          </p:cNvSpPr>
          <p:nvPr>
            <p:ph sz="half" idx="10"/>
          </p:nvPr>
        </p:nvSpPr>
        <p:spPr>
          <a:xfrm>
            <a:off x="627888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4" name="Line">
            <a:extLst>
              <a:ext uri="{FF2B5EF4-FFF2-40B4-BE49-F238E27FC236}">
                <a16:creationId xmlns:a16="http://schemas.microsoft.com/office/drawing/2014/main" id="{FE115B30-3E6D-E823-531E-BB5BAA199B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1600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16" name="TextBox">
            <a:extLst>
              <a:ext uri="{FF2B5EF4-FFF2-40B4-BE49-F238E27FC236}">
                <a16:creationId xmlns:a16="http://schemas.microsoft.com/office/drawing/2014/main" id="{694F0353-A0DD-9642-BDD7-8FC612070822}"/>
              </a:ext>
            </a:extLst>
          </p:cNvPr>
          <p:cNvSpPr txBox="1"/>
          <p:nvPr userDrawn="1"/>
        </p:nvSpPr>
        <p:spPr>
          <a:xfrm>
            <a:off x="9144001" y="1737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04</a:t>
            </a:r>
          </a:p>
        </p:txBody>
      </p:sp>
      <p:sp>
        <p:nvSpPr>
          <p:cNvPr id="5" name="Content Placeholder 5">
            <a:extLst>
              <a:ext uri="{FF2B5EF4-FFF2-40B4-BE49-F238E27FC236}">
                <a16:creationId xmlns:a16="http://schemas.microsoft.com/office/drawing/2014/main" id="{873DCC96-E62A-5505-4F1E-4A80C8498209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9144001" y="2286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7" name="Line">
            <a:extLst>
              <a:ext uri="{FF2B5EF4-FFF2-40B4-BE49-F238E27FC236}">
                <a16:creationId xmlns:a16="http://schemas.microsoft.com/office/drawing/2014/main" id="{1A90E933-723C-D9CC-B7AB-3043EDAB63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54864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8" name="TextBox">
            <a:extLst>
              <a:ext uri="{FF2B5EF4-FFF2-40B4-BE49-F238E27FC236}">
                <a16:creationId xmlns:a16="http://schemas.microsoft.com/office/drawing/2014/main" id="{8E3B414F-BCCF-E0E0-A5B7-9D21FED7A614}"/>
              </a:ext>
            </a:extLst>
          </p:cNvPr>
          <p:cNvSpPr txBox="1"/>
          <p:nvPr userDrawn="1"/>
        </p:nvSpPr>
        <p:spPr>
          <a:xfrm>
            <a:off x="54864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05</a:t>
            </a:r>
          </a:p>
        </p:txBody>
      </p:sp>
      <p:sp>
        <p:nvSpPr>
          <p:cNvPr id="18" name="Content Placeholder 6">
            <a:extLst>
              <a:ext uri="{FF2B5EF4-FFF2-40B4-BE49-F238E27FC236}">
                <a16:creationId xmlns:a16="http://schemas.microsoft.com/office/drawing/2014/main" id="{5731522F-82BF-A739-FBD5-84B13AFCBF10}"/>
              </a:ext>
            </a:extLst>
          </p:cNvPr>
          <p:cNvSpPr>
            <a:spLocks noGrp="1"/>
          </p:cNvSpPr>
          <p:nvPr>
            <p:ph sz="half" idx="12"/>
          </p:nvPr>
        </p:nvSpPr>
        <p:spPr>
          <a:xfrm>
            <a:off x="54864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19" name="Line">
            <a:extLst>
              <a:ext uri="{FF2B5EF4-FFF2-40B4-BE49-F238E27FC236}">
                <a16:creationId xmlns:a16="http://schemas.microsoft.com/office/drawing/2014/main" id="{B07AB9A6-54AF-4DC6-E298-2E576695A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41376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0" name="TextBox">
            <a:extLst>
              <a:ext uri="{FF2B5EF4-FFF2-40B4-BE49-F238E27FC236}">
                <a16:creationId xmlns:a16="http://schemas.microsoft.com/office/drawing/2014/main" id="{E79A49CF-30B2-91DC-6BCA-2A41DD4CBF09}"/>
              </a:ext>
            </a:extLst>
          </p:cNvPr>
          <p:cNvSpPr txBox="1"/>
          <p:nvPr userDrawn="1"/>
        </p:nvSpPr>
        <p:spPr>
          <a:xfrm>
            <a:off x="341376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06</a:t>
            </a:r>
          </a:p>
        </p:txBody>
      </p:sp>
      <p:sp>
        <p:nvSpPr>
          <p:cNvPr id="25" name="Content Placeholder 7">
            <a:extLst>
              <a:ext uri="{FF2B5EF4-FFF2-40B4-BE49-F238E27FC236}">
                <a16:creationId xmlns:a16="http://schemas.microsoft.com/office/drawing/2014/main" id="{5FE6691B-ACEF-8803-7DC3-70B52F89990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341376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1" name="Line">
            <a:extLst>
              <a:ext uri="{FF2B5EF4-FFF2-40B4-BE49-F238E27FC236}">
                <a16:creationId xmlns:a16="http://schemas.microsoft.com/office/drawing/2014/main" id="{DE9CD609-8A04-24B8-B562-11703E18D2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627888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2" name="TextBox">
            <a:extLst>
              <a:ext uri="{FF2B5EF4-FFF2-40B4-BE49-F238E27FC236}">
                <a16:creationId xmlns:a16="http://schemas.microsoft.com/office/drawing/2014/main" id="{7C5E0031-266F-D418-0BAB-9BD3C4F1EC3F}"/>
              </a:ext>
            </a:extLst>
          </p:cNvPr>
          <p:cNvSpPr txBox="1"/>
          <p:nvPr userDrawn="1"/>
        </p:nvSpPr>
        <p:spPr>
          <a:xfrm>
            <a:off x="627888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07</a:t>
            </a:r>
          </a:p>
        </p:txBody>
      </p:sp>
      <p:sp>
        <p:nvSpPr>
          <p:cNvPr id="26" name="Content Placeholder 8">
            <a:extLst>
              <a:ext uri="{FF2B5EF4-FFF2-40B4-BE49-F238E27FC236}">
                <a16:creationId xmlns:a16="http://schemas.microsoft.com/office/drawing/2014/main" id="{772BE48E-72DE-7245-BBDA-BF3FEC69BED1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7888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cxnSp>
        <p:nvCxnSpPr>
          <p:cNvPr id="23" name="Line">
            <a:extLst>
              <a:ext uri="{FF2B5EF4-FFF2-40B4-BE49-F238E27FC236}">
                <a16:creationId xmlns:a16="http://schemas.microsoft.com/office/drawing/2014/main" id="{51FB53C0-6EA8-D891-85A3-23EE83EADE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144000" y="3886200"/>
            <a:ext cx="2499360" cy="0"/>
          </a:xfrm>
          <a:prstGeom prst="line">
            <a:avLst/>
          </a:prstGeom>
          <a:ln w="19050" cap="flat">
            <a:solidFill>
              <a:schemeClr val="tx1"/>
            </a:solidFill>
            <a:miter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rgbClr val="000000"/>
          </a:effectRef>
          <a:fontRef idx="minor">
            <a:schemeClr val="lt1"/>
          </a:fontRef>
        </p:style>
      </p:cxnSp>
      <p:sp>
        <p:nvSpPr>
          <p:cNvPr id="24" name="TextBox">
            <a:extLst>
              <a:ext uri="{FF2B5EF4-FFF2-40B4-BE49-F238E27FC236}">
                <a16:creationId xmlns:a16="http://schemas.microsoft.com/office/drawing/2014/main" id="{6BF9F70B-8D8A-3E73-E423-909DA6A75EB4}"/>
              </a:ext>
            </a:extLst>
          </p:cNvPr>
          <p:cNvSpPr txBox="1"/>
          <p:nvPr userDrawn="1"/>
        </p:nvSpPr>
        <p:spPr>
          <a:xfrm>
            <a:off x="9144001" y="4023360"/>
            <a:ext cx="2499359" cy="4572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8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3600" b="1"/>
              <a:t>08</a:t>
            </a:r>
          </a:p>
        </p:txBody>
      </p:sp>
      <p:sp>
        <p:nvSpPr>
          <p:cNvPr id="27" name="Content Placeholder 9">
            <a:extLst>
              <a:ext uri="{FF2B5EF4-FFF2-40B4-BE49-F238E27FC236}">
                <a16:creationId xmlns:a16="http://schemas.microsoft.com/office/drawing/2014/main" id="{EA060839-AF98-8040-7AE9-8F0D7E00C135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9144001" y="4572000"/>
            <a:ext cx="2499359" cy="1325880"/>
          </a:xfrm>
        </p:spPr>
        <p:txBody>
          <a:bodyPr/>
          <a:lstStyle>
            <a:lvl1pPr marL="0" indent="0">
              <a:spcBef>
                <a:spcPts val="1000"/>
              </a:spcBef>
              <a:buNone/>
              <a:defRPr sz="1300"/>
            </a:lvl1pPr>
            <a:lvl2pPr marL="137160" indent="-137160">
              <a:spcBef>
                <a:spcPts val="1000"/>
              </a:spcBef>
              <a:buFont typeface="Arial" panose="020B0604020202020204" pitchFamily="34" charset="0"/>
              <a:buChar char="▪"/>
              <a:defRPr sz="1300"/>
            </a:lvl2pPr>
            <a:lvl3pPr marL="274320" indent="-137160">
              <a:defRPr sz="1300"/>
            </a:lvl3pPr>
            <a:lvl4pPr marL="411480" indent="-137160">
              <a:defRPr sz="1300"/>
            </a:lvl4pPr>
            <a:lvl5pPr marL="548640" indent="-137160">
              <a:defRPr sz="1300"/>
            </a:lvl5pPr>
            <a:lvl6pPr marL="685800" indent="-137160">
              <a:defRPr sz="1300"/>
            </a:lvl6pPr>
            <a:lvl7pPr marL="822960" indent="-137160">
              <a:defRPr sz="1300"/>
            </a:lvl7pPr>
            <a:lvl8pPr marL="960120" indent="-137160">
              <a:defRPr sz="1300"/>
            </a:lvl8pPr>
            <a:lvl9pPr marL="109728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Date Placeholder 27">
            <a:extLst>
              <a:ext uri="{FF2B5EF4-FFF2-40B4-BE49-F238E27FC236}">
                <a16:creationId xmlns:a16="http://schemas.microsoft.com/office/drawing/2014/main" id="{4C43927A-9072-62B2-E6B6-C90CC98BD41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A9B2E784-A5F5-4301-881B-94AC8DBF9DED}" type="datetime3">
              <a:rPr lang="en-US" smtClean="0"/>
              <a:t>9 January 2026</a:t>
            </a:fld>
            <a:endParaRPr lang="en-US"/>
          </a:p>
        </p:txBody>
      </p:sp>
      <p:sp>
        <p:nvSpPr>
          <p:cNvPr id="29" name="Slide Number Placeholder 28">
            <a:extLst>
              <a:ext uri="{FF2B5EF4-FFF2-40B4-BE49-F238E27FC236}">
                <a16:creationId xmlns:a16="http://schemas.microsoft.com/office/drawing/2014/main" id="{7C0BB974-2130-F29B-EFD0-42CC6056022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343847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A0F3CE13-290E-12C4-BDCA-17CB5BAFF74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itle 2">
            <a:extLst>
              <a:ext uri="{FF2B5EF4-FFF2-40B4-BE49-F238E27FC236}">
                <a16:creationId xmlns:a16="http://schemas.microsoft.com/office/drawing/2014/main" id="{0AF67DC4-909F-6BF0-DB86-8675E25715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FF3D174-1921-7F28-5394-750C376C77F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18EAB3A5-9E92-4BB9-8F22-9632B4FBEDBA}" type="datetime3">
              <a:rPr lang="en-US" smtClean="0"/>
              <a:t>9 January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BD6737-D835-6484-7A3F-BAD2D784E2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4B09A03-7F71-C11F-C219-9F32BF2D5BC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804017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9" y="1600200"/>
            <a:ext cx="5364480" cy="4572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FDEDA6D-3B28-23A1-C2EE-BBB7617D7DC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40923810-5FB2-48C9-96CA-1DE2C4773142}" type="datetime3">
              <a:rPr lang="en-US" smtClean="0"/>
              <a:t>9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131B70-C8F2-D686-C30C-B4651FF044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Picture Placeholder 3">
            <a:extLst>
              <a:ext uri="{FF2B5EF4-FFF2-40B4-BE49-F238E27FC236}">
                <a16:creationId xmlns:a16="http://schemas.microsoft.com/office/drawing/2014/main" id="{9D1DFBC2-C4E8-E691-E48C-B8D2CF49CDA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</p:spTree>
    <p:extLst>
      <p:ext uri="{BB962C8B-B14F-4D97-AF65-F5344CB8AC3E}">
        <p14:creationId xmlns:p14="http://schemas.microsoft.com/office/powerpoint/2010/main" val="393106166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Image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4D455EB0-A36D-4986-9393-AA1D5CE6C06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411480"/>
            <a:ext cx="11094720" cy="310896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8640" y="3794760"/>
            <a:ext cx="5364480" cy="914400"/>
          </a:xfrm>
        </p:spPr>
        <p:txBody>
          <a:bodyPr/>
          <a:lstStyle>
            <a:lvl1pPr>
              <a:defRPr sz="2800" b="1" cap="none" baseline="0"/>
            </a:lvl1pPr>
          </a:lstStyle>
          <a:p>
            <a:r>
              <a:rPr lang="en-US"/>
              <a:t>[Slide title]</a:t>
            </a:r>
          </a:p>
        </p:txBody>
      </p:sp>
      <p:sp>
        <p:nvSpPr>
          <p:cNvPr id="3" name="Content Placeholder 3"/>
          <p:cNvSpPr>
            <a:spLocks noGrp="1"/>
          </p:cNvSpPr>
          <p:nvPr>
            <p:ph sz="half" idx="1"/>
          </p:nvPr>
        </p:nvSpPr>
        <p:spPr>
          <a:xfrm>
            <a:off x="6278879" y="3794760"/>
            <a:ext cx="5364480" cy="2377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439DE7-660B-3FA9-966D-AB1D9EF6AC8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E50EFF4B-86EB-42FB-93EA-7D8F9CB2466F}" type="datetime3">
              <a:rPr lang="en-US" smtClean="0"/>
              <a:t>9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763529-A3F2-C0F4-1A5C-AAFFF34D7F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361947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390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218">
          <p15:clr>
            <a:srgbClr val="A4A3A4"/>
          </p15:clr>
        </p15:guide>
      </p15:sldGuideLst>
    </p:ext>
  </p:extLst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2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6278879" y="1600200"/>
            <a:ext cx="5364480" cy="228600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278879" y="4114800"/>
            <a:ext cx="5364480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6278879" y="4526280"/>
            <a:ext cx="5364480" cy="164592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E309248A-8803-C0D0-F841-DA0B643CD6D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FB14FC24-E041-45E9-9A72-E5755A86890F}" type="datetime3">
              <a:rPr lang="en-US" smtClean="0"/>
              <a:t>9 January 2026</a:t>
            </a:fld>
            <a:endParaRPr lang="en-US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E501E26-5E18-9AC3-2607-A695FA23E635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077309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  <p15:guide id="3" orient="horz" pos="2592">
          <p15:clr>
            <a:srgbClr val="A4A3A4"/>
          </p15:clr>
        </p15:guide>
        <p15:guide id="4" orient="horz" pos="2448">
          <p15:clr>
            <a:srgbClr val="A4A3A4"/>
          </p15:clr>
        </p15:guide>
      </p15:sldGuideLst>
    </p:ext>
  </p:extLst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3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39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7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39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4370831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370831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4370831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193023" y="1600200"/>
            <a:ext cx="3450336" cy="16916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8193023" y="3520440"/>
            <a:ext cx="3450336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800" b="1"/>
            </a:lvl1pPr>
            <a:lvl2pPr marL="0" indent="0">
              <a:spcBef>
                <a:spcPts val="0"/>
              </a:spcBef>
              <a:buFontTx/>
              <a:buNone/>
              <a:defRPr sz="1800" b="1"/>
            </a:lvl2pPr>
            <a:lvl3pPr marL="0" indent="0">
              <a:spcBef>
                <a:spcPts val="0"/>
              </a:spcBef>
              <a:buFontTx/>
              <a:buNone/>
              <a:defRPr sz="1800" b="1"/>
            </a:lvl3pPr>
            <a:lvl4pPr marL="0" indent="0">
              <a:spcBef>
                <a:spcPts val="0"/>
              </a:spcBef>
              <a:buFontTx/>
              <a:buNone/>
              <a:defRPr sz="1800" b="1"/>
            </a:lvl4pPr>
            <a:lvl5pPr marL="0" indent="0">
              <a:spcBef>
                <a:spcPts val="0"/>
              </a:spcBef>
              <a:buFontTx/>
              <a:buNone/>
              <a:defRPr sz="1800" b="1"/>
            </a:lvl5pPr>
            <a:lvl6pPr marL="0" indent="0">
              <a:spcBef>
                <a:spcPts val="0"/>
              </a:spcBef>
              <a:buFontTx/>
              <a:buNone/>
              <a:defRPr sz="1800" b="1"/>
            </a:lvl6pPr>
            <a:lvl7pPr marL="0" indent="0">
              <a:spcBef>
                <a:spcPts val="0"/>
              </a:spcBef>
              <a:buFontTx/>
              <a:buNone/>
              <a:defRPr sz="1800" b="1"/>
            </a:lvl7pPr>
            <a:lvl8pPr marL="0" indent="0">
              <a:spcBef>
                <a:spcPts val="0"/>
              </a:spcBef>
              <a:buFontTx/>
              <a:buNone/>
              <a:defRPr sz="1800" b="1"/>
            </a:lvl8pPr>
            <a:lvl9pPr marL="0" indent="0">
              <a:spcBef>
                <a:spcPts val="0"/>
              </a:spcBef>
              <a:buFontTx/>
              <a:buNone/>
              <a:defRPr sz="18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8193023" y="3931920"/>
            <a:ext cx="3450336" cy="2240280"/>
          </a:xfrm>
        </p:spPr>
        <p:txBody>
          <a:bodyPr/>
          <a:lstStyle>
            <a:lvl1pPr marL="137160" indent="-137160">
              <a:defRPr sz="1500"/>
            </a:lvl1pPr>
            <a:lvl2pPr marL="274320" indent="-137160">
              <a:defRPr sz="1500"/>
            </a:lvl2pPr>
            <a:lvl3pPr marL="411480" indent="-137160">
              <a:defRPr sz="1500"/>
            </a:lvl3pPr>
            <a:lvl4pPr marL="548640" indent="-137160">
              <a:defRPr sz="1500"/>
            </a:lvl4pPr>
            <a:lvl5pPr marL="685800" indent="-137160">
              <a:defRPr sz="1500"/>
            </a:lvl5pPr>
            <a:lvl6pPr marL="822960" indent="-137160">
              <a:defRPr sz="1500"/>
            </a:lvl6pPr>
            <a:lvl7pPr marL="960120" indent="-137160">
              <a:defRPr sz="1500"/>
            </a:lvl7pPr>
            <a:lvl8pPr marL="1097280" indent="-137160">
              <a:defRPr sz="1500"/>
            </a:lvl8pPr>
            <a:lvl9pPr marL="1234440" indent="-137160"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CC41EC7-A74C-7FAC-CAAF-B45134A90C1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98A19125-94A7-4474-858C-FD9C4ABE9DDA}" type="datetime3">
              <a:rPr lang="en-US" smtClean="0"/>
              <a:t>9 January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0DCE38A9-CABF-9588-DDD8-93DD198F7EC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025168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2218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2074">
          <p15:clr>
            <a:srgbClr val="A4A3A4"/>
          </p15:clr>
        </p15:guide>
      </p15:sldGuideLst>
    </p:ext>
  </p:extLst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and 4 Imag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17D0BA3-CE88-4FFE-E80D-CD039190BDD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2" name="Picture Placeholder 2">
            <a:extLst>
              <a:ext uri="{FF2B5EF4-FFF2-40B4-BE49-F238E27FC236}">
                <a16:creationId xmlns:a16="http://schemas.microsoft.com/office/drawing/2014/main" id="{E4C4A4C8-609A-5582-34D3-DD47E15FD26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6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E500155-914F-3AB3-C892-09CE75C5448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48639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3" name="Content Placeholder 4"/>
          <p:cNvSpPr>
            <a:spLocks noGrp="1"/>
          </p:cNvSpPr>
          <p:nvPr>
            <p:ph sz="half" idx="1"/>
          </p:nvPr>
        </p:nvSpPr>
        <p:spPr>
          <a:xfrm>
            <a:off x="5486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FC3A5FBE-3D66-4376-9A16-FE11155BA55E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3428805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6">
            <a:extLst>
              <a:ext uri="{FF2B5EF4-FFF2-40B4-BE49-F238E27FC236}">
                <a16:creationId xmlns:a16="http://schemas.microsoft.com/office/drawing/2014/main" id="{CD5289C6-6376-08BD-CF12-DE93A92EFB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428805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4" name="Content Placeholder 7"/>
          <p:cNvSpPr>
            <a:spLocks noGrp="1"/>
          </p:cNvSpPr>
          <p:nvPr>
            <p:ph sz="half" idx="2"/>
          </p:nvPr>
        </p:nvSpPr>
        <p:spPr>
          <a:xfrm>
            <a:off x="3428805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Picture Placeholder 8">
            <a:extLst>
              <a:ext uri="{FF2B5EF4-FFF2-40B4-BE49-F238E27FC236}">
                <a16:creationId xmlns:a16="http://schemas.microsoft.com/office/drawing/2014/main" id="{2F1293E6-42E9-E8B5-FFA8-86FB82D486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626384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A0087B1-BE04-FAAE-807C-18D539A5855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26384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A4D43E8-8B9E-0180-3592-10B667D09516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626384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Picture Placeholder 11">
            <a:extLst>
              <a:ext uri="{FF2B5EF4-FFF2-40B4-BE49-F238E27FC236}">
                <a16:creationId xmlns:a16="http://schemas.microsoft.com/office/drawing/2014/main" id="{D206E8B5-48CF-3920-10E8-5C214FEE93B1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1" y="1600200"/>
            <a:ext cx="2499359" cy="1234440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Text Placeholder 12">
            <a:extLst>
              <a:ext uri="{FF2B5EF4-FFF2-40B4-BE49-F238E27FC236}">
                <a16:creationId xmlns:a16="http://schemas.microsoft.com/office/drawing/2014/main" id="{30A8711B-6FCD-CC40-76D9-6F2EED66A6E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144001" y="3063240"/>
            <a:ext cx="2499359" cy="3657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1600" b="1"/>
            </a:lvl1pPr>
            <a:lvl2pPr marL="0" indent="0">
              <a:spcBef>
                <a:spcPts val="0"/>
              </a:spcBef>
              <a:buFontTx/>
              <a:buNone/>
              <a:defRPr sz="1600" b="1"/>
            </a:lvl2pPr>
            <a:lvl3pPr marL="0" indent="0">
              <a:spcBef>
                <a:spcPts val="0"/>
              </a:spcBef>
              <a:buFontTx/>
              <a:buNone/>
              <a:defRPr sz="1600" b="1"/>
            </a:lvl3pPr>
            <a:lvl4pPr marL="0" indent="0">
              <a:spcBef>
                <a:spcPts val="0"/>
              </a:spcBef>
              <a:buFontTx/>
              <a:buNone/>
              <a:defRPr sz="1600" b="1"/>
            </a:lvl4pPr>
            <a:lvl5pPr marL="0" indent="0">
              <a:spcBef>
                <a:spcPts val="0"/>
              </a:spcBef>
              <a:buFontTx/>
              <a:buNone/>
              <a:defRPr sz="1600" b="1"/>
            </a:lvl5pPr>
            <a:lvl6pPr marL="0" indent="0">
              <a:spcBef>
                <a:spcPts val="0"/>
              </a:spcBef>
              <a:buFontTx/>
              <a:buNone/>
              <a:defRPr sz="1600" b="1"/>
            </a:lvl6pPr>
            <a:lvl7pPr marL="0" indent="0">
              <a:spcBef>
                <a:spcPts val="0"/>
              </a:spcBef>
              <a:buFontTx/>
              <a:buNone/>
              <a:defRPr sz="1600" b="1"/>
            </a:lvl7pPr>
            <a:lvl8pPr marL="0" indent="0">
              <a:spcBef>
                <a:spcPts val="0"/>
              </a:spcBef>
              <a:buFontTx/>
              <a:buNone/>
              <a:defRPr sz="1600" b="1"/>
            </a:lvl8pPr>
            <a:lvl9pPr marL="0" indent="0">
              <a:spcBef>
                <a:spcPts val="0"/>
              </a:spcBef>
              <a:buFontTx/>
              <a:buNone/>
              <a:defRPr sz="1600" b="1"/>
            </a:lvl9pPr>
          </a:lstStyle>
          <a:p>
            <a:pPr lvl="0"/>
            <a:r>
              <a:rPr lang="en-US"/>
              <a:t>[Subtitle]</a:t>
            </a:r>
          </a:p>
        </p:txBody>
      </p:sp>
      <p:sp>
        <p:nvSpPr>
          <p:cNvPr id="15" name="Content Placeholder 13">
            <a:extLst>
              <a:ext uri="{FF2B5EF4-FFF2-40B4-BE49-F238E27FC236}">
                <a16:creationId xmlns:a16="http://schemas.microsoft.com/office/drawing/2014/main" id="{ABA13BFB-DABC-41BC-F712-51774CC8BA1C}"/>
              </a:ext>
            </a:extLst>
          </p:cNvPr>
          <p:cNvSpPr>
            <a:spLocks noGrp="1"/>
          </p:cNvSpPr>
          <p:nvPr>
            <p:ph sz="half" idx="21"/>
          </p:nvPr>
        </p:nvSpPr>
        <p:spPr>
          <a:xfrm>
            <a:off x="9144001" y="3474720"/>
            <a:ext cx="2499359" cy="2697480"/>
          </a:xfrm>
        </p:spPr>
        <p:txBody>
          <a:bodyPr/>
          <a:lstStyle>
            <a:lvl1pPr marL="137160" indent="-137160">
              <a:defRPr sz="1300"/>
            </a:lvl1pPr>
            <a:lvl2pPr marL="274320" indent="-137160">
              <a:defRPr sz="1300"/>
            </a:lvl2pPr>
            <a:lvl3pPr marL="411480" indent="-137160">
              <a:defRPr sz="1300"/>
            </a:lvl3pPr>
            <a:lvl4pPr marL="548640" indent="-137160">
              <a:defRPr sz="1300"/>
            </a:lvl4pPr>
            <a:lvl5pPr marL="685800" indent="-137160">
              <a:defRPr sz="1300"/>
            </a:lvl5pPr>
            <a:lvl6pPr marL="822960" indent="-137160">
              <a:defRPr sz="1300"/>
            </a:lvl6pPr>
            <a:lvl7pPr marL="960120" indent="-137160">
              <a:defRPr sz="1300"/>
            </a:lvl7pPr>
            <a:lvl8pPr marL="1097280" indent="-137160">
              <a:defRPr sz="1300"/>
            </a:lvl8pPr>
            <a:lvl9pPr marL="1234440" indent="-137160"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FA3AB29-95C5-BB81-8596-7248603E0DB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fld id="{3BA0343D-C8D8-43CE-BB79-50DEA219DB07}" type="datetime3">
              <a:rPr lang="en-US" smtClean="0"/>
              <a:t>9 January 2026</a:t>
            </a:fld>
            <a:endParaRPr lang="en-US"/>
          </a:p>
        </p:txBody>
      </p:sp>
      <p:sp>
        <p:nvSpPr>
          <p:cNvPr id="17" name="Slide Number Placeholder 16">
            <a:extLst>
              <a:ext uri="{FF2B5EF4-FFF2-40B4-BE49-F238E27FC236}">
                <a16:creationId xmlns:a16="http://schemas.microsoft.com/office/drawing/2014/main" id="{F8249F74-522A-F15A-97B8-27047D5DEDAE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891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1786">
          <p15:clr>
            <a:srgbClr val="A4A3A4"/>
          </p15:clr>
        </p15:guide>
        <p15:guide id="3" orient="horz" pos="3888">
          <p15:clr>
            <a:srgbClr val="A4A3A4"/>
          </p15:clr>
        </p15:guide>
        <p15:guide id="4" orient="horz" pos="1930">
          <p15:clr>
            <a:srgbClr val="A4A3A4"/>
          </p15:clr>
        </p15:guide>
      </p15:sldGuideLst>
    </p:ext>
  </p:extLst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B62121C3-FD56-A9B2-1088-141E0BDB4C1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1DBADC8-E5B3-9DDB-F294-C14F7AA987B8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453BD212-0B9F-4987-965F-AC83B2FC354F}" type="datetime3">
              <a:rPr lang="en-US" smtClean="0"/>
              <a:t>9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DADDA-8448-690C-2CAB-FA7E28471B81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Rectangle 15">
            <a:extLst>
              <a:ext uri="{FF2B5EF4-FFF2-40B4-BE49-F238E27FC236}">
                <a16:creationId xmlns:a16="http://schemas.microsoft.com/office/drawing/2014/main" id="{29767174-7781-C263-3756-CD54301026C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36F2182-1ACE-5AD5-681B-31F3C218704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0C2669-2091-19FC-7FA5-E8DD4A44F8C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3470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1">
            <a:extLst>
              <a:ext uri="{FF2B5EF4-FFF2-40B4-BE49-F238E27FC236}">
                <a16:creationId xmlns:a16="http://schemas.microsoft.com/office/drawing/2014/main" id="{D68235BF-5094-B6AD-6429-61352C54DE9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28600"/>
            <a:ext cx="12192000" cy="6400800"/>
          </a:xfrm>
          <a:solidFill>
            <a:srgbClr val="56555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" name="Title 2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ADC6E9F-9E2F-3968-F76A-CD8240DB9C8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91440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B2EB74B-4EFA-464C-722C-FBCA5174031B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0AF9C2-5E8A-4308-AE6B-CA9B65007D0E}" type="datetime3">
              <a:rPr lang="en-US" smtClean="0"/>
              <a:t>9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C19503-16E7-50C5-8995-F8E0DCB6B62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8E613F9-1842-268A-DF27-3F9D7650270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43873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0" y="411481"/>
            <a:ext cx="8231293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6795135" cy="4023360"/>
          </a:xfrm>
        </p:spPr>
        <p:txBody>
          <a:bodyPr/>
          <a:lstStyle>
            <a:lvl1pPr marL="0" indent="0">
              <a:spcBef>
                <a:spcPts val="0"/>
              </a:spcBef>
              <a:buFontTx/>
              <a:buNone/>
              <a:defRPr sz="28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subtitle]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CC6170-ECB5-A830-2874-091E36410134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FF31E861-D2AF-431D-860B-DCF67C218052}" type="datetime3">
              <a:rPr lang="en-US" smtClean="0"/>
              <a:t>9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B1CE1D-5DB3-7DB4-A801-B688218E7EC6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43772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White 0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0"/>
            <a:ext cx="5365327" cy="914400"/>
          </a:xfrm>
        </p:spPr>
        <p:txBody>
          <a:bodyPr anchor="t" anchorCtr="0"/>
          <a:lstStyle>
            <a:lvl1pPr>
              <a:lnSpc>
                <a:spcPct val="90000"/>
              </a:lnSpc>
              <a:defRPr sz="2400" spc="0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3EF29EDB-49B7-13CD-321C-E88CD44FB7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1600200"/>
            <a:ext cx="6795135" cy="4572000"/>
          </a:xfrm>
        </p:spPr>
        <p:txBody>
          <a:bodyPr/>
          <a:lstStyle>
            <a:lvl1pPr marL="0" indent="0">
              <a:lnSpc>
                <a:spcPct val="90000"/>
              </a:lnSpc>
              <a:spcBef>
                <a:spcPts val="0"/>
              </a:spcBef>
              <a:buFontTx/>
              <a:buNone/>
              <a:defRPr sz="3600"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[Long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A978CF-9C5E-3CFC-1FBF-80FF0C14A03A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D1DA25B2-AAF1-4C1F-AA38-12D5BFA7D4C8}" type="datetime3">
              <a:rPr lang="en-US" smtClean="0"/>
              <a:t>9 January 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496E61-43C3-4A10-6216-8AA17EF97B8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22316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- Half Image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98909E-3F3B-28FF-B01F-B77401FC0BCC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A25C0F39-45D0-48E9-90B3-7FE8FCE561C8}" type="datetime3">
              <a:rPr lang="en-US" smtClean="0"/>
              <a:t>9 January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4506F2-72D4-8024-72B5-E5E4464D05D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Picture Placeholder 3">
            <a:extLst>
              <a:ext uri="{FF2B5EF4-FFF2-40B4-BE49-F238E27FC236}">
                <a16:creationId xmlns:a16="http://schemas.microsoft.com/office/drawing/2014/main" id="{6FB94CE1-6713-07D6-4B5A-4A8C98A3721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4" name="Rectangle 15">
            <a:extLst>
              <a:ext uri="{FF2B5EF4-FFF2-40B4-BE49-F238E27FC236}">
                <a16:creationId xmlns:a16="http://schemas.microsoft.com/office/drawing/2014/main" id="{F827E20F-449C-FD35-0420-0D0665538DF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9B78D2D4-DCB9-0AD3-0C18-6C6757224CC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0600B0-1249-F5D8-D1B7-CC4F0AD64E0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935768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- Half Image - Whit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48641" y="411481"/>
            <a:ext cx="5365327" cy="1189037"/>
          </a:xfrm>
        </p:spPr>
        <p:txBody>
          <a:bodyPr anchor="t" anchorCtr="0"/>
          <a:lstStyle>
            <a:lvl1pPr>
              <a:lnSpc>
                <a:spcPct val="80000"/>
              </a:lnSpc>
              <a:defRPr sz="4000" spc="-1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[Section title]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FD05FCA9-6234-AA37-16E9-CA72B744A81B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8640" y="2148840"/>
            <a:ext cx="5365325" cy="4023360"/>
          </a:xfrm>
        </p:spPr>
        <p:txBody>
          <a:bodyPr/>
          <a:lstStyle>
            <a:lvl1pPr marL="0" indent="0">
              <a:spcBef>
                <a:spcPts val="1000"/>
              </a:spcBef>
              <a:buFontTx/>
              <a:buNone/>
              <a:defRPr/>
            </a:lvl1pPr>
            <a:lvl2pPr marL="182880" indent="-182880">
              <a:spcBef>
                <a:spcPts val="1000"/>
              </a:spcBef>
              <a:buFont typeface="Arial" panose="020B0604020202020204" pitchFamily="34" charset="0"/>
              <a:buChar char="▪"/>
              <a:defRPr/>
            </a:lvl2pPr>
            <a:lvl3pPr marL="365760">
              <a:defRPr/>
            </a:lvl3pPr>
            <a:lvl4pPr marL="548640">
              <a:defRPr/>
            </a:lvl4pPr>
            <a:lvl5pPr marL="731520">
              <a:defRPr/>
            </a:lvl5pPr>
            <a:lvl6pPr marL="914400">
              <a:defRPr/>
            </a:lvl6pPr>
            <a:lvl7pPr marL="1097280">
              <a:defRPr/>
            </a:lvl7pPr>
            <a:lvl8pPr marL="1280160">
              <a:defRPr/>
            </a:lvl8pPr>
            <a:lvl9pPr marL="1463040">
              <a:defRPr/>
            </a:lvl9pPr>
          </a:lstStyle>
          <a:p>
            <a:pPr lvl="0"/>
            <a:r>
              <a:rPr lang="en-US"/>
              <a:t>[Optional section description]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99F1DF14-7FE6-F760-F31F-7EF2AD60D9C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278037" y="1076324"/>
            <a:ext cx="5365748" cy="5095875"/>
          </a:xfrm>
          <a:solidFill>
            <a:srgbClr val="D5D5D7"/>
          </a:solidFill>
        </p:spPr>
        <p:txBody>
          <a:bodyPr anchor="ctr" anchorCtr="0"/>
          <a:lstStyle>
            <a:lvl1pPr marL="0" indent="0" algn="ctr">
              <a:buFontTx/>
              <a:buNone/>
              <a:defRPr sz="1000">
                <a:solidFill>
                  <a:srgbClr val="221F20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0223B66-3A13-0C9F-B944-AC25D742AF9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9BAF1A3D-92FA-4F24-9781-74AFA516A230}" type="datetime3">
              <a:rPr lang="en-US" smtClean="0"/>
              <a:t>9 January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1544B9-C835-CF1D-D28F-2122F278951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80481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354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79C0D1-24E4-F8B5-5008-90B631F44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19C672-856D-4617-A693-8FE15749A9B7}" type="datetime3">
              <a:rPr lang="en-US" smtClean="0"/>
              <a:t>9 January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D0708B-B177-BDB5-031F-585D18C07E8A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433629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Only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[Slide title]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232747-3E71-8E75-327E-02C587769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6C764D-A39E-4C03-B161-E0BC66E8883B}" type="datetime3">
              <a:rPr lang="en-US" smtClean="0"/>
              <a:t>9 January 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282339-D15E-F6F1-894B-9E0056121556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Rectangle 15">
            <a:extLst>
              <a:ext uri="{FF2B5EF4-FFF2-40B4-BE49-F238E27FC236}">
                <a16:creationId xmlns:a16="http://schemas.microsoft.com/office/drawing/2014/main" id="{833783EA-3887-4D75-CFC6-A032432DD7A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C42907C-64C3-CBB8-169A-BB3EFFC55BC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44B3BC7-1721-F04F-32EA-9BA47104C8A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712341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08">
          <p15:clr>
            <a:srgbClr val="A4A3A4"/>
          </p15:clr>
        </p15:guide>
        <p15:guide id="2" orient="horz" pos="3888">
          <p15:clr>
            <a:srgbClr val="A4A3A4"/>
          </p15:clr>
        </p15:guide>
      </p15:sldGuideLst>
    </p:ext>
  </p:extLst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663EDA0-A0A8-B169-0C67-503B7AD62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3E33F9-20B7-4995-BE7D-165DBB597850}" type="datetime3">
              <a:rPr lang="en-US" smtClean="0"/>
              <a:t>9 January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ED91F9A-E3C3-E735-5763-000960145427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801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 - Black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D7CC9F-EDC9-A6F7-DA66-4A306089A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41C263-3501-4369-A962-62B6BF915CDE}" type="datetime3">
              <a:rPr lang="en-US" smtClean="0"/>
              <a:t>9 January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09D9C3A-06B5-D7B7-AE0A-005090EAD783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Rectangle 15">
            <a:extLst>
              <a:ext uri="{FF2B5EF4-FFF2-40B4-BE49-F238E27FC236}">
                <a16:creationId xmlns:a16="http://schemas.microsoft.com/office/drawing/2014/main" id="{B76758EE-15B3-7721-5E75-E147C887068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C5DC3A-1F9F-1C52-8FA1-007E776E4A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>
                <a:solidFill>
                  <a:schemeClr val="tx1"/>
                </a:solidFill>
                <a:latin typeface="+mn-lt"/>
                <a:cs typeface="Arial Bold" panose="020B0704020202020204" pitchFamily="34" charset="0"/>
              </a:rPr>
              <a:t>EDIT CONTROL STATEMENT UNDER &gt; VIEW &gt; SLIDE MASTER &gt; SCROLL TO TOP &gt; CHANGE HEADER AND FOOTER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9D1ED16-EB0F-ACBF-80D9-A9A76A8D752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89816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3888">
          <p15:clr>
            <a:srgbClr val="A4A3A4"/>
          </p15:clr>
        </p15:guide>
        <p15:guide id="2" orient="horz" pos="1008">
          <p15:clr>
            <a:srgbClr val="A4A3A4"/>
          </p15:clr>
        </p15:guide>
      </p15:sldGuideLst>
    </p:ext>
  </p:extLst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">
            <a:extLst>
              <a:ext uri="{FF2B5EF4-FFF2-40B4-BE49-F238E27FC236}">
                <a16:creationId xmlns:a16="http://schemas.microsoft.com/office/drawing/2014/main" id="{9FBB499C-D22E-E02E-342C-293D573F4036}"/>
              </a:ext>
            </a:extLst>
          </p:cNvPr>
          <p:cNvSpPr txBox="1"/>
          <p:nvPr userDrawn="1"/>
        </p:nvSpPr>
        <p:spPr>
          <a:xfrm>
            <a:off x="548216" y="2148840"/>
            <a:ext cx="11094720" cy="1371600"/>
          </a:xfrm>
          <a:prstGeom prst="rect">
            <a:avLst/>
          </a:prstGeom>
          <a:noFill/>
        </p:spPr>
        <p:txBody>
          <a:bodyPr wrap="square" lIns="0" tIns="0" rIns="0" bIns="0" rtlCol="0">
            <a:noAutofit/>
          </a:bodyPr>
          <a:lstStyle/>
          <a:p>
            <a:pPr marL="0" indent="0">
              <a:lnSpc>
                <a:spcPct val="90000"/>
              </a:lnSpc>
              <a:spcBef>
                <a:spcPts val="0"/>
              </a:spcBef>
              <a:buSzPct val="100000"/>
              <a:buFontTx/>
              <a:buNone/>
            </a:pPr>
            <a:r>
              <a:rPr lang="en-US" sz="4800" cap="all" baseline="0">
                <a:solidFill>
                  <a:srgbClr val="FFCC01"/>
                </a:solidFill>
              </a:rPr>
              <a:t>THANK YOU.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:a16="http://schemas.microsoft.com/office/drawing/2014/main" id="{900DDD06-33DA-C48B-4271-22D241C5EC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8218" y="4819414"/>
            <a:ext cx="5365749" cy="1371599"/>
          </a:xfrm>
        </p:spPr>
        <p:txBody>
          <a:bodyPr anchor="b" anchorCtr="0"/>
          <a:lstStyle>
            <a:lvl1pPr marL="0" indent="0">
              <a:spcBef>
                <a:spcPts val="0"/>
              </a:spcBef>
              <a:buFontTx/>
              <a:buNone/>
              <a:defRPr sz="1200"/>
            </a:lvl1pPr>
            <a:lvl2pPr marL="0" indent="0">
              <a:spcBef>
                <a:spcPts val="0"/>
              </a:spcBef>
              <a:buFontTx/>
              <a:buNone/>
              <a:defRPr sz="1200"/>
            </a:lvl2pPr>
            <a:lvl3pPr marL="0" indent="0">
              <a:spcBef>
                <a:spcPts val="0"/>
              </a:spcBef>
              <a:buFontTx/>
              <a:buNone/>
              <a:defRPr sz="1200"/>
            </a:lvl3pPr>
            <a:lvl4pPr marL="0" indent="0">
              <a:spcBef>
                <a:spcPts val="0"/>
              </a:spcBef>
              <a:buFontTx/>
              <a:buNone/>
              <a:defRPr sz="1200"/>
            </a:lvl4pPr>
            <a:lvl5pPr marL="0" indent="0">
              <a:spcBef>
                <a:spcPts val="0"/>
              </a:spcBef>
              <a:buFontTx/>
              <a:buNone/>
              <a:defRPr sz="1200"/>
            </a:lvl5pPr>
            <a:lvl6pPr marL="0" indent="0">
              <a:spcBef>
                <a:spcPts val="0"/>
              </a:spcBef>
              <a:buFontTx/>
              <a:buNone/>
              <a:defRPr sz="1200"/>
            </a:lvl6pPr>
            <a:lvl7pPr marL="0" indent="0">
              <a:spcBef>
                <a:spcPts val="0"/>
              </a:spcBef>
              <a:buFontTx/>
              <a:buNone/>
              <a:defRPr sz="1200"/>
            </a:lvl7pPr>
            <a:lvl8pPr marL="0" indent="0">
              <a:spcBef>
                <a:spcPts val="0"/>
              </a:spcBef>
              <a:buFontTx/>
              <a:buNone/>
              <a:defRPr sz="1200"/>
            </a:lvl8pPr>
            <a:lvl9pPr marL="0" indent="0">
              <a:spcBef>
                <a:spcPts val="0"/>
              </a:spcBef>
              <a:buFontTx/>
              <a:buNone/>
              <a:defRPr sz="1200"/>
            </a:lvl9pPr>
          </a:lstStyle>
          <a:p>
            <a:pPr lvl="0"/>
            <a:r>
              <a:rPr lang="en-US"/>
              <a:t>[Optional contact information]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D632A57-06FC-652E-6EE4-1F70D322E5B3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B06F3EBE-B2E8-4992-9F00-9E4B44F057C0}" type="datetime3">
              <a:rPr lang="en-US" smtClean="0"/>
              <a:t>9 January 2026</a:t>
            </a:fld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9E1E829-FABB-578E-0154-2C87BBF4E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3490B06-8AF4-4B9B-7F1E-C2E93EEF2F6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10004616" y="411162"/>
            <a:ext cx="1629707" cy="4780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89436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Logo">
    <p:bg>
      <p:bgPr>
        <a:solidFill>
          <a:srgbClr val="221F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U.S. Army" descr="U.S. Army">
            <a:extLst>
              <a:ext uri="{FF2B5EF4-FFF2-40B4-BE49-F238E27FC236}">
                <a16:creationId xmlns:a16="http://schemas.microsoft.com/office/drawing/2014/main" id="{0B06A788-76BC-690C-D43E-FC2BDE0FB20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 bwMode="black">
          <a:xfrm>
            <a:off x="2827020" y="2194560"/>
            <a:ext cx="6537960" cy="2468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39667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image" Target="../media/image1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image" Target="../media/image2.png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45.xml"/><Relationship Id="rId18" Type="http://schemas.openxmlformats.org/officeDocument/2006/relationships/slideLayout" Target="../slideLayouts/slideLayout50.xml"/><Relationship Id="rId26" Type="http://schemas.openxmlformats.org/officeDocument/2006/relationships/slideLayout" Target="../slideLayouts/slideLayout58.xml"/><Relationship Id="rId3" Type="http://schemas.openxmlformats.org/officeDocument/2006/relationships/slideLayout" Target="../slideLayouts/slideLayout35.xml"/><Relationship Id="rId21" Type="http://schemas.openxmlformats.org/officeDocument/2006/relationships/slideLayout" Target="../slideLayouts/slideLayout53.xml"/><Relationship Id="rId34" Type="http://schemas.openxmlformats.org/officeDocument/2006/relationships/image" Target="../media/image2.png"/><Relationship Id="rId7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4.xml"/><Relationship Id="rId17" Type="http://schemas.openxmlformats.org/officeDocument/2006/relationships/slideLayout" Target="../slideLayouts/slideLayout49.xml"/><Relationship Id="rId25" Type="http://schemas.openxmlformats.org/officeDocument/2006/relationships/slideLayout" Target="../slideLayouts/slideLayout57.xml"/><Relationship Id="rId33" Type="http://schemas.openxmlformats.org/officeDocument/2006/relationships/image" Target="../media/image1.png"/><Relationship Id="rId2" Type="http://schemas.openxmlformats.org/officeDocument/2006/relationships/slideLayout" Target="../slideLayouts/slideLayout34.xml"/><Relationship Id="rId16" Type="http://schemas.openxmlformats.org/officeDocument/2006/relationships/slideLayout" Target="../slideLayouts/slideLayout48.xml"/><Relationship Id="rId20" Type="http://schemas.openxmlformats.org/officeDocument/2006/relationships/slideLayout" Target="../slideLayouts/slideLayout52.xml"/><Relationship Id="rId29" Type="http://schemas.openxmlformats.org/officeDocument/2006/relationships/slideLayout" Target="../slideLayouts/slideLayout61.xml"/><Relationship Id="rId1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43.xml"/><Relationship Id="rId24" Type="http://schemas.openxmlformats.org/officeDocument/2006/relationships/slideLayout" Target="../slideLayouts/slideLayout56.xml"/><Relationship Id="rId32" Type="http://schemas.openxmlformats.org/officeDocument/2006/relationships/theme" Target="../theme/theme2.xml"/><Relationship Id="rId5" Type="http://schemas.openxmlformats.org/officeDocument/2006/relationships/slideLayout" Target="../slideLayouts/slideLayout37.xml"/><Relationship Id="rId15" Type="http://schemas.openxmlformats.org/officeDocument/2006/relationships/slideLayout" Target="../slideLayouts/slideLayout47.xml"/><Relationship Id="rId23" Type="http://schemas.openxmlformats.org/officeDocument/2006/relationships/slideLayout" Target="../slideLayouts/slideLayout55.xml"/><Relationship Id="rId28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51.xml"/><Relationship Id="rId31" Type="http://schemas.openxmlformats.org/officeDocument/2006/relationships/slideLayout" Target="../slideLayouts/slideLayout63.xml"/><Relationship Id="rId4" Type="http://schemas.openxmlformats.org/officeDocument/2006/relationships/slideLayout" Target="../slideLayouts/slideLayout36.xml"/><Relationship Id="rId9" Type="http://schemas.openxmlformats.org/officeDocument/2006/relationships/slideLayout" Target="../slideLayouts/slideLayout41.xml"/><Relationship Id="rId14" Type="http://schemas.openxmlformats.org/officeDocument/2006/relationships/slideLayout" Target="../slideLayouts/slideLayout46.xml"/><Relationship Id="rId22" Type="http://schemas.openxmlformats.org/officeDocument/2006/relationships/slideLayout" Target="../slideLayouts/slideLayout54.xml"/><Relationship Id="rId27" Type="http://schemas.openxmlformats.org/officeDocument/2006/relationships/slideLayout" Target="../slideLayouts/slideLayout59.xml"/><Relationship Id="rId30" Type="http://schemas.openxmlformats.org/officeDocument/2006/relationships/slideLayout" Target="../slideLayouts/slideLayout62.xml"/><Relationship Id="rId8" Type="http://schemas.openxmlformats.org/officeDocument/2006/relationships/slideLayout" Target="../slideLayouts/slideLayout40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26" Type="http://schemas.openxmlformats.org/officeDocument/2006/relationships/slideLayout" Target="../slideLayouts/slideLayout89.xml"/><Relationship Id="rId3" Type="http://schemas.openxmlformats.org/officeDocument/2006/relationships/slideLayout" Target="../slideLayouts/slideLayout66.xml"/><Relationship Id="rId21" Type="http://schemas.openxmlformats.org/officeDocument/2006/relationships/slideLayout" Target="../slideLayouts/slideLayout84.xml"/><Relationship Id="rId7" Type="http://schemas.openxmlformats.org/officeDocument/2006/relationships/slideLayout" Target="../slideLayouts/slideLayout70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5" Type="http://schemas.openxmlformats.org/officeDocument/2006/relationships/slideLayout" Target="../slideLayouts/slideLayout88.xml"/><Relationship Id="rId33" Type="http://schemas.openxmlformats.org/officeDocument/2006/relationships/image" Target="../media/image2.png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0" Type="http://schemas.openxmlformats.org/officeDocument/2006/relationships/slideLayout" Target="../slideLayouts/slideLayout83.xml"/><Relationship Id="rId29" Type="http://schemas.openxmlformats.org/officeDocument/2006/relationships/slideLayout" Target="../slideLayouts/slideLayout92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87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68.xml"/><Relationship Id="rId15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91.xml"/><Relationship Id="rId10" Type="http://schemas.openxmlformats.org/officeDocument/2006/relationships/slideLayout" Target="../slideLayouts/slideLayout73.xml"/><Relationship Id="rId19" Type="http://schemas.openxmlformats.org/officeDocument/2006/relationships/slideLayout" Target="../slideLayouts/slideLayout82.xml"/><Relationship Id="rId31" Type="http://schemas.openxmlformats.org/officeDocument/2006/relationships/theme" Target="../theme/theme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Relationship Id="rId14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85.xml"/><Relationship Id="rId27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93.xml"/><Relationship Id="rId8" Type="http://schemas.openxmlformats.org/officeDocument/2006/relationships/slideLayout" Target="../slideLayouts/slideLayout7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4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5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57566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  <p:sldLayoutId id="2147483692" r:id="rId3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/>
        </p:nvPicPr>
        <p:blipFill>
          <a:blip r:embed="rId33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/>
        </p:nvPicPr>
        <p:blipFill>
          <a:blip r:embed="rId34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4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9" r:id="rId6"/>
    <p:sldLayoutId id="2147483700" r:id="rId7"/>
    <p:sldLayoutId id="2147483701" r:id="rId8"/>
    <p:sldLayoutId id="2147483702" r:id="rId9"/>
    <p:sldLayoutId id="2147483703" r:id="rId10"/>
    <p:sldLayoutId id="2147483704" r:id="rId11"/>
    <p:sldLayoutId id="2147483705" r:id="rId12"/>
    <p:sldLayoutId id="2147483706" r:id="rId13"/>
    <p:sldLayoutId id="2147483707" r:id="rId14"/>
    <p:sldLayoutId id="2147483708" r:id="rId15"/>
    <p:sldLayoutId id="2147483709" r:id="rId16"/>
    <p:sldLayoutId id="2147483710" r:id="rId17"/>
    <p:sldLayoutId id="2147483711" r:id="rId18"/>
    <p:sldLayoutId id="2147483712" r:id="rId19"/>
    <p:sldLayoutId id="2147483713" r:id="rId20"/>
    <p:sldLayoutId id="2147483714" r:id="rId21"/>
    <p:sldLayoutId id="2147483715" r:id="rId22"/>
    <p:sldLayoutId id="2147483716" r:id="rId23"/>
    <p:sldLayoutId id="2147483717" r:id="rId24"/>
    <p:sldLayoutId id="2147483718" r:id="rId25"/>
    <p:sldLayoutId id="2147483719" r:id="rId26"/>
    <p:sldLayoutId id="2147483720" r:id="rId27"/>
    <p:sldLayoutId id="2147483721" r:id="rId28"/>
    <p:sldLayoutId id="2147483722" r:id="rId29"/>
    <p:sldLayoutId id="2147483723" r:id="rId30"/>
    <p:sldLayoutId id="2147483725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C170940C-8B04-CB4D-1B44-6768963C04C7}"/>
              </a:ext>
            </a:extLst>
          </p:cNvPr>
          <p:cNvPicPr>
            <a:picLocks noChangeAspect="1"/>
          </p:cNvPicPr>
          <p:nvPr userDrawn="1"/>
        </p:nvPicPr>
        <p:blipFill>
          <a:blip r:embed="rId32"/>
          <a:srcRect l="26274" t="67"/>
          <a:stretch>
            <a:fillRect/>
          </a:stretch>
        </p:blipFill>
        <p:spPr>
          <a:xfrm>
            <a:off x="10428514" y="411481"/>
            <a:ext cx="1214844" cy="477704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48640" y="411481"/>
            <a:ext cx="8231293" cy="9144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[Slide title]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48639" y="1600198"/>
            <a:ext cx="11094720" cy="4572000"/>
          </a:xfrm>
          <a:prstGeom prst="rect">
            <a:avLst/>
          </a:prstGeom>
        </p:spPr>
        <p:txBody>
          <a:bodyPr vert="horz" lIns="0" tIns="0" rIns="0" bIns="0" spcCol="365760" rtlCol="0">
            <a:no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Rectangle 15">
            <a:extLst>
              <a:ext uri="{FF2B5EF4-FFF2-40B4-BE49-F238E27FC236}">
                <a16:creationId xmlns:a16="http://schemas.microsoft.com/office/drawing/2014/main" id="{A505B177-5D6D-67A3-C213-FBD8A41DB44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6657945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0" rIns="0" anchor="b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1B11D7F-02E5-4718-D558-9A38AEFE4A3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1386840" y="0"/>
            <a:ext cx="9418320" cy="20005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t" anchorCtr="0">
            <a:spAutoFit/>
          </a:bodyPr>
          <a:lstStyle/>
          <a:p>
            <a:pPr algn="ctr">
              <a:defRPr/>
            </a:pPr>
            <a:r>
              <a:rPr lang="en-US" sz="700" b="1" dirty="0">
                <a:solidFill>
                  <a:srgbClr val="2DAA27"/>
                </a:solidFill>
                <a:latin typeface="+mn-lt"/>
                <a:cs typeface="Arial Bold" panose="020B0704020202020204" pitchFamily="34" charset="0"/>
              </a:rPr>
              <a:t>UNCLASSIFIED / GENERAL</a:t>
            </a:r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B598B6A5-7EA2-1E58-A263-9A08F2A4D5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688" y="6629400"/>
            <a:ext cx="823912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l">
              <a:defRPr sz="700" b="1">
                <a:solidFill>
                  <a:schemeClr val="tx1"/>
                </a:solidFill>
              </a:defRPr>
            </a:lvl1pPr>
          </a:lstStyle>
          <a:p>
            <a:fld id="{CABCB1B0-B6E5-4DD1-BB55-95C076D6C0C8}" type="datetime3">
              <a:rPr lang="en-US" smtClean="0"/>
              <a:t>9 January 2026</a:t>
            </a:fld>
            <a:endParaRPr lang="en-US"/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FA4C418-D296-ED76-977B-4AA2E1E823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210716" y="6629400"/>
            <a:ext cx="442001" cy="228600"/>
          </a:xfrm>
          <a:prstGeom prst="rect">
            <a:avLst/>
          </a:prstGeom>
        </p:spPr>
        <p:txBody>
          <a:bodyPr vert="horz" lIns="0" tIns="45720" rIns="0" bIns="45720" rtlCol="0" anchor="b" anchorCtr="0"/>
          <a:lstStyle>
            <a:lvl1pPr algn="r">
              <a:defRPr sz="700" b="1">
                <a:solidFill>
                  <a:schemeClr val="tx1"/>
                </a:solidFill>
              </a:defRPr>
            </a:lvl1pPr>
          </a:lstStyle>
          <a:p>
            <a:fld id="{64E5BE4B-2FBF-4174-9E62-85FAD1CB43A6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A picture containing icon&#10;&#10;AI-generated content may be incorrect.">
            <a:extLst>
              <a:ext uri="{FF2B5EF4-FFF2-40B4-BE49-F238E27FC236}">
                <a16:creationId xmlns:a16="http://schemas.microsoft.com/office/drawing/2014/main" id="{84A6E5DC-D173-77B5-CFA6-9D4A8EBB00CD}"/>
              </a:ext>
            </a:extLst>
          </p:cNvPr>
          <p:cNvPicPr>
            <a:picLocks noChangeAspect="1"/>
          </p:cNvPicPr>
          <p:nvPr userDrawn="1"/>
        </p:nvPicPr>
        <p:blipFill>
          <a:blip r:embed="rId33"/>
          <a:stretch>
            <a:fillRect/>
          </a:stretch>
        </p:blipFill>
        <p:spPr>
          <a:xfrm>
            <a:off x="9926020" y="424087"/>
            <a:ext cx="502494" cy="477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7299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7" r:id="rId1"/>
    <p:sldLayoutId id="2147483728" r:id="rId2"/>
    <p:sldLayoutId id="2147483729" r:id="rId3"/>
    <p:sldLayoutId id="2147483730" r:id="rId4"/>
    <p:sldLayoutId id="2147483731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  <p:sldLayoutId id="2147483738" r:id="rId12"/>
    <p:sldLayoutId id="2147483739" r:id="rId13"/>
    <p:sldLayoutId id="2147483740" r:id="rId14"/>
    <p:sldLayoutId id="2147483741" r:id="rId15"/>
    <p:sldLayoutId id="2147483742" r:id="rId16"/>
    <p:sldLayoutId id="2147483743" r:id="rId17"/>
    <p:sldLayoutId id="2147483744" r:id="rId18"/>
    <p:sldLayoutId id="2147483745" r:id="rId19"/>
    <p:sldLayoutId id="2147483746" r:id="rId20"/>
    <p:sldLayoutId id="2147483747" r:id="rId21"/>
    <p:sldLayoutId id="2147483748" r:id="rId22"/>
    <p:sldLayoutId id="2147483749" r:id="rId23"/>
    <p:sldLayoutId id="2147483750" r:id="rId24"/>
    <p:sldLayoutId id="2147483751" r:id="rId25"/>
    <p:sldLayoutId id="2147483752" r:id="rId26"/>
    <p:sldLayoutId id="2147483753" r:id="rId27"/>
    <p:sldLayoutId id="2147483754" r:id="rId28"/>
    <p:sldLayoutId id="2147483755" r:id="rId29"/>
    <p:sldLayoutId id="2147483756" r:id="rId30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5000"/>
        </a:lnSpc>
        <a:spcBef>
          <a:spcPts val="1000"/>
        </a:spcBef>
        <a:buFont typeface="Arial" panose="020B0604020202020204" pitchFamily="34" charset="0"/>
        <a:buChar char="▪"/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3657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5486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7315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91440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109728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128016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146304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1645920" indent="-182880" algn="l" defTabSz="914400" rtl="0" eaLnBrk="1" latinLnBrk="0" hangingPunct="1">
        <a:lnSpc>
          <a:spcPct val="95000"/>
        </a:lnSpc>
        <a:spcBef>
          <a:spcPts val="500"/>
        </a:spcBef>
        <a:buFont typeface="Arial" panose="020B0604020202020204" pitchFamily="34" charset="0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59">
          <p15:clr>
            <a:srgbClr val="F26B43"/>
          </p15:clr>
        </p15:guide>
        <p15:guide id="2" pos="345">
          <p15:clr>
            <a:srgbClr val="F26B43"/>
          </p15:clr>
        </p15:guide>
        <p15:guide id="3" pos="7335">
          <p15:clr>
            <a:srgbClr val="F26B43"/>
          </p15:clr>
        </p15:guide>
        <p15:guide id="4" orient="horz" pos="4061">
          <p15:clr>
            <a:srgbClr val="F26B43"/>
          </p15:clr>
        </p15:guide>
        <p15:guide id="6" pos="1018">
          <p15:clr>
            <a:srgbClr val="A4A3A4"/>
          </p15:clr>
        </p15:guide>
        <p15:guide id="7" pos="1248">
          <p15:clr>
            <a:srgbClr val="A4A3A4"/>
          </p15:clr>
        </p15:guide>
        <p15:guide id="8" pos="2148">
          <p15:clr>
            <a:srgbClr val="A4A3A4"/>
          </p15:clr>
        </p15:guide>
        <p15:guide id="9" pos="3052">
          <p15:clr>
            <a:srgbClr val="A4A3A4"/>
          </p15:clr>
        </p15:guide>
        <p15:guide id="10" pos="3954">
          <p15:clr>
            <a:srgbClr val="A4A3A4"/>
          </p15:clr>
        </p15:guide>
        <p15:guide id="11" pos="3724">
          <p15:clr>
            <a:srgbClr val="A4A3A4"/>
          </p15:clr>
        </p15:guide>
        <p15:guide id="12" pos="4858">
          <p15:clr>
            <a:srgbClr val="A4A3A4"/>
          </p15:clr>
        </p15:guide>
        <p15:guide id="13" pos="5784">
          <p15:clr>
            <a:srgbClr val="A4A3A4"/>
          </p15:clr>
        </p15:guide>
        <p15:guide id="14" pos="6660">
          <p15:clr>
            <a:srgbClr val="A4A3A4"/>
          </p15:clr>
        </p15:guide>
        <p15:guide id="15" pos="1920">
          <p15:clr>
            <a:srgbClr val="A4A3A4"/>
          </p15:clr>
        </p15:guide>
        <p15:guide id="16" pos="2822">
          <p15:clr>
            <a:srgbClr val="A4A3A4"/>
          </p15:clr>
        </p15:guide>
        <p15:guide id="17" pos="4626">
          <p15:clr>
            <a:srgbClr val="A4A3A4"/>
          </p15:clr>
        </p15:guide>
        <p15:guide id="18" pos="5530">
          <p15:clr>
            <a:srgbClr val="A4A3A4"/>
          </p15:clr>
        </p15:guide>
        <p15:guide id="19" pos="6434">
          <p15:clr>
            <a:srgbClr val="A4A3A4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CCEDCD1-8A82-A4DE-9B35-46F95FAC732A}"/>
              </a:ext>
            </a:extLst>
          </p:cNvPr>
          <p:cNvSpPr>
            <a:spLocks noGrp="1"/>
          </p:cNvSpPr>
          <p:nvPr>
            <p:ph type="dt" sz="half" idx="49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3E0868-4E26-4CDC-8A56-D70E2D8B12FE}" type="datetime3">
              <a:rPr kumimoji="0" 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 January 2026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DFC473F-A75E-4DC2-8570-AE774BD728DD}"/>
              </a:ext>
            </a:extLst>
          </p:cNvPr>
          <p:cNvSpPr>
            <a:spLocks noGrp="1"/>
          </p:cNvSpPr>
          <p:nvPr>
            <p:ph type="sldNum" sz="quarter" idx="5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4E5BE4B-2FBF-4174-9E62-85FAD1CB43A6}" type="slidenum">
              <a:rPr kumimoji="0" lang="en-US" sz="700" b="1" i="0" u="none" strike="noStrike" kern="1200" cap="none" spc="0" normalizeH="0" baseline="0" noProof="0" smtClean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700" b="1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4" name="Title 13">
            <a:extLst>
              <a:ext uri="{FF2B5EF4-FFF2-40B4-BE49-F238E27FC236}">
                <a16:creationId xmlns:a16="http://schemas.microsoft.com/office/drawing/2014/main" id="{EDAC0F52-3870-8062-386A-70842807E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Debugging Techniques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DE5F912C-9782-F91C-A2AE-FB21D97D549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AI Tech – Intro 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81345946-3489-83E5-F7D9-C344B837A0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77380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A9586-8BA2-FECE-6ED5-8B2BC0018E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6A0386-B73E-705F-298B-57C1D854B76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Bug Types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Debugging Techniques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endParaRPr lang="en-US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dirty="0"/>
              <a:t>Debugging Strategies</a:t>
            </a:r>
          </a:p>
        </p:txBody>
      </p:sp>
    </p:spTree>
    <p:extLst>
      <p:ext uri="{BB962C8B-B14F-4D97-AF65-F5344CB8AC3E}">
        <p14:creationId xmlns:p14="http://schemas.microsoft.com/office/powerpoint/2010/main" val="259451117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9EECAA0D-DB1A-AD71-D328-3A46DF80CC42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28800" y="4406900"/>
            <a:ext cx="10363200" cy="1362075"/>
          </a:xfrm>
        </p:spPr>
        <p:txBody>
          <a:bodyPr/>
          <a:lstStyle/>
          <a:p>
            <a:r>
              <a:rPr lang="en-US" sz="4000" b="1" dirty="0">
                <a:solidFill>
                  <a:schemeClr val="accent2"/>
                </a:solidFill>
              </a:rPr>
              <a:t>Bug Types</a:t>
            </a:r>
          </a:p>
        </p:txBody>
      </p:sp>
    </p:spTree>
    <p:extLst>
      <p:ext uri="{BB962C8B-B14F-4D97-AF65-F5344CB8AC3E}">
        <p14:creationId xmlns:p14="http://schemas.microsoft.com/office/powerpoint/2010/main" val="970500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Bug Types –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Bugs often overlap categories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Main families: Syntax / Compile-Time, Runtime, Logic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Syntax / Compile-Time Bugs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lang="en-US" sz="2400" dirty="0"/>
              <a:t>Stop code from compiling or running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lang="en-US" sz="2400" dirty="0"/>
              <a:t>Examples: missing semicolons, bad imports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lang="en-US" sz="2400" dirty="0"/>
              <a:t>Fix by correcting code &amp; build settings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lang="en-US" sz="2400" dirty="0"/>
              <a:t>Tools: linters, build logs, static analyzers</a:t>
            </a:r>
          </a:p>
        </p:txBody>
      </p:sp>
      <p:pic>
        <p:nvPicPr>
          <p:cNvPr id="1026" name="Picture 2" descr="What are Python errors and How to fix them - Just into Data">
            <a:extLst>
              <a:ext uri="{FF2B5EF4-FFF2-40B4-BE49-F238E27FC236}">
                <a16:creationId xmlns:a16="http://schemas.microsoft.com/office/drawing/2014/main" id="{558AD694-6D3C-1637-734C-7317849F2468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8563" y="2694164"/>
            <a:ext cx="5364162" cy="23840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Bugs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Appear during program execution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Unhandled exceptions crash the app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Examples: </a:t>
            </a:r>
            <a:r>
              <a:rPr sz="2400" dirty="0" err="1"/>
              <a:t>NullReference</a:t>
            </a:r>
            <a:r>
              <a:rPr sz="2400" dirty="0"/>
              <a:t>, </a:t>
            </a:r>
            <a:r>
              <a:rPr sz="2400" dirty="0" err="1"/>
              <a:t>IndexError</a:t>
            </a:r>
            <a:r>
              <a:rPr sz="2400" dirty="0"/>
              <a:t>, </a:t>
            </a:r>
            <a:r>
              <a:rPr sz="2400" dirty="0" err="1"/>
              <a:t>KeyError</a:t>
            </a:r>
            <a:endParaRPr sz="2400" dirty="0"/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Use stack traces, try/catch, and context logging</a:t>
            </a:r>
          </a:p>
        </p:txBody>
      </p:sp>
      <p:pic>
        <p:nvPicPr>
          <p:cNvPr id="2050" name="Picture 2" descr="Python coding skills for statistic – Minireference blog">
            <a:extLst>
              <a:ext uri="{FF2B5EF4-FFF2-40B4-BE49-F238E27FC236}">
                <a16:creationId xmlns:a16="http://schemas.microsoft.com/office/drawing/2014/main" id="{79B08722-D438-BF7C-D908-EF41B74A6952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5300" y="2346200"/>
            <a:ext cx="5292867" cy="241959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Runtime Bugs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48638" y="1600200"/>
            <a:ext cx="11257281" cy="264668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Data issues: invalid or missing input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Memory problems: leaks, buffer overruns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Concurrency issues: deadlocks, races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Use input validation, sanitizers, and lock timeouts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2B7799E-4840-5E2D-550F-F808671C6B5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DC9DC7-953F-D474-93EE-3C8D8CD58E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69992C-E108-5149-10D8-17A77CF5EF68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51C957-F582-1721-ABD5-11B2A2483A6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3074" name="Picture 2" descr="Python List: NoneType Object has No append Attribute in for loop ...">
            <a:extLst>
              <a:ext uri="{FF2B5EF4-FFF2-40B4-BE49-F238E27FC236}">
                <a16:creationId xmlns:a16="http://schemas.microsoft.com/office/drawing/2014/main" id="{73489537-8924-CA41-5FC4-4EC5EA8089C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306"/>
          <a:stretch>
            <a:fillRect/>
          </a:stretch>
        </p:blipFill>
        <p:spPr bwMode="auto">
          <a:xfrm>
            <a:off x="-1" y="281039"/>
            <a:ext cx="12192001" cy="5891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21477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Bugs – Part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Program runs but produces wrong result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Off‑by‑one errors and counting mistakes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Fix: explicit loop bounds, use iterators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7C848DAC-B223-05B3-EFFA-C99711AF8703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917246" y="2581093"/>
            <a:ext cx="4086795" cy="261021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Logic Bugs – Part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Improper branching: wrong conditions or misplaced else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Concurrency logic errors: bad ordering assumptions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Domain‑specific mistakes: business rule misinterpretation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Add tests and validate rules with stakeholders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08A3057-670F-DEF0-1596-4EAB03739D1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069667" y="2528698"/>
            <a:ext cx="3781953" cy="271500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4BA1C5-8C1C-8769-C888-999583F76F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B99DADF-9797-A9EE-48CC-2DCFBB957D06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28800" y="4406900"/>
            <a:ext cx="10363200" cy="1362075"/>
          </a:xfrm>
        </p:spPr>
        <p:txBody>
          <a:bodyPr/>
          <a:lstStyle/>
          <a:p>
            <a:r>
              <a:rPr lang="en-US" sz="4000" b="1" dirty="0">
                <a:solidFill>
                  <a:srgbClr val="FFCC01"/>
                </a:solidFill>
              </a:rPr>
              <a:t>Debugging Techniques</a:t>
            </a:r>
          </a:p>
        </p:txBody>
      </p:sp>
    </p:spTree>
    <p:extLst>
      <p:ext uri="{BB962C8B-B14F-4D97-AF65-F5344CB8AC3E}">
        <p14:creationId xmlns:p14="http://schemas.microsoft.com/office/powerpoint/2010/main" val="38125545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Debugging Techniques – Print &amp; Interactive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Print‑statement debugging to see state changes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Add IDs/timestamps to logs for correlation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Interactive debugging: breakpoints and watch expressions</a:t>
            </a:r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C8CCB0D4-245B-47F8-E681-23ACD38BA43F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284616" y="1600200"/>
            <a:ext cx="5352056" cy="4572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Debugging Techniques – Tests &amp; Examples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Test‑driven isolation: write failing test before fix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Keep the test to prevent regressions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Reproduce minimal example: small, clear snippet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2CD114-5FFE-6900-7605-5A64BC6FAD2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Profiling &amp; Log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Profilers: CPU, memory, I/O, lock contention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Record under normal load → find hotspots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Centralize logs and add structured fields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Set alerts for spikes or anomalies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CFC9E3-1487-198F-DD78-7FE6A5191A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16789FE-208E-BE0C-3E81-C2D9E926FD7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28800" y="4406900"/>
            <a:ext cx="10363200" cy="1362075"/>
          </a:xfrm>
        </p:spPr>
        <p:txBody>
          <a:bodyPr/>
          <a:lstStyle/>
          <a:p>
            <a:r>
              <a:rPr lang="en-US" sz="4000" b="1" dirty="0">
                <a:solidFill>
                  <a:srgbClr val="FFCC01"/>
                </a:solidFill>
              </a:rPr>
              <a:t>Debugging Strategies</a:t>
            </a:r>
          </a:p>
        </p:txBody>
      </p:sp>
    </p:spTree>
    <p:extLst>
      <p:ext uri="{BB962C8B-B14F-4D97-AF65-F5344CB8AC3E}">
        <p14:creationId xmlns:p14="http://schemas.microsoft.com/office/powerpoint/2010/main" val="53023584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Debugging Strategies – Basics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>
          <a:xfrm>
            <a:off x="548640" y="2148840"/>
            <a:ext cx="7860254" cy="4023360"/>
          </a:xfrm>
        </p:spPr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Start: 'Something bad happened' → look for bad data or logic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RTFE: Read the error carefully first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Form simple hypotheses and test them early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Core Debugging Strategies – Narrow &amp; Expand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Divide‑and‑conquer to reduce search space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Run minimal input/code reproductions</a:t>
            </a:r>
          </a:p>
          <a:p>
            <a:pPr marL="342900" indent="-342900">
              <a:lnSpc>
                <a:spcPct val="150000"/>
              </a:lnSpc>
              <a:buFont typeface="Wingdings" panose="05000000000000000000" pitchFamily="2" charset="2"/>
              <a:buChar char="§"/>
              <a:defRPr sz="2000"/>
            </a:pPr>
            <a:r>
              <a:rPr sz="2400" dirty="0"/>
              <a:t>Expand scope to dependencies if needed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ACE4E8-A9F9-0FA5-FFBC-8183E8222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0A470DF2-AE61-CAC8-AB2F-EECD2ECF107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828800" y="4406900"/>
            <a:ext cx="10363200" cy="1362075"/>
          </a:xfrm>
        </p:spPr>
        <p:txBody>
          <a:bodyPr/>
          <a:lstStyle/>
          <a:p>
            <a:r>
              <a:rPr lang="en-US" sz="4000" b="1" dirty="0">
                <a:solidFill>
                  <a:srgbClr val="FFCC01"/>
                </a:solidFill>
              </a:rPr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279006168"/>
      </p:ext>
    </p:extLst>
  </p:cSld>
  <p:clrMapOvr>
    <a:masterClrMapping/>
  </p:clrMapOvr>
</p:sld>
</file>

<file path=ppt/theme/theme1.xml><?xml version="1.0" encoding="utf-8"?>
<a:theme xmlns:a="http://schemas.openxmlformats.org/drawingml/2006/main" name="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2.xml><?xml version="1.0" encoding="utf-8"?>
<a:theme xmlns:a="http://schemas.openxmlformats.org/drawingml/2006/main" name="1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ppt/theme/theme3.xml><?xml version="1.0" encoding="utf-8"?>
<a:theme xmlns:a="http://schemas.openxmlformats.org/drawingml/2006/main" name="2_US Army 2023 AFC DEVCOM Logo">
  <a:themeElements>
    <a:clrScheme name="US Army Color Palette">
      <a:dk1>
        <a:srgbClr val="000000"/>
      </a:dk1>
      <a:lt1>
        <a:srgbClr val="FFFFFF"/>
      </a:lt1>
      <a:dk2>
        <a:srgbClr val="221F20"/>
      </a:dk2>
      <a:lt2>
        <a:srgbClr val="FFCC01"/>
      </a:lt2>
      <a:accent1>
        <a:srgbClr val="221F20"/>
      </a:accent1>
      <a:accent2>
        <a:srgbClr val="FFCC01"/>
      </a:accent2>
      <a:accent3>
        <a:srgbClr val="727365"/>
      </a:accent3>
      <a:accent4>
        <a:srgbClr val="D5D5D7"/>
      </a:accent4>
      <a:accent5>
        <a:srgbClr val="565557"/>
      </a:accent5>
      <a:accent6>
        <a:srgbClr val="BFB8A6"/>
      </a:accent6>
      <a:hlink>
        <a:srgbClr val="565557"/>
      </a:hlink>
      <a:folHlink>
        <a:srgbClr val="305B6E"/>
      </a:folHlink>
    </a:clrScheme>
    <a:fontScheme name="US Army 2023 Font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US Army 2023 Effects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127000" dist="63500" dir="2700000" algn="b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>
    <a:spDef>
      <a:spPr>
        <a:ln>
          <a:noFill/>
          <a:miter/>
        </a:ln>
      </a:spPr>
      <a:bodyPr/>
      <a:lstStyle>
        <a:defPPr algn="ctr">
          <a:lnSpc>
            <a:spcPct val="95000"/>
          </a:lnSpc>
          <a:defRPr sz="1700"/>
        </a:defPPr>
      </a:lstStyle>
      <a:style>
        <a:lnRef idx="0">
          <a:schemeClr val="accent1"/>
        </a:lnRef>
        <a:fillRef idx="1">
          <a:schemeClr val="accent1"/>
        </a:fillRef>
        <a:effectRef idx="0">
          <a:srgbClr val="000000"/>
        </a:effectRef>
        <a:fontRef idx="minor">
          <a:srgbClr val="FFFFFF"/>
        </a:fontRef>
      </a:style>
    </a:spDef>
    <a:lnDef>
      <a:spPr>
        <a:ln w="12700" cap="flat">
          <a:miter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rgbClr val="000000"/>
        </a:effectRef>
        <a:fontRef idx="minor">
          <a:srgbClr val="FFFFFF"/>
        </a:fontRef>
      </a:style>
    </a:lnDef>
    <a:txDef>
      <a:spPr>
        <a:noFill/>
      </a:spPr>
      <a:bodyPr wrap="square" lIns="0" tIns="0" rIns="0" bIns="0" rtlCol="0">
        <a:noAutofit/>
      </a:bodyPr>
      <a:lstStyle>
        <a:defPPr marL="182880" indent="-182880">
          <a:lnSpc>
            <a:spcPct val="95000"/>
          </a:lnSpc>
          <a:spcBef>
            <a:spcPts val="1000"/>
          </a:spcBef>
          <a:buSzPct val="100000"/>
          <a:buFont typeface="Arial"/>
          <a:buChar char="▪"/>
          <a:defRPr sz="1700"/>
        </a:defPPr>
      </a:lstStyle>
    </a:txDef>
  </a:objectDefaults>
  <a:extraClrSchemeLst/>
  <a:custClrLst>
    <a:custClr name="Army Black">
      <a:srgbClr val="221F20"/>
    </a:custClr>
    <a:custClr name="Army Gold">
      <a:srgbClr val="FFCC01"/>
    </a:custClr>
    <a:custClr name="White">
      <a:srgbClr val="FFFFFF"/>
    </a:custClr>
    <a:custClr name="Army Green">
      <a:srgbClr val="2F372F"/>
    </a:custClr>
    <a:custClr name="Tan">
      <a:srgbClr val="F1E4C7"/>
    </a:custClr>
    <a:custClr name="Field 01">
      <a:srgbClr val="727365"/>
    </a:custClr>
    <a:custClr name="Field 02">
      <a:srgbClr val="BFB8A6"/>
    </a:custClr>
    <a:custClr name="Gray 01">
      <a:srgbClr val="565557"/>
    </a:custClr>
    <a:custClr name="Gray 02">
      <a:srgbClr val="D5D5D7"/>
    </a:custClr>
    <a:custClr name="Highlight Orange">
      <a:srgbClr val="F16521"/>
    </a:custClr>
    <a:custClr name="Highlight Green">
      <a:srgbClr val="2DAA27"/>
    </a:custClr>
    <a:custClr name="Highlight Red">
      <a:srgbClr val="CF0000"/>
    </a:custClr>
  </a:custClrLst>
  <a:extLst>
    <a:ext uri="{05A4C25C-085E-4340-85A3-A5531E510DB2}">
      <thm15:themeFamily xmlns:thm15="http://schemas.microsoft.com/office/thememl/2012/main" name="US Army PowerPoint 16x9 12Feb2023" id="{3EB2FCAD-453B-4F97-9379-31EB449BB4A1}" vid="{CCBAEC26-5D3F-44DD-9C13-DB69982D462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AI2C Slide Template</Template>
  <TotalTime>125</TotalTime>
  <Words>356</Words>
  <Application>Microsoft Office PowerPoint</Application>
  <PresentationFormat>Widescreen</PresentationFormat>
  <Paragraphs>62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Arial Bold</vt:lpstr>
      <vt:lpstr>Wingdings</vt:lpstr>
      <vt:lpstr>US Army 2023 AFC DEVCOM Logo</vt:lpstr>
      <vt:lpstr>1_US Army 2023 AFC DEVCOM Logo</vt:lpstr>
      <vt:lpstr>2_US Army 2023 AFC DEVCOM Logo</vt:lpstr>
      <vt:lpstr>Debugging Techniques</vt:lpstr>
      <vt:lpstr>Overview</vt:lpstr>
      <vt:lpstr>Bug Types</vt:lpstr>
      <vt:lpstr>Bug Types – Overview</vt:lpstr>
      <vt:lpstr>Syntax / Compile-Time Bugs</vt:lpstr>
      <vt:lpstr>Runtime Bugs – Part 1</vt:lpstr>
      <vt:lpstr>Runtime Bugs – Part 2</vt:lpstr>
      <vt:lpstr>PowerPoint Presentation</vt:lpstr>
      <vt:lpstr>Logic Bugs – Part 1</vt:lpstr>
      <vt:lpstr>Logic Bugs – Part 2</vt:lpstr>
      <vt:lpstr>Debugging Techniques</vt:lpstr>
      <vt:lpstr>Debugging Techniques – Print &amp; Interactive</vt:lpstr>
      <vt:lpstr>Debugging Techniques – Tests &amp; Examples</vt:lpstr>
      <vt:lpstr>Profiling &amp; Log Analysis</vt:lpstr>
      <vt:lpstr>Debugging Strategies</vt:lpstr>
      <vt:lpstr>Core Debugging Strategies – Basics</vt:lpstr>
      <vt:lpstr>Core Debugging Strategies – Narrow &amp; Expand</vt:lpstr>
      <vt:lpstr>Questions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Ethan Shafer</cp:lastModifiedBy>
  <cp:revision>16</cp:revision>
  <dcterms:created xsi:type="dcterms:W3CDTF">2013-01-27T09:14:16Z</dcterms:created>
  <dcterms:modified xsi:type="dcterms:W3CDTF">2026-01-09T15:11:22Z</dcterms:modified>
  <cp:category/>
</cp:coreProperties>
</file>