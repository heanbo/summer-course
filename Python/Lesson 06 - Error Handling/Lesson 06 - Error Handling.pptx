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</p:sldMasterIdLst>
  <p:notesMasterIdLst>
    <p:notesMasterId r:id="rId18"/>
  </p:notesMasterIdLst>
  <p:sldIdLst>
    <p:sldId id="256" r:id="rId2"/>
    <p:sldId id="486" r:id="rId3"/>
    <p:sldId id="496" r:id="rId4"/>
    <p:sldId id="497" r:id="rId5"/>
    <p:sldId id="498" r:id="rId6"/>
    <p:sldId id="499" r:id="rId7"/>
    <p:sldId id="272" r:id="rId8"/>
    <p:sldId id="273" r:id="rId9"/>
    <p:sldId id="274" r:id="rId10"/>
    <p:sldId id="275" r:id="rId11"/>
    <p:sldId id="276" r:id="rId12"/>
    <p:sldId id="277" r:id="rId13"/>
    <p:sldId id="494" r:id="rId14"/>
    <p:sldId id="278" r:id="rId15"/>
    <p:sldId id="279" r:id="rId16"/>
    <p:sldId id="280" r:id="rId17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9"/>
      <p:bold r:id="rId20"/>
      <p:italic r:id="rId21"/>
      <p:boldItalic r:id="rId22"/>
    </p:embeddedFont>
    <p:embeddedFont>
      <p:font typeface="Roboto" panose="02000000000000000000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B9063A8-BC75-44AB-A561-BE0A82F3F6A3}">
  <a:tblStyle styleId="{5B9063A8-BC75-44AB-A561-BE0A82F3F6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638" autoAdjust="0"/>
  </p:normalViewPr>
  <p:slideViewPr>
    <p:cSldViewPr snapToGrid="0">
      <p:cViewPr varScale="1">
        <p:scale>
          <a:sx n="129" d="100"/>
          <a:sy n="129" d="100"/>
        </p:scale>
        <p:origin x="110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5" name="Google Shape;37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64719-007A-9D20-6D43-3A4FCAADA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2F23C-3B6C-06AD-FDEF-F55DEF812C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84E9A6-CB51-3C7D-DF18-0DDEC1AC42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5C7A3-AEE3-A283-A203-B801AB559F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2570D5-C374-43AE-876B-55C2A221664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2140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6376FA9-B5F0-B037-8046-B6615FDA6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7:notes">
            <a:extLst>
              <a:ext uri="{FF2B5EF4-FFF2-40B4-BE49-F238E27FC236}">
                <a16:creationId xmlns:a16="http://schemas.microsoft.com/office/drawing/2014/main" id="{DD419411-177D-3D00-B750-FE80CE812B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" name="Google Shape;469;p17:notes">
            <a:extLst>
              <a:ext uri="{FF2B5EF4-FFF2-40B4-BE49-F238E27FC236}">
                <a16:creationId xmlns:a16="http://schemas.microsoft.com/office/drawing/2014/main" id="{78A8749A-07B8-1837-285F-24B38AB730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87036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043152F8-3649-B807-263D-B391F303E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7:notes">
            <a:extLst>
              <a:ext uri="{FF2B5EF4-FFF2-40B4-BE49-F238E27FC236}">
                <a16:creationId xmlns:a16="http://schemas.microsoft.com/office/drawing/2014/main" id="{D1E0B138-BDAD-22BA-9A52-5E4F9D1697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" name="Google Shape;469;p17:notes">
            <a:extLst>
              <a:ext uri="{FF2B5EF4-FFF2-40B4-BE49-F238E27FC236}">
                <a16:creationId xmlns:a16="http://schemas.microsoft.com/office/drawing/2014/main" id="{CF3F03FE-85F3-88C7-4359-C593C7C6F2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26880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A42F07E-2DF9-30B8-1B59-4FE150015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7:notes">
            <a:extLst>
              <a:ext uri="{FF2B5EF4-FFF2-40B4-BE49-F238E27FC236}">
                <a16:creationId xmlns:a16="http://schemas.microsoft.com/office/drawing/2014/main" id="{B37E34B5-94DB-CADE-0CC8-E01A9ACEAC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" name="Google Shape;469;p17:notes">
            <a:extLst>
              <a:ext uri="{FF2B5EF4-FFF2-40B4-BE49-F238E27FC236}">
                <a16:creationId xmlns:a16="http://schemas.microsoft.com/office/drawing/2014/main" id="{DA6DEF0B-A165-966F-E676-253A68C796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09741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74B698B1-BDFD-3AEB-C900-2EF1F8092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7:notes">
            <a:extLst>
              <a:ext uri="{FF2B5EF4-FFF2-40B4-BE49-F238E27FC236}">
                <a16:creationId xmlns:a16="http://schemas.microsoft.com/office/drawing/2014/main" id="{5A7C1F7B-8E67-7540-B4E0-759A8BBC5D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" name="Google Shape;469;p17:notes">
            <a:extLst>
              <a:ext uri="{FF2B5EF4-FFF2-40B4-BE49-F238E27FC236}">
                <a16:creationId xmlns:a16="http://schemas.microsoft.com/office/drawing/2014/main" id="{6538A9C4-2FF2-8D63-0C42-F54643121E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19771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" name="Google Shape;469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5" name="Google Shape;475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1" name="Google Shape;481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6" name="Google Shape;486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2" name="Google Shape;492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8" name="Google Shape;498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>
          <a:extLst>
            <a:ext uri="{FF2B5EF4-FFF2-40B4-BE49-F238E27FC236}">
              <a16:creationId xmlns:a16="http://schemas.microsoft.com/office/drawing/2014/main" id="{FCCCB94E-4DAC-39A1-41C4-98623102D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22:notes">
            <a:extLst>
              <a:ext uri="{FF2B5EF4-FFF2-40B4-BE49-F238E27FC236}">
                <a16:creationId xmlns:a16="http://schemas.microsoft.com/office/drawing/2014/main" id="{8251AABD-B007-4AD5-A972-EE5B4CA90F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8" name="Google Shape;498;p22:notes">
            <a:extLst>
              <a:ext uri="{FF2B5EF4-FFF2-40B4-BE49-F238E27FC236}">
                <a16:creationId xmlns:a16="http://schemas.microsoft.com/office/drawing/2014/main" id="{CEF09820-4800-5082-DB50-0BC96C2B2D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75838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4" name="Google Shape;504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0" name="Google Shape;510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ubTitle" idx="1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bg>
      <p:bgPr>
        <a:solidFill>
          <a:srgbClr val="221F20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body" idx="2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3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4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5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6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body" idx="7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body" idx="8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body" idx="9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body" idx="13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pic>
        <p:nvPicPr>
          <p:cNvPr id="31" name="Google Shape;31;p3" descr="U.S. Army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83674" y="84473"/>
            <a:ext cx="2434590" cy="919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3" name="Google Shape;33;p3"/>
          <p:cNvGrpSpPr/>
          <p:nvPr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34" name="Google Shape;34;p3"/>
            <p:cNvSpPr/>
            <p:nvPr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 cmpd="sng">
              <a:solidFill>
                <a:srgbClr val="FFCC0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5" name="Google Shape;35;p3"/>
            <p:cNvCxnSpPr/>
            <p:nvPr/>
          </p:nvCxnSpPr>
          <p:spPr>
            <a:xfrm>
              <a:off x="411163" y="3931920"/>
              <a:ext cx="6446837" cy="0"/>
            </a:xfrm>
            <a:prstGeom prst="straightConnector1">
              <a:avLst/>
            </a:prstGeom>
            <a:noFill/>
            <a:ln w="19050" cap="flat" cmpd="sng">
              <a:solidFill>
                <a:srgbClr val="FFCC0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4274795" y="3931920"/>
              <a:ext cx="0" cy="685800"/>
            </a:xfrm>
            <a:prstGeom prst="straightConnector1">
              <a:avLst/>
            </a:prstGeom>
            <a:noFill/>
            <a:ln w="19050" cap="flat" cmpd="sng">
              <a:solidFill>
                <a:srgbClr val="FFCC0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7" name="Google Shape;37;p3"/>
          <p:cNvSpPr txBox="1">
            <a:spLocks noGrp="1"/>
          </p:cNvSpPr>
          <p:nvPr>
            <p:ph type="ctrTitle"/>
          </p:nvPr>
        </p:nvSpPr>
        <p:spPr>
          <a:xfrm>
            <a:off x="685801" y="1652115"/>
            <a:ext cx="4822031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sz="27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"/>
          <p:cNvSpPr txBox="1">
            <a:spLocks noGrp="1"/>
          </p:cNvSpPr>
          <p:nvPr>
            <p:ph type="subTitle" idx="14"/>
          </p:nvPr>
        </p:nvSpPr>
        <p:spPr>
          <a:xfrm>
            <a:off x="685801" y="2838549"/>
            <a:ext cx="267414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1pPr>
            <a:lvl2pPr lvl="1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2pPr>
            <a:lvl3pPr lvl="2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3pPr>
            <a:lvl4pPr lvl="3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4pPr>
            <a:lvl5pPr lvl="4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5pPr>
            <a:lvl6pPr lvl="5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6pPr>
            <a:lvl7pPr lvl="6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7pPr>
            <a:lvl8pPr lvl="7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8pPr>
            <a:lvl9pPr lvl="8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3"/>
          <p:cNvSpPr txBox="1">
            <a:spLocks noGrp="1"/>
          </p:cNvSpPr>
          <p:nvPr>
            <p:ph type="body" idx="15"/>
          </p:nvPr>
        </p:nvSpPr>
        <p:spPr>
          <a:xfrm>
            <a:off x="3909060" y="2838549"/>
            <a:ext cx="159877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1pPr>
            <a:lvl2pPr marL="914400" lvl="1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2pPr>
            <a:lvl3pPr marL="1371600" lvl="2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3pPr>
            <a:lvl4pPr marL="1828800" lvl="3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4pPr>
            <a:lvl5pPr marL="2286000" lvl="4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5pPr>
            <a:lvl6pPr marL="2743200" lvl="5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6pPr>
            <a:lvl7pPr marL="3200400" lvl="6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7pPr>
            <a:lvl8pPr marL="3657600" lvl="7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8pPr>
            <a:lvl9pPr marL="4114800" lvl="8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3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White">
  <p:cSld name="Title Slide - White">
    <p:bg>
      <p:bgPr>
        <a:solidFill>
          <a:schemeClr val="lt1"/>
        </a:solid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5" name="Google Shape;45;p4" descr="U.S. Army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35668" y="78731"/>
            <a:ext cx="2434590" cy="919356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2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48" name="Google Shape;48;p4"/>
          <p:cNvSpPr txBox="1">
            <a:spLocks noGrp="1"/>
          </p:cNvSpPr>
          <p:nvPr>
            <p:ph type="body" idx="3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49" name="Google Shape;49;p4"/>
          <p:cNvSpPr txBox="1">
            <a:spLocks noGrp="1"/>
          </p:cNvSpPr>
          <p:nvPr>
            <p:ph type="body" idx="4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50" name="Google Shape;50;p4"/>
          <p:cNvSpPr txBox="1">
            <a:spLocks noGrp="1"/>
          </p:cNvSpPr>
          <p:nvPr>
            <p:ph type="body" idx="5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body" idx="6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7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>
            <a:spLocks noGrp="1"/>
          </p:cNvSpPr>
          <p:nvPr>
            <p:ph type="body" idx="8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9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3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grpSp>
        <p:nvGrpSpPr>
          <p:cNvPr id="56" name="Google Shape;56;p4"/>
          <p:cNvGrpSpPr/>
          <p:nvPr/>
        </p:nvGrpSpPr>
        <p:grpSpPr>
          <a:xfrm>
            <a:off x="411164" y="1480665"/>
            <a:ext cx="5380037" cy="1783080"/>
            <a:chOff x="411163" y="2240280"/>
            <a:chExt cx="6446837" cy="2377440"/>
          </a:xfrm>
        </p:grpSpPr>
        <p:sp>
          <p:nvSpPr>
            <p:cNvPr id="57" name="Google Shape;57;p4"/>
            <p:cNvSpPr/>
            <p:nvPr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 cmpd="sng">
              <a:solidFill>
                <a:srgbClr val="221F2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8" name="Google Shape;58;p4"/>
            <p:cNvCxnSpPr/>
            <p:nvPr/>
          </p:nvCxnSpPr>
          <p:spPr>
            <a:xfrm>
              <a:off x="411163" y="3931920"/>
              <a:ext cx="6446837" cy="0"/>
            </a:xfrm>
            <a:prstGeom prst="straightConnector1">
              <a:avLst/>
            </a:prstGeom>
            <a:noFill/>
            <a:ln w="19050" cap="flat" cmpd="sng">
              <a:solidFill>
                <a:srgbClr val="221F20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9" name="Google Shape;59;p4"/>
            <p:cNvCxnSpPr/>
            <p:nvPr/>
          </p:nvCxnSpPr>
          <p:spPr>
            <a:xfrm>
              <a:off x="4272796" y="3931920"/>
              <a:ext cx="0" cy="685800"/>
            </a:xfrm>
            <a:prstGeom prst="straightConnector1">
              <a:avLst/>
            </a:prstGeom>
            <a:noFill/>
            <a:ln w="19050" cap="flat" cmpd="sng">
              <a:solidFill>
                <a:srgbClr val="221F20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60" name="Google Shape;60;p4"/>
          <p:cNvSpPr txBox="1">
            <a:spLocks noGrp="1"/>
          </p:cNvSpPr>
          <p:nvPr>
            <p:ph type="ctrTitle"/>
          </p:nvPr>
        </p:nvSpPr>
        <p:spPr>
          <a:xfrm>
            <a:off x="685800" y="1652115"/>
            <a:ext cx="4822031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sz="27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4"/>
          <p:cNvSpPr txBox="1">
            <a:spLocks noGrp="1"/>
          </p:cNvSpPr>
          <p:nvPr>
            <p:ph type="subTitle" idx="14"/>
          </p:nvPr>
        </p:nvSpPr>
        <p:spPr>
          <a:xfrm>
            <a:off x="685800" y="2838549"/>
            <a:ext cx="2674144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1pPr>
            <a:lvl2pPr lvl="1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2pPr>
            <a:lvl3pPr lvl="2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3pPr>
            <a:lvl4pPr lvl="3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4pPr>
            <a:lvl5pPr lvl="4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5pPr>
            <a:lvl6pPr lvl="5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6pPr>
            <a:lvl7pPr lvl="6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7pPr>
            <a:lvl8pPr lvl="7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8pPr>
            <a:lvl9pPr lvl="8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4"/>
          <p:cNvSpPr txBox="1">
            <a:spLocks noGrp="1"/>
          </p:cNvSpPr>
          <p:nvPr>
            <p:ph type="body" idx="15"/>
          </p:nvPr>
        </p:nvSpPr>
        <p:spPr>
          <a:xfrm>
            <a:off x="3909060" y="2838549"/>
            <a:ext cx="159877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1pPr>
            <a:lvl2pPr marL="914400" lvl="1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2pPr>
            <a:lvl3pPr marL="1371600" lvl="2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3pPr>
            <a:lvl4pPr marL="1828800" lvl="3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4pPr>
            <a:lvl5pPr marL="2286000" lvl="4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5pPr>
            <a:lvl6pPr marL="2743200" lvl="5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6pPr>
            <a:lvl7pPr marL="3200400" lvl="6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7pPr>
            <a:lvl8pPr marL="3657600" lvl="7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8pPr>
            <a:lvl9pPr marL="4114800" lvl="8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Image">
  <p:cSld name="Title Slide - Imag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6" name="Google Shape;66;p5" descr="U.S. Army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3674" y="84473"/>
            <a:ext cx="2434590" cy="919356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5"/>
          <p:cNvSpPr txBox="1">
            <a:spLocks noGrp="1"/>
          </p:cNvSpPr>
          <p:nvPr>
            <p:ph type="body" idx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68" name="Google Shape;68;p5"/>
          <p:cNvSpPr txBox="1">
            <a:spLocks noGrp="1"/>
          </p:cNvSpPr>
          <p:nvPr>
            <p:ph type="body" idx="2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69" name="Google Shape;69;p5"/>
          <p:cNvSpPr txBox="1">
            <a:spLocks noGrp="1"/>
          </p:cNvSpPr>
          <p:nvPr>
            <p:ph type="body" idx="3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70" name="Google Shape;70;p5"/>
          <p:cNvSpPr txBox="1">
            <a:spLocks noGrp="1"/>
          </p:cNvSpPr>
          <p:nvPr>
            <p:ph type="body" idx="4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71" name="Google Shape;71;p5"/>
          <p:cNvSpPr txBox="1">
            <a:spLocks noGrp="1"/>
          </p:cNvSpPr>
          <p:nvPr>
            <p:ph type="body" idx="5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72" name="Google Shape;72;p5"/>
          <p:cNvSpPr txBox="1">
            <a:spLocks noGrp="1"/>
          </p:cNvSpPr>
          <p:nvPr>
            <p:ph type="body" idx="6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73" name="Google Shape;73;p5"/>
          <p:cNvSpPr txBox="1">
            <a:spLocks noGrp="1"/>
          </p:cNvSpPr>
          <p:nvPr>
            <p:ph type="body" idx="7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74" name="Google Shape;74;p5"/>
          <p:cNvSpPr txBox="1">
            <a:spLocks noGrp="1"/>
          </p:cNvSpPr>
          <p:nvPr>
            <p:ph type="body" idx="8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75" name="Google Shape;75;p5"/>
          <p:cNvSpPr txBox="1">
            <a:spLocks noGrp="1"/>
          </p:cNvSpPr>
          <p:nvPr>
            <p:ph type="body" idx="9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76" name="Google Shape;76;p5"/>
          <p:cNvSpPr txBox="1">
            <a:spLocks noGrp="1"/>
          </p:cNvSpPr>
          <p:nvPr>
            <p:ph type="body" idx="13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grpSp>
        <p:nvGrpSpPr>
          <p:cNvPr id="77" name="Google Shape;77;p5"/>
          <p:cNvGrpSpPr/>
          <p:nvPr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78" name="Google Shape;78;p5"/>
            <p:cNvSpPr/>
            <p:nvPr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 cmpd="sng">
              <a:solidFill>
                <a:srgbClr val="FFCC0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79" name="Google Shape;79;p5"/>
            <p:cNvCxnSpPr/>
            <p:nvPr/>
          </p:nvCxnSpPr>
          <p:spPr>
            <a:xfrm>
              <a:off x="411163" y="3931920"/>
              <a:ext cx="6446837" cy="0"/>
            </a:xfrm>
            <a:prstGeom prst="straightConnector1">
              <a:avLst/>
            </a:prstGeom>
            <a:noFill/>
            <a:ln w="19050" cap="flat" cmpd="sng">
              <a:solidFill>
                <a:srgbClr val="FFCC0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0" name="Google Shape;80;p5"/>
            <p:cNvCxnSpPr/>
            <p:nvPr/>
          </p:nvCxnSpPr>
          <p:spPr>
            <a:xfrm>
              <a:off x="4274795" y="3931920"/>
              <a:ext cx="0" cy="685800"/>
            </a:xfrm>
            <a:prstGeom prst="straightConnector1">
              <a:avLst/>
            </a:prstGeom>
            <a:noFill/>
            <a:ln w="19050" cap="flat" cmpd="sng">
              <a:solidFill>
                <a:srgbClr val="FFCC0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81" name="Google Shape;81;p5"/>
          <p:cNvSpPr txBox="1">
            <a:spLocks noGrp="1"/>
          </p:cNvSpPr>
          <p:nvPr>
            <p:ph type="ctrTitle"/>
          </p:nvPr>
        </p:nvSpPr>
        <p:spPr>
          <a:xfrm>
            <a:off x="685801" y="1652115"/>
            <a:ext cx="4822031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sz="27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14"/>
          </p:nvPr>
        </p:nvSpPr>
        <p:spPr>
          <a:xfrm>
            <a:off x="685801" y="2838549"/>
            <a:ext cx="267414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1pPr>
            <a:lvl2pPr lvl="1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2pPr>
            <a:lvl3pPr lvl="2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3pPr>
            <a:lvl4pPr lvl="3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4pPr>
            <a:lvl5pPr lvl="4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5pPr>
            <a:lvl6pPr lvl="5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6pPr>
            <a:lvl7pPr lvl="6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7pPr>
            <a:lvl8pPr lvl="7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8pPr>
            <a:lvl9pPr lvl="8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body" idx="15"/>
          </p:nvPr>
        </p:nvSpPr>
        <p:spPr>
          <a:xfrm>
            <a:off x="3909060" y="2838549"/>
            <a:ext cx="159877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1pPr>
            <a:lvl2pPr marL="914400" lvl="1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2pPr>
            <a:lvl3pPr marL="1371600" lvl="2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3pPr>
            <a:lvl4pPr marL="1828800" lvl="3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4pPr>
            <a:lvl5pPr marL="2286000" lvl="4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5pPr>
            <a:lvl6pPr marL="2743200" lvl="5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6pPr>
            <a:lvl7pPr marL="3200400" lvl="6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7pPr>
            <a:lvl8pPr marL="3657600" lvl="7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8pPr>
            <a:lvl9pPr marL="4114800" lvl="8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pic>
        <p:nvPicPr>
          <p:cNvPr id="84" name="Google Shape;84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5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Column">
  <p:cSld name="3 Column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8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8"/>
          <p:cNvSpPr txBox="1">
            <a:spLocks noGrp="1"/>
          </p:cNvSpPr>
          <p:nvPr>
            <p:ph type="body" idx="1"/>
          </p:nvPr>
        </p:nvSpPr>
        <p:spPr>
          <a:xfrm>
            <a:off x="411479" y="1200150"/>
            <a:ext cx="2587752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marL="914400" lvl="1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marL="1828800" lvl="3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101" name="Google Shape;101;p8"/>
          <p:cNvSpPr txBox="1">
            <a:spLocks noGrp="1"/>
          </p:cNvSpPr>
          <p:nvPr>
            <p:ph type="body" idx="2"/>
          </p:nvPr>
        </p:nvSpPr>
        <p:spPr>
          <a:xfrm>
            <a:off x="3278124" y="1200150"/>
            <a:ext cx="2587752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marL="914400" lvl="1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marL="1828800" lvl="3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102" name="Google Shape;102;p8"/>
          <p:cNvSpPr txBox="1">
            <a:spLocks noGrp="1"/>
          </p:cNvSpPr>
          <p:nvPr>
            <p:ph type="body" idx="3"/>
          </p:nvPr>
        </p:nvSpPr>
        <p:spPr>
          <a:xfrm>
            <a:off x="6144767" y="1200150"/>
            <a:ext cx="2587752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marL="914400" lvl="1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marL="1828800" lvl="3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103" name="Google Shape;103;p8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8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Column">
  <p:cSld name="4 Column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9"/>
          <p:cNvSpPr txBox="1">
            <a:spLocks noGrp="1"/>
          </p:cNvSpPr>
          <p:nvPr>
            <p:ph type="body" idx="1"/>
          </p:nvPr>
        </p:nvSpPr>
        <p:spPr>
          <a:xfrm>
            <a:off x="411481" y="1200150"/>
            <a:ext cx="1874519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08" name="Google Shape;108;p9"/>
          <p:cNvSpPr txBox="1">
            <a:spLocks noGrp="1"/>
          </p:cNvSpPr>
          <p:nvPr>
            <p:ph type="body" idx="2"/>
          </p:nvPr>
        </p:nvSpPr>
        <p:spPr>
          <a:xfrm>
            <a:off x="2560321" y="1200150"/>
            <a:ext cx="1874519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09" name="Google Shape;109;p9"/>
          <p:cNvSpPr txBox="1">
            <a:spLocks noGrp="1"/>
          </p:cNvSpPr>
          <p:nvPr>
            <p:ph type="body" idx="3"/>
          </p:nvPr>
        </p:nvSpPr>
        <p:spPr>
          <a:xfrm>
            <a:off x="4709161" y="1200150"/>
            <a:ext cx="1874519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10" name="Google Shape;110;p9"/>
          <p:cNvSpPr txBox="1">
            <a:spLocks noGrp="1"/>
          </p:cNvSpPr>
          <p:nvPr>
            <p:ph type="body" idx="4"/>
          </p:nvPr>
        </p:nvSpPr>
        <p:spPr>
          <a:xfrm>
            <a:off x="6858001" y="1200150"/>
            <a:ext cx="1874519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11" name="Google Shape;111;p9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9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Icons">
  <p:cSld name="4 Icons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0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0"/>
          <p:cNvSpPr>
            <a:spLocks noGrp="1"/>
          </p:cNvSpPr>
          <p:nvPr>
            <p:ph type="pic" idx="2"/>
          </p:nvPr>
        </p:nvSpPr>
        <p:spPr>
          <a:xfrm>
            <a:off x="411480" y="1200150"/>
            <a:ext cx="418338" cy="416624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10"/>
          <p:cNvSpPr txBox="1">
            <a:spLocks noGrp="1"/>
          </p:cNvSpPr>
          <p:nvPr>
            <p:ph type="body" idx="1"/>
          </p:nvPr>
        </p:nvSpPr>
        <p:spPr>
          <a:xfrm>
            <a:off x="411481" y="1714498"/>
            <a:ext cx="1874519" cy="2914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17" name="Google Shape;117;p10"/>
          <p:cNvSpPr>
            <a:spLocks noGrp="1"/>
          </p:cNvSpPr>
          <p:nvPr>
            <p:ph type="pic" idx="3"/>
          </p:nvPr>
        </p:nvSpPr>
        <p:spPr>
          <a:xfrm>
            <a:off x="2560320" y="1200150"/>
            <a:ext cx="418338" cy="418338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10"/>
          <p:cNvSpPr txBox="1">
            <a:spLocks noGrp="1"/>
          </p:cNvSpPr>
          <p:nvPr>
            <p:ph type="body" idx="4"/>
          </p:nvPr>
        </p:nvSpPr>
        <p:spPr>
          <a:xfrm>
            <a:off x="2560321" y="1714498"/>
            <a:ext cx="1874519" cy="2914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19" name="Google Shape;119;p10"/>
          <p:cNvSpPr>
            <a:spLocks noGrp="1"/>
          </p:cNvSpPr>
          <p:nvPr>
            <p:ph type="pic" idx="5"/>
          </p:nvPr>
        </p:nvSpPr>
        <p:spPr>
          <a:xfrm>
            <a:off x="4709160" y="1200150"/>
            <a:ext cx="418338" cy="418338"/>
          </a:xfrm>
          <a:prstGeom prst="rect">
            <a:avLst/>
          </a:prstGeom>
          <a:noFill/>
          <a:ln>
            <a:noFill/>
          </a:ln>
        </p:spPr>
      </p:sp>
      <p:sp>
        <p:nvSpPr>
          <p:cNvPr id="120" name="Google Shape;120;p10"/>
          <p:cNvSpPr txBox="1">
            <a:spLocks noGrp="1"/>
          </p:cNvSpPr>
          <p:nvPr>
            <p:ph type="body" idx="6"/>
          </p:nvPr>
        </p:nvSpPr>
        <p:spPr>
          <a:xfrm>
            <a:off x="4709161" y="1714498"/>
            <a:ext cx="1874519" cy="2914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21" name="Google Shape;121;p10"/>
          <p:cNvSpPr>
            <a:spLocks noGrp="1"/>
          </p:cNvSpPr>
          <p:nvPr>
            <p:ph type="pic" idx="7"/>
          </p:nvPr>
        </p:nvSpPr>
        <p:spPr>
          <a:xfrm>
            <a:off x="6858000" y="1200150"/>
            <a:ext cx="418338" cy="418338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10"/>
          <p:cNvSpPr txBox="1">
            <a:spLocks noGrp="1"/>
          </p:cNvSpPr>
          <p:nvPr>
            <p:ph type="body" idx="8"/>
          </p:nvPr>
        </p:nvSpPr>
        <p:spPr>
          <a:xfrm>
            <a:off x="6858001" y="1714498"/>
            <a:ext cx="1874519" cy="2914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23" name="Google Shape;123;p10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0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 Numbers">
  <p:cSld name="4 Numbers">
    <p:bg>
      <p:bgPr>
        <a:solidFill>
          <a:srgbClr val="221F20"/>
        </a:solid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1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27" name="Google Shape;127;p11"/>
          <p:cNvCxnSpPr/>
          <p:nvPr/>
        </p:nvCxnSpPr>
        <p:spPr>
          <a:xfrm>
            <a:off x="41148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8" name="Google Shape;128;p11"/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29" name="Google Shape;129;p11"/>
          <p:cNvSpPr txBox="1">
            <a:spLocks noGrp="1"/>
          </p:cNvSpPr>
          <p:nvPr>
            <p:ph type="body" idx="1"/>
          </p:nvPr>
        </p:nvSpPr>
        <p:spPr>
          <a:xfrm>
            <a:off x="41148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None/>
              <a:defRPr sz="975">
                <a:solidFill>
                  <a:schemeClr val="lt1"/>
                </a:solidFill>
              </a:defRPr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>
                <a:solidFill>
                  <a:schemeClr val="lt1"/>
                </a:solidFill>
              </a:defRPr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30" name="Google Shape;130;p11"/>
          <p:cNvCxnSpPr/>
          <p:nvPr/>
        </p:nvCxnSpPr>
        <p:spPr>
          <a:xfrm>
            <a:off x="256032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1" name="Google Shape;131;p11"/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32" name="Google Shape;132;p11"/>
          <p:cNvSpPr txBox="1">
            <a:spLocks noGrp="1"/>
          </p:cNvSpPr>
          <p:nvPr>
            <p:ph type="body" idx="2"/>
          </p:nvPr>
        </p:nvSpPr>
        <p:spPr>
          <a:xfrm>
            <a:off x="256032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>
                <a:solidFill>
                  <a:schemeClr val="lt1"/>
                </a:solidFill>
              </a:defRPr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>
                <a:solidFill>
                  <a:schemeClr val="lt1"/>
                </a:solidFill>
              </a:defRPr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33" name="Google Shape;133;p11"/>
          <p:cNvCxnSpPr/>
          <p:nvPr/>
        </p:nvCxnSpPr>
        <p:spPr>
          <a:xfrm>
            <a:off x="470916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4" name="Google Shape;134;p11"/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135" name="Google Shape;135;p11"/>
          <p:cNvSpPr txBox="1">
            <a:spLocks noGrp="1"/>
          </p:cNvSpPr>
          <p:nvPr>
            <p:ph type="body" idx="3"/>
          </p:nvPr>
        </p:nvSpPr>
        <p:spPr>
          <a:xfrm>
            <a:off x="470916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>
                <a:solidFill>
                  <a:schemeClr val="lt1"/>
                </a:solidFill>
              </a:defRPr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>
                <a:solidFill>
                  <a:schemeClr val="lt1"/>
                </a:solidFill>
              </a:defRPr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36" name="Google Shape;136;p11"/>
          <p:cNvCxnSpPr/>
          <p:nvPr/>
        </p:nvCxnSpPr>
        <p:spPr>
          <a:xfrm>
            <a:off x="685800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7" name="Google Shape;137;p11"/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138" name="Google Shape;138;p11"/>
          <p:cNvSpPr txBox="1">
            <a:spLocks noGrp="1"/>
          </p:cNvSpPr>
          <p:nvPr>
            <p:ph type="body" idx="4"/>
          </p:nvPr>
        </p:nvSpPr>
        <p:spPr>
          <a:xfrm>
            <a:off x="685800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>
                <a:solidFill>
                  <a:schemeClr val="lt1"/>
                </a:solidFill>
              </a:defRPr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>
                <a:solidFill>
                  <a:schemeClr val="lt1"/>
                </a:solidFill>
              </a:defRPr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9" name="Google Shape;139;p11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11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1" name="Google Shape;141;p11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142" name="Google Shape;142;p11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143" name="Google Shape;143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Numbers - White">
  <p:cSld name="4 Numbers - White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2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46" name="Google Shape;146;p12"/>
          <p:cNvCxnSpPr/>
          <p:nvPr/>
        </p:nvCxnSpPr>
        <p:spPr>
          <a:xfrm>
            <a:off x="41148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47" name="Google Shape;147;p12"/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48" name="Google Shape;148;p12"/>
          <p:cNvSpPr txBox="1">
            <a:spLocks noGrp="1"/>
          </p:cNvSpPr>
          <p:nvPr>
            <p:ph type="body" idx="1"/>
          </p:nvPr>
        </p:nvSpPr>
        <p:spPr>
          <a:xfrm>
            <a:off x="41148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49" name="Google Shape;149;p12"/>
          <p:cNvCxnSpPr/>
          <p:nvPr/>
        </p:nvCxnSpPr>
        <p:spPr>
          <a:xfrm>
            <a:off x="256032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0" name="Google Shape;150;p12"/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51" name="Google Shape;151;p12"/>
          <p:cNvSpPr txBox="1">
            <a:spLocks noGrp="1"/>
          </p:cNvSpPr>
          <p:nvPr>
            <p:ph type="body" idx="2"/>
          </p:nvPr>
        </p:nvSpPr>
        <p:spPr>
          <a:xfrm>
            <a:off x="256032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52" name="Google Shape;152;p12"/>
          <p:cNvCxnSpPr/>
          <p:nvPr/>
        </p:nvCxnSpPr>
        <p:spPr>
          <a:xfrm>
            <a:off x="470916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3" name="Google Shape;153;p12"/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154" name="Google Shape;154;p12"/>
          <p:cNvSpPr txBox="1">
            <a:spLocks noGrp="1"/>
          </p:cNvSpPr>
          <p:nvPr>
            <p:ph type="body" idx="3"/>
          </p:nvPr>
        </p:nvSpPr>
        <p:spPr>
          <a:xfrm>
            <a:off x="470916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55" name="Google Shape;155;p12"/>
          <p:cNvCxnSpPr/>
          <p:nvPr/>
        </p:nvCxnSpPr>
        <p:spPr>
          <a:xfrm>
            <a:off x="685800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6" name="Google Shape;156;p12"/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157" name="Google Shape;157;p12"/>
          <p:cNvSpPr txBox="1">
            <a:spLocks noGrp="1"/>
          </p:cNvSpPr>
          <p:nvPr>
            <p:ph type="body" idx="4"/>
          </p:nvPr>
        </p:nvSpPr>
        <p:spPr>
          <a:xfrm>
            <a:off x="685800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58" name="Google Shape;158;p12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12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8 Numbers">
  <p:cSld name="8 Numbers">
    <p:bg>
      <p:bgPr>
        <a:solidFill>
          <a:srgbClr val="221F20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3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62" name="Google Shape;162;p13"/>
          <p:cNvCxnSpPr/>
          <p:nvPr/>
        </p:nvCxnSpPr>
        <p:spPr>
          <a:xfrm>
            <a:off x="41148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63" name="Google Shape;163;p13"/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64" name="Google Shape;164;p13"/>
          <p:cNvSpPr txBox="1">
            <a:spLocks noGrp="1"/>
          </p:cNvSpPr>
          <p:nvPr>
            <p:ph type="body" idx="1"/>
          </p:nvPr>
        </p:nvSpPr>
        <p:spPr>
          <a:xfrm>
            <a:off x="41148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65" name="Google Shape;165;p13"/>
          <p:cNvCxnSpPr/>
          <p:nvPr/>
        </p:nvCxnSpPr>
        <p:spPr>
          <a:xfrm>
            <a:off x="256032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66" name="Google Shape;166;p13"/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67" name="Google Shape;167;p13"/>
          <p:cNvSpPr txBox="1">
            <a:spLocks noGrp="1"/>
          </p:cNvSpPr>
          <p:nvPr>
            <p:ph type="body" idx="2"/>
          </p:nvPr>
        </p:nvSpPr>
        <p:spPr>
          <a:xfrm>
            <a:off x="256032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68" name="Google Shape;168;p13"/>
          <p:cNvCxnSpPr/>
          <p:nvPr/>
        </p:nvCxnSpPr>
        <p:spPr>
          <a:xfrm>
            <a:off x="470916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69" name="Google Shape;169;p13"/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170" name="Google Shape;170;p13"/>
          <p:cNvSpPr txBox="1">
            <a:spLocks noGrp="1"/>
          </p:cNvSpPr>
          <p:nvPr>
            <p:ph type="body" idx="3"/>
          </p:nvPr>
        </p:nvSpPr>
        <p:spPr>
          <a:xfrm>
            <a:off x="470916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71" name="Google Shape;171;p13"/>
          <p:cNvCxnSpPr/>
          <p:nvPr/>
        </p:nvCxnSpPr>
        <p:spPr>
          <a:xfrm>
            <a:off x="685800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72" name="Google Shape;172;p13"/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173" name="Google Shape;173;p13"/>
          <p:cNvSpPr txBox="1">
            <a:spLocks noGrp="1"/>
          </p:cNvSpPr>
          <p:nvPr>
            <p:ph type="body" idx="4"/>
          </p:nvPr>
        </p:nvSpPr>
        <p:spPr>
          <a:xfrm>
            <a:off x="685800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74" name="Google Shape;174;p13"/>
          <p:cNvCxnSpPr/>
          <p:nvPr/>
        </p:nvCxnSpPr>
        <p:spPr>
          <a:xfrm>
            <a:off x="41148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75" name="Google Shape;175;p13"/>
          <p:cNvSpPr txBox="1"/>
          <p:nvPr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  <p:sp>
        <p:nvSpPr>
          <p:cNvPr id="176" name="Google Shape;176;p13"/>
          <p:cNvSpPr txBox="1">
            <a:spLocks noGrp="1"/>
          </p:cNvSpPr>
          <p:nvPr>
            <p:ph type="body" idx="5"/>
          </p:nvPr>
        </p:nvSpPr>
        <p:spPr>
          <a:xfrm>
            <a:off x="41148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77" name="Google Shape;177;p13"/>
          <p:cNvCxnSpPr/>
          <p:nvPr/>
        </p:nvCxnSpPr>
        <p:spPr>
          <a:xfrm>
            <a:off x="256032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78" name="Google Shape;178;p13"/>
          <p:cNvSpPr txBox="1"/>
          <p:nvPr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/>
          </a:p>
        </p:txBody>
      </p:sp>
      <p:sp>
        <p:nvSpPr>
          <p:cNvPr id="179" name="Google Shape;179;p13"/>
          <p:cNvSpPr txBox="1">
            <a:spLocks noGrp="1"/>
          </p:cNvSpPr>
          <p:nvPr>
            <p:ph type="body" idx="6"/>
          </p:nvPr>
        </p:nvSpPr>
        <p:spPr>
          <a:xfrm>
            <a:off x="256032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80" name="Google Shape;180;p13"/>
          <p:cNvCxnSpPr/>
          <p:nvPr/>
        </p:nvCxnSpPr>
        <p:spPr>
          <a:xfrm>
            <a:off x="470916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81" name="Google Shape;181;p13"/>
          <p:cNvSpPr txBox="1"/>
          <p:nvPr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body" idx="7"/>
          </p:nvPr>
        </p:nvSpPr>
        <p:spPr>
          <a:xfrm>
            <a:off x="470916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83" name="Google Shape;183;p13"/>
          <p:cNvCxnSpPr/>
          <p:nvPr/>
        </p:nvCxnSpPr>
        <p:spPr>
          <a:xfrm>
            <a:off x="685800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84" name="Google Shape;184;p13"/>
          <p:cNvSpPr txBox="1"/>
          <p:nvPr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body" idx="8"/>
          </p:nvPr>
        </p:nvSpPr>
        <p:spPr>
          <a:xfrm>
            <a:off x="685800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8" name="Google Shape;188;p13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189" name="Google Shape;189;p13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190" name="Google Shape;19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 Numbers - White">
  <p:cSld name="8 Numbers - White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4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93" name="Google Shape;193;p14"/>
          <p:cNvCxnSpPr/>
          <p:nvPr/>
        </p:nvCxnSpPr>
        <p:spPr>
          <a:xfrm>
            <a:off x="41148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94" name="Google Shape;194;p14"/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95" name="Google Shape;195;p14"/>
          <p:cNvSpPr txBox="1">
            <a:spLocks noGrp="1"/>
          </p:cNvSpPr>
          <p:nvPr>
            <p:ph type="body" idx="1"/>
          </p:nvPr>
        </p:nvSpPr>
        <p:spPr>
          <a:xfrm>
            <a:off x="41148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96" name="Google Shape;196;p14"/>
          <p:cNvCxnSpPr/>
          <p:nvPr/>
        </p:nvCxnSpPr>
        <p:spPr>
          <a:xfrm>
            <a:off x="256032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97" name="Google Shape;197;p14"/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98" name="Google Shape;198;p14"/>
          <p:cNvSpPr txBox="1">
            <a:spLocks noGrp="1"/>
          </p:cNvSpPr>
          <p:nvPr>
            <p:ph type="body" idx="2"/>
          </p:nvPr>
        </p:nvSpPr>
        <p:spPr>
          <a:xfrm>
            <a:off x="256032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99" name="Google Shape;199;p14"/>
          <p:cNvCxnSpPr/>
          <p:nvPr/>
        </p:nvCxnSpPr>
        <p:spPr>
          <a:xfrm>
            <a:off x="470916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00" name="Google Shape;200;p14"/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201" name="Google Shape;201;p14"/>
          <p:cNvSpPr txBox="1">
            <a:spLocks noGrp="1"/>
          </p:cNvSpPr>
          <p:nvPr>
            <p:ph type="body" idx="3"/>
          </p:nvPr>
        </p:nvSpPr>
        <p:spPr>
          <a:xfrm>
            <a:off x="470916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202" name="Google Shape;202;p14"/>
          <p:cNvCxnSpPr/>
          <p:nvPr/>
        </p:nvCxnSpPr>
        <p:spPr>
          <a:xfrm>
            <a:off x="685800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03" name="Google Shape;203;p14"/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204" name="Google Shape;204;p14"/>
          <p:cNvSpPr txBox="1">
            <a:spLocks noGrp="1"/>
          </p:cNvSpPr>
          <p:nvPr>
            <p:ph type="body" idx="4"/>
          </p:nvPr>
        </p:nvSpPr>
        <p:spPr>
          <a:xfrm>
            <a:off x="685800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205" name="Google Shape;205;p14"/>
          <p:cNvCxnSpPr/>
          <p:nvPr/>
        </p:nvCxnSpPr>
        <p:spPr>
          <a:xfrm>
            <a:off x="41148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06" name="Google Shape;206;p14"/>
          <p:cNvSpPr txBox="1"/>
          <p:nvPr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  <p:sp>
        <p:nvSpPr>
          <p:cNvPr id="207" name="Google Shape;207;p14"/>
          <p:cNvSpPr txBox="1">
            <a:spLocks noGrp="1"/>
          </p:cNvSpPr>
          <p:nvPr>
            <p:ph type="body" idx="5"/>
          </p:nvPr>
        </p:nvSpPr>
        <p:spPr>
          <a:xfrm>
            <a:off x="41148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208" name="Google Shape;208;p14"/>
          <p:cNvCxnSpPr/>
          <p:nvPr/>
        </p:nvCxnSpPr>
        <p:spPr>
          <a:xfrm>
            <a:off x="256032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09" name="Google Shape;209;p14"/>
          <p:cNvSpPr txBox="1"/>
          <p:nvPr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/>
          </a:p>
        </p:txBody>
      </p:sp>
      <p:sp>
        <p:nvSpPr>
          <p:cNvPr id="210" name="Google Shape;210;p14"/>
          <p:cNvSpPr txBox="1">
            <a:spLocks noGrp="1"/>
          </p:cNvSpPr>
          <p:nvPr>
            <p:ph type="body" idx="6"/>
          </p:nvPr>
        </p:nvSpPr>
        <p:spPr>
          <a:xfrm>
            <a:off x="256032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211" name="Google Shape;211;p14"/>
          <p:cNvCxnSpPr/>
          <p:nvPr/>
        </p:nvCxnSpPr>
        <p:spPr>
          <a:xfrm>
            <a:off x="470916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12" name="Google Shape;212;p14"/>
          <p:cNvSpPr txBox="1"/>
          <p:nvPr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/>
          </a:p>
        </p:txBody>
      </p:sp>
      <p:sp>
        <p:nvSpPr>
          <p:cNvPr id="213" name="Google Shape;213;p14"/>
          <p:cNvSpPr txBox="1">
            <a:spLocks noGrp="1"/>
          </p:cNvSpPr>
          <p:nvPr>
            <p:ph type="body" idx="7"/>
          </p:nvPr>
        </p:nvSpPr>
        <p:spPr>
          <a:xfrm>
            <a:off x="470916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214" name="Google Shape;214;p14"/>
          <p:cNvCxnSpPr/>
          <p:nvPr/>
        </p:nvCxnSpPr>
        <p:spPr>
          <a:xfrm>
            <a:off x="685800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15" name="Google Shape;215;p14"/>
          <p:cNvSpPr txBox="1"/>
          <p:nvPr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/>
          </a:p>
        </p:txBody>
      </p:sp>
      <p:sp>
        <p:nvSpPr>
          <p:cNvPr id="216" name="Google Shape;216;p14"/>
          <p:cNvSpPr txBox="1">
            <a:spLocks noGrp="1"/>
          </p:cNvSpPr>
          <p:nvPr>
            <p:ph type="body" idx="8"/>
          </p:nvPr>
        </p:nvSpPr>
        <p:spPr>
          <a:xfrm>
            <a:off x="685800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217" name="Google Shape;217;p14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14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ll Image">
  <p:cSld name="Full Image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5"/>
          <p:cNvSpPr>
            <a:spLocks noGrp="1"/>
          </p:cNvSpPr>
          <p:nvPr>
            <p:ph type="pic" idx="2"/>
          </p:nvPr>
        </p:nvSpPr>
        <p:spPr>
          <a:xfrm>
            <a:off x="0" y="171450"/>
            <a:ext cx="9144000" cy="480060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21" name="Google Shape;221;p15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15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15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4" name="Google Shape;224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01">
  <p:cSld name="Content and Image 0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6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40233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16"/>
          <p:cNvSpPr txBox="1">
            <a:spLocks noGrp="1"/>
          </p:cNvSpPr>
          <p:nvPr>
            <p:ph type="body" idx="1"/>
          </p:nvPr>
        </p:nvSpPr>
        <p:spPr>
          <a:xfrm>
            <a:off x="411479" y="1200150"/>
            <a:ext cx="402336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marL="914400" lvl="1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marL="1828800" lvl="3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28" name="Google Shape;228;p16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16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0" name="Google Shape;230;p16"/>
          <p:cNvSpPr>
            <a:spLocks noGrp="1"/>
          </p:cNvSpPr>
          <p:nvPr>
            <p:ph type="pic" idx="2"/>
          </p:nvPr>
        </p:nvSpPr>
        <p:spPr>
          <a:xfrm>
            <a:off x="4708528" y="807244"/>
            <a:ext cx="4024311" cy="3821906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02">
  <p:cSld name="Content and Image 02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7"/>
          <p:cNvSpPr>
            <a:spLocks noGrp="1"/>
          </p:cNvSpPr>
          <p:nvPr>
            <p:ph type="pic" idx="2"/>
          </p:nvPr>
        </p:nvSpPr>
        <p:spPr>
          <a:xfrm>
            <a:off x="411479" y="308610"/>
            <a:ext cx="8321040" cy="233172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33" name="Google Shape;233;p17"/>
          <p:cNvSpPr txBox="1">
            <a:spLocks noGrp="1"/>
          </p:cNvSpPr>
          <p:nvPr>
            <p:ph type="title"/>
          </p:nvPr>
        </p:nvSpPr>
        <p:spPr>
          <a:xfrm>
            <a:off x="411480" y="2846070"/>
            <a:ext cx="40233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17"/>
          <p:cNvSpPr txBox="1">
            <a:spLocks noGrp="1"/>
          </p:cNvSpPr>
          <p:nvPr>
            <p:ph type="body" idx="1"/>
          </p:nvPr>
        </p:nvSpPr>
        <p:spPr>
          <a:xfrm>
            <a:off x="4709159" y="2846070"/>
            <a:ext cx="4023360" cy="1783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marL="914400" lvl="1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marL="1828800" lvl="3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35" name="Google Shape;235;p17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17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2 Images">
  <p:cSld name="Content and 2 Images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8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18"/>
          <p:cNvSpPr>
            <a:spLocks noGrp="1"/>
          </p:cNvSpPr>
          <p:nvPr>
            <p:ph type="pic" idx="2"/>
          </p:nvPr>
        </p:nvSpPr>
        <p:spPr>
          <a:xfrm>
            <a:off x="411479" y="1200150"/>
            <a:ext cx="4023360" cy="171450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40" name="Google Shape;240;p18"/>
          <p:cNvSpPr txBox="1">
            <a:spLocks noGrp="1"/>
          </p:cNvSpPr>
          <p:nvPr>
            <p:ph type="body" idx="1"/>
          </p:nvPr>
        </p:nvSpPr>
        <p:spPr>
          <a:xfrm>
            <a:off x="411478" y="308610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9pPr>
          </a:lstStyle>
          <a:p>
            <a:endParaRPr/>
          </a:p>
        </p:txBody>
      </p:sp>
      <p:sp>
        <p:nvSpPr>
          <p:cNvPr id="241" name="Google Shape;241;p18"/>
          <p:cNvSpPr txBox="1">
            <a:spLocks noGrp="1"/>
          </p:cNvSpPr>
          <p:nvPr>
            <p:ph type="body" idx="3"/>
          </p:nvPr>
        </p:nvSpPr>
        <p:spPr>
          <a:xfrm>
            <a:off x="411479" y="3394710"/>
            <a:ext cx="402336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0037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marL="914400" lvl="1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marL="1371600" lvl="2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marL="1828800" lvl="3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marL="2286000" lvl="4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marL="2743200" lvl="5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marL="3200400" lvl="6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marL="3657600" lvl="7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marL="4114800" lvl="8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>
            <a:endParaRPr/>
          </a:p>
        </p:txBody>
      </p:sp>
      <p:sp>
        <p:nvSpPr>
          <p:cNvPr id="242" name="Google Shape;242;p18"/>
          <p:cNvSpPr>
            <a:spLocks noGrp="1"/>
          </p:cNvSpPr>
          <p:nvPr>
            <p:ph type="pic" idx="4"/>
          </p:nvPr>
        </p:nvSpPr>
        <p:spPr>
          <a:xfrm>
            <a:off x="4709159" y="1200150"/>
            <a:ext cx="4023360" cy="171450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43" name="Google Shape;243;p18"/>
          <p:cNvSpPr txBox="1">
            <a:spLocks noGrp="1"/>
          </p:cNvSpPr>
          <p:nvPr>
            <p:ph type="body" idx="5"/>
          </p:nvPr>
        </p:nvSpPr>
        <p:spPr>
          <a:xfrm>
            <a:off x="4709159" y="308610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9pPr>
          </a:lstStyle>
          <a:p>
            <a:endParaRPr/>
          </a:p>
        </p:txBody>
      </p:sp>
      <p:sp>
        <p:nvSpPr>
          <p:cNvPr id="244" name="Google Shape;244;p18"/>
          <p:cNvSpPr txBox="1">
            <a:spLocks noGrp="1"/>
          </p:cNvSpPr>
          <p:nvPr>
            <p:ph type="body" idx="6"/>
          </p:nvPr>
        </p:nvSpPr>
        <p:spPr>
          <a:xfrm>
            <a:off x="4709159" y="3394710"/>
            <a:ext cx="402336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0037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marL="914400" lvl="1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marL="1371600" lvl="2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marL="1828800" lvl="3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marL="2286000" lvl="4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marL="2743200" lvl="5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marL="3200400" lvl="6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marL="3657600" lvl="7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marL="4114800" lvl="8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>
            <a:endParaRPr/>
          </a:p>
        </p:txBody>
      </p:sp>
      <p:sp>
        <p:nvSpPr>
          <p:cNvPr id="245" name="Google Shape;245;p18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3 Images">
  <p:cSld name="Content and 3 Images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9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9" name="Google Shape;249;p19"/>
          <p:cNvSpPr>
            <a:spLocks noGrp="1"/>
          </p:cNvSpPr>
          <p:nvPr>
            <p:ph type="pic" idx="2"/>
          </p:nvPr>
        </p:nvSpPr>
        <p:spPr>
          <a:xfrm>
            <a:off x="411479" y="1200150"/>
            <a:ext cx="2587752" cy="12687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50" name="Google Shape;250;p19"/>
          <p:cNvSpPr txBox="1">
            <a:spLocks noGrp="1"/>
          </p:cNvSpPr>
          <p:nvPr>
            <p:ph type="body" idx="1"/>
          </p:nvPr>
        </p:nvSpPr>
        <p:spPr>
          <a:xfrm>
            <a:off x="411478" y="2640330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9pPr>
          </a:lstStyle>
          <a:p>
            <a:endParaRPr/>
          </a:p>
        </p:txBody>
      </p:sp>
      <p:sp>
        <p:nvSpPr>
          <p:cNvPr id="251" name="Google Shape;251;p19"/>
          <p:cNvSpPr txBox="1">
            <a:spLocks noGrp="1"/>
          </p:cNvSpPr>
          <p:nvPr>
            <p:ph type="body" idx="3"/>
          </p:nvPr>
        </p:nvSpPr>
        <p:spPr>
          <a:xfrm>
            <a:off x="411479" y="2948940"/>
            <a:ext cx="2587752" cy="1680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0037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marL="914400" lvl="1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marL="1371600" lvl="2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marL="1828800" lvl="3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marL="2286000" lvl="4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marL="2743200" lvl="5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marL="3200400" lvl="6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marL="3657600" lvl="7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marL="4114800" lvl="8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>
            <a:endParaRPr/>
          </a:p>
        </p:txBody>
      </p:sp>
      <p:sp>
        <p:nvSpPr>
          <p:cNvPr id="252" name="Google Shape;252;p19"/>
          <p:cNvSpPr>
            <a:spLocks noGrp="1"/>
          </p:cNvSpPr>
          <p:nvPr>
            <p:ph type="pic" idx="4"/>
          </p:nvPr>
        </p:nvSpPr>
        <p:spPr>
          <a:xfrm>
            <a:off x="3278123" y="1200150"/>
            <a:ext cx="2587752" cy="12687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53" name="Google Shape;253;p19"/>
          <p:cNvSpPr txBox="1">
            <a:spLocks noGrp="1"/>
          </p:cNvSpPr>
          <p:nvPr>
            <p:ph type="body" idx="5"/>
          </p:nvPr>
        </p:nvSpPr>
        <p:spPr>
          <a:xfrm>
            <a:off x="3278123" y="2640330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9pPr>
          </a:lstStyle>
          <a:p>
            <a:endParaRPr/>
          </a:p>
        </p:txBody>
      </p:sp>
      <p:sp>
        <p:nvSpPr>
          <p:cNvPr id="254" name="Google Shape;254;p19"/>
          <p:cNvSpPr txBox="1">
            <a:spLocks noGrp="1"/>
          </p:cNvSpPr>
          <p:nvPr>
            <p:ph type="body" idx="6"/>
          </p:nvPr>
        </p:nvSpPr>
        <p:spPr>
          <a:xfrm>
            <a:off x="3278123" y="2948940"/>
            <a:ext cx="2587752" cy="1680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0037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marL="914400" lvl="1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marL="1371600" lvl="2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marL="1828800" lvl="3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marL="2286000" lvl="4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marL="2743200" lvl="5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marL="3200400" lvl="6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marL="3657600" lvl="7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marL="4114800" lvl="8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>
            <a:endParaRPr/>
          </a:p>
        </p:txBody>
      </p:sp>
      <p:sp>
        <p:nvSpPr>
          <p:cNvPr id="255" name="Google Shape;255;p19"/>
          <p:cNvSpPr>
            <a:spLocks noGrp="1"/>
          </p:cNvSpPr>
          <p:nvPr>
            <p:ph type="pic" idx="7"/>
          </p:nvPr>
        </p:nvSpPr>
        <p:spPr>
          <a:xfrm>
            <a:off x="6144767" y="1200150"/>
            <a:ext cx="2587752" cy="12687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56" name="Google Shape;256;p19"/>
          <p:cNvSpPr txBox="1">
            <a:spLocks noGrp="1"/>
          </p:cNvSpPr>
          <p:nvPr>
            <p:ph type="body" idx="8"/>
          </p:nvPr>
        </p:nvSpPr>
        <p:spPr>
          <a:xfrm>
            <a:off x="6144767" y="2640330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9pPr>
          </a:lstStyle>
          <a:p>
            <a:endParaRPr/>
          </a:p>
        </p:txBody>
      </p:sp>
      <p:sp>
        <p:nvSpPr>
          <p:cNvPr id="257" name="Google Shape;257;p19"/>
          <p:cNvSpPr txBox="1">
            <a:spLocks noGrp="1"/>
          </p:cNvSpPr>
          <p:nvPr>
            <p:ph type="body" idx="9"/>
          </p:nvPr>
        </p:nvSpPr>
        <p:spPr>
          <a:xfrm>
            <a:off x="6144767" y="2948940"/>
            <a:ext cx="2587752" cy="1680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0037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marL="914400" lvl="1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marL="1371600" lvl="2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marL="1828800" lvl="3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marL="2286000" lvl="4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marL="2743200" lvl="5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marL="3200400" lvl="6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marL="3657600" lvl="7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marL="4114800" lvl="8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>
            <a:endParaRPr/>
          </a:p>
        </p:txBody>
      </p:sp>
      <p:sp>
        <p:nvSpPr>
          <p:cNvPr id="258" name="Google Shape;258;p19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19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4 Images">
  <p:cSld name="Content and 4 Images"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0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20"/>
          <p:cNvSpPr>
            <a:spLocks noGrp="1"/>
          </p:cNvSpPr>
          <p:nvPr>
            <p:ph type="pic" idx="2"/>
          </p:nvPr>
        </p:nvSpPr>
        <p:spPr>
          <a:xfrm>
            <a:off x="411481" y="1200150"/>
            <a:ext cx="1874519" cy="9258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63" name="Google Shape;263;p20"/>
          <p:cNvSpPr txBox="1">
            <a:spLocks noGrp="1"/>
          </p:cNvSpPr>
          <p:nvPr>
            <p:ph type="body" idx="1"/>
          </p:nvPr>
        </p:nvSpPr>
        <p:spPr>
          <a:xfrm>
            <a:off x="411480" y="2297430"/>
            <a:ext cx="187451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9pPr>
          </a:lstStyle>
          <a:p>
            <a:endParaRPr/>
          </a:p>
        </p:txBody>
      </p:sp>
      <p:sp>
        <p:nvSpPr>
          <p:cNvPr id="264" name="Google Shape;264;p20"/>
          <p:cNvSpPr txBox="1">
            <a:spLocks noGrp="1"/>
          </p:cNvSpPr>
          <p:nvPr>
            <p:ph type="body" idx="3"/>
          </p:nvPr>
        </p:nvSpPr>
        <p:spPr>
          <a:xfrm>
            <a:off x="411481" y="2606040"/>
            <a:ext cx="1874519" cy="202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265" name="Google Shape;265;p20"/>
          <p:cNvSpPr>
            <a:spLocks noGrp="1"/>
          </p:cNvSpPr>
          <p:nvPr>
            <p:ph type="pic" idx="4"/>
          </p:nvPr>
        </p:nvSpPr>
        <p:spPr>
          <a:xfrm>
            <a:off x="2571604" y="1200150"/>
            <a:ext cx="1874519" cy="9258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66" name="Google Shape;266;p20"/>
          <p:cNvSpPr txBox="1">
            <a:spLocks noGrp="1"/>
          </p:cNvSpPr>
          <p:nvPr>
            <p:ph type="body" idx="5"/>
          </p:nvPr>
        </p:nvSpPr>
        <p:spPr>
          <a:xfrm>
            <a:off x="2571604" y="2297430"/>
            <a:ext cx="187451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9pPr>
          </a:lstStyle>
          <a:p>
            <a:endParaRPr/>
          </a:p>
        </p:txBody>
      </p:sp>
      <p:sp>
        <p:nvSpPr>
          <p:cNvPr id="267" name="Google Shape;267;p20"/>
          <p:cNvSpPr txBox="1">
            <a:spLocks noGrp="1"/>
          </p:cNvSpPr>
          <p:nvPr>
            <p:ph type="body" idx="6"/>
          </p:nvPr>
        </p:nvSpPr>
        <p:spPr>
          <a:xfrm>
            <a:off x="2571604" y="2606040"/>
            <a:ext cx="1874519" cy="202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268" name="Google Shape;268;p20"/>
          <p:cNvSpPr>
            <a:spLocks noGrp="1"/>
          </p:cNvSpPr>
          <p:nvPr>
            <p:ph type="pic" idx="7"/>
          </p:nvPr>
        </p:nvSpPr>
        <p:spPr>
          <a:xfrm>
            <a:off x="4697881" y="1200150"/>
            <a:ext cx="1874519" cy="9258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69" name="Google Shape;269;p20"/>
          <p:cNvSpPr txBox="1">
            <a:spLocks noGrp="1"/>
          </p:cNvSpPr>
          <p:nvPr>
            <p:ph type="body" idx="8"/>
          </p:nvPr>
        </p:nvSpPr>
        <p:spPr>
          <a:xfrm>
            <a:off x="4697881" y="2297430"/>
            <a:ext cx="187451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9pPr>
          </a:lstStyle>
          <a:p>
            <a:endParaRPr/>
          </a:p>
        </p:txBody>
      </p:sp>
      <p:sp>
        <p:nvSpPr>
          <p:cNvPr id="270" name="Google Shape;270;p20"/>
          <p:cNvSpPr txBox="1">
            <a:spLocks noGrp="1"/>
          </p:cNvSpPr>
          <p:nvPr>
            <p:ph type="body" idx="9"/>
          </p:nvPr>
        </p:nvSpPr>
        <p:spPr>
          <a:xfrm>
            <a:off x="4697881" y="2606040"/>
            <a:ext cx="1874519" cy="202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271" name="Google Shape;271;p20"/>
          <p:cNvSpPr>
            <a:spLocks noGrp="1"/>
          </p:cNvSpPr>
          <p:nvPr>
            <p:ph type="pic" idx="13"/>
          </p:nvPr>
        </p:nvSpPr>
        <p:spPr>
          <a:xfrm>
            <a:off x="6858001" y="1200150"/>
            <a:ext cx="1874519" cy="9258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72" name="Google Shape;272;p20"/>
          <p:cNvSpPr txBox="1">
            <a:spLocks noGrp="1"/>
          </p:cNvSpPr>
          <p:nvPr>
            <p:ph type="body" idx="14"/>
          </p:nvPr>
        </p:nvSpPr>
        <p:spPr>
          <a:xfrm>
            <a:off x="6858001" y="2297430"/>
            <a:ext cx="187451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9pPr>
          </a:lstStyle>
          <a:p>
            <a:endParaRPr/>
          </a:p>
        </p:txBody>
      </p:sp>
      <p:sp>
        <p:nvSpPr>
          <p:cNvPr id="273" name="Google Shape;273;p20"/>
          <p:cNvSpPr txBox="1">
            <a:spLocks noGrp="1"/>
          </p:cNvSpPr>
          <p:nvPr>
            <p:ph type="body" idx="15"/>
          </p:nvPr>
        </p:nvSpPr>
        <p:spPr>
          <a:xfrm>
            <a:off x="6858001" y="2606040"/>
            <a:ext cx="1874519" cy="202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274" name="Google Shape;274;p20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20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>
  <p:cSld name="Section Header">
    <p:bg>
      <p:bgPr>
        <a:solidFill>
          <a:srgbClr val="221F2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1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  <a:defRPr sz="3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8" name="Google Shape;278;p21"/>
          <p:cNvSpPr txBox="1">
            <a:spLocks noGrp="1"/>
          </p:cNvSpPr>
          <p:nvPr>
            <p:ph type="body" idx="1"/>
          </p:nvPr>
        </p:nvSpPr>
        <p:spPr>
          <a:xfrm>
            <a:off x="411480" y="1611630"/>
            <a:ext cx="5096351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  <a:defRPr sz="2100"/>
            </a:lvl1pPr>
            <a:lvl2pPr marL="914400" lvl="1" indent="-30956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▪"/>
              <a:defRPr/>
            </a:lvl2pPr>
            <a:lvl3pPr marL="1371600" lvl="2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3pPr>
            <a:lvl4pPr marL="1828800" lvl="3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4pPr>
            <a:lvl5pPr marL="2286000" lvl="4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5pPr>
            <a:lvl6pPr marL="2743200" lvl="5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6pPr>
            <a:lvl7pPr marL="3200400" lvl="6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7pPr>
            <a:lvl8pPr marL="3657600" lvl="7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8pPr>
            <a:lvl9pPr marL="4114800" lvl="8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9pPr>
          </a:lstStyle>
          <a:p>
            <a:endParaRPr/>
          </a:p>
        </p:txBody>
      </p:sp>
      <p:sp>
        <p:nvSpPr>
          <p:cNvPr id="279" name="Google Shape;279;p21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0" name="Google Shape;280;p21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83" name="Google Shape;283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- Image">
  <p:cSld name="Section Header - Image">
    <p:bg>
      <p:bgPr>
        <a:solidFill>
          <a:schemeClr val="lt1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2"/>
          <p:cNvSpPr>
            <a:spLocks noGrp="1"/>
          </p:cNvSpPr>
          <p:nvPr>
            <p:ph type="pic" idx="2"/>
          </p:nvPr>
        </p:nvSpPr>
        <p:spPr>
          <a:xfrm>
            <a:off x="0" y="171450"/>
            <a:ext cx="9144000" cy="4800600"/>
          </a:xfrm>
          <a:prstGeom prst="rect">
            <a:avLst/>
          </a:prstGeom>
          <a:solidFill>
            <a:srgbClr val="565557"/>
          </a:solidFill>
          <a:ln>
            <a:noFill/>
          </a:ln>
        </p:spPr>
      </p:sp>
      <p:sp>
        <p:nvSpPr>
          <p:cNvPr id="286" name="Google Shape;286;p22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  <a:defRPr sz="3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7" name="Google Shape;287;p22"/>
          <p:cNvSpPr txBox="1">
            <a:spLocks noGrp="1"/>
          </p:cNvSpPr>
          <p:nvPr>
            <p:ph type="body" idx="1"/>
          </p:nvPr>
        </p:nvSpPr>
        <p:spPr>
          <a:xfrm>
            <a:off x="411480" y="1611630"/>
            <a:ext cx="5096351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  <a:defRPr sz="2100"/>
            </a:lvl1pPr>
            <a:lvl2pPr marL="914400" lvl="1" indent="-30956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▪"/>
              <a:defRPr/>
            </a:lvl2pPr>
            <a:lvl3pPr marL="1371600" lvl="2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3pPr>
            <a:lvl4pPr marL="1828800" lvl="3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4pPr>
            <a:lvl5pPr marL="2286000" lvl="4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5pPr>
            <a:lvl6pPr marL="2743200" lvl="5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6pPr>
            <a:lvl7pPr marL="3200400" lvl="6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7pPr>
            <a:lvl8pPr marL="3657600" lvl="7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8pPr>
            <a:lvl9pPr marL="4114800" lvl="8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9pPr>
          </a:lstStyle>
          <a:p>
            <a:endParaRPr/>
          </a:p>
        </p:txBody>
      </p:sp>
      <p:sp>
        <p:nvSpPr>
          <p:cNvPr id="288" name="Google Shape;288;p22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22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90" name="Google Shape;290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- White 01">
  <p:cSld name="Section Header - White 01">
    <p:bg>
      <p:bgPr>
        <a:solidFill>
          <a:schemeClr val="lt1"/>
        </a:solidFill>
        <a:effectLst/>
      </p:bgPr>
    </p:bg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3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sz="3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23"/>
          <p:cNvSpPr txBox="1">
            <a:spLocks noGrp="1"/>
          </p:cNvSpPr>
          <p:nvPr>
            <p:ph type="body" idx="1"/>
          </p:nvPr>
        </p:nvSpPr>
        <p:spPr>
          <a:xfrm>
            <a:off x="411480" y="1611630"/>
            <a:ext cx="5096351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/>
            </a:lvl1pPr>
            <a:lvl2pPr marL="914400" lvl="1" indent="-30956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▪"/>
              <a:defRPr/>
            </a:lvl2pPr>
            <a:lvl3pPr marL="1371600" lvl="2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3pPr>
            <a:lvl4pPr marL="1828800" lvl="3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4pPr>
            <a:lvl5pPr marL="2286000" lvl="4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5pPr>
            <a:lvl6pPr marL="2743200" lvl="5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6pPr>
            <a:lvl7pPr marL="3200400" lvl="6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7pPr>
            <a:lvl8pPr marL="3657600" lvl="7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8pPr>
            <a:lvl9pPr marL="4114800" lvl="8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9pPr>
          </a:lstStyle>
          <a:p>
            <a:endParaRPr/>
          </a:p>
        </p:txBody>
      </p:sp>
      <p:sp>
        <p:nvSpPr>
          <p:cNvPr id="294" name="Google Shape;294;p23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23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- White 02">
  <p:cSld name="Section Header - White 02">
    <p:bg>
      <p:bgPr>
        <a:solidFill>
          <a:schemeClr val="lt1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4"/>
          <p:cNvSpPr txBox="1">
            <a:spLocks noGrp="1"/>
          </p:cNvSpPr>
          <p:nvPr>
            <p:ph type="title"/>
          </p:nvPr>
        </p:nvSpPr>
        <p:spPr>
          <a:xfrm>
            <a:off x="411481" y="308610"/>
            <a:ext cx="402399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8" name="Google Shape;298;p24"/>
          <p:cNvSpPr txBox="1">
            <a:spLocks noGrp="1"/>
          </p:cNvSpPr>
          <p:nvPr>
            <p:ph type="body" idx="1"/>
          </p:nvPr>
        </p:nvSpPr>
        <p:spPr>
          <a:xfrm>
            <a:off x="411480" y="1200150"/>
            <a:ext cx="5096351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sz="2700"/>
            </a:lvl1pPr>
            <a:lvl2pPr marL="914400" lvl="1" indent="-30956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▪"/>
              <a:defRPr/>
            </a:lvl2pPr>
            <a:lvl3pPr marL="1371600" lvl="2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3pPr>
            <a:lvl4pPr marL="1828800" lvl="3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4pPr>
            <a:lvl5pPr marL="2286000" lvl="4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5pPr>
            <a:lvl6pPr marL="2743200" lvl="5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6pPr>
            <a:lvl7pPr marL="3200400" lvl="6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7pPr>
            <a:lvl8pPr marL="3657600" lvl="7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8pPr>
            <a:lvl9pPr marL="4114800" lvl="8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9pPr>
          </a:lstStyle>
          <a:p>
            <a:endParaRPr/>
          </a:p>
        </p:txBody>
      </p:sp>
      <p:sp>
        <p:nvSpPr>
          <p:cNvPr id="299" name="Google Shape;299;p24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0" name="Google Shape;300;p24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- Half Image">
  <p:cSld name="Section Header - Half Image">
    <p:bg>
      <p:bgPr>
        <a:solidFill>
          <a:srgbClr val="221F20"/>
        </a:solidFill>
        <a:effectLst/>
      </p:bgPr>
    </p:bg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5"/>
          <p:cNvSpPr txBox="1">
            <a:spLocks noGrp="1"/>
          </p:cNvSpPr>
          <p:nvPr>
            <p:ph type="title"/>
          </p:nvPr>
        </p:nvSpPr>
        <p:spPr>
          <a:xfrm>
            <a:off x="411481" y="308611"/>
            <a:ext cx="4023995" cy="891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  <a:defRPr sz="3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3" name="Google Shape;303;p25"/>
          <p:cNvSpPr txBox="1">
            <a:spLocks noGrp="1"/>
          </p:cNvSpPr>
          <p:nvPr>
            <p:ph type="body" idx="1"/>
          </p:nvPr>
        </p:nvSpPr>
        <p:spPr>
          <a:xfrm>
            <a:off x="411480" y="1611630"/>
            <a:ext cx="4023994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None/>
              <a:defRPr/>
            </a:lvl1pPr>
            <a:lvl2pPr marL="914400" lvl="1" indent="-30956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▪"/>
              <a:defRPr/>
            </a:lvl2pPr>
            <a:lvl3pPr marL="1371600" lvl="2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3pPr>
            <a:lvl4pPr marL="1828800" lvl="3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4pPr>
            <a:lvl5pPr marL="2286000" lvl="4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5pPr>
            <a:lvl6pPr marL="2743200" lvl="5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6pPr>
            <a:lvl7pPr marL="3200400" lvl="6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7pPr>
            <a:lvl8pPr marL="3657600" lvl="7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8pPr>
            <a:lvl9pPr marL="4114800" lvl="8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9pPr>
          </a:lstStyle>
          <a:p>
            <a:endParaRPr/>
          </a:p>
        </p:txBody>
      </p:sp>
      <p:sp>
        <p:nvSpPr>
          <p:cNvPr id="304" name="Google Shape;304;p25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25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6" name="Google Shape;306;p25"/>
          <p:cNvSpPr>
            <a:spLocks noGrp="1"/>
          </p:cNvSpPr>
          <p:nvPr>
            <p:ph type="pic" idx="2"/>
          </p:nvPr>
        </p:nvSpPr>
        <p:spPr>
          <a:xfrm>
            <a:off x="4708528" y="807244"/>
            <a:ext cx="4024311" cy="3821906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307" name="Google Shape;307;p25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308" name="Google Shape;308;p25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309" name="Google Shape;309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- Half Image - White">
  <p:cSld name="Section Header - Half Image - White">
    <p:bg>
      <p:bgPr>
        <a:solidFill>
          <a:schemeClr val="lt1"/>
        </a:solidFill>
        <a:effectLst/>
      </p:bgPr>
    </p:bg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6"/>
          <p:cNvSpPr txBox="1">
            <a:spLocks noGrp="1"/>
          </p:cNvSpPr>
          <p:nvPr>
            <p:ph type="title"/>
          </p:nvPr>
        </p:nvSpPr>
        <p:spPr>
          <a:xfrm>
            <a:off x="411481" y="308611"/>
            <a:ext cx="4023995" cy="891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sz="3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26"/>
          <p:cNvSpPr txBox="1">
            <a:spLocks noGrp="1"/>
          </p:cNvSpPr>
          <p:nvPr>
            <p:ph type="body" idx="1"/>
          </p:nvPr>
        </p:nvSpPr>
        <p:spPr>
          <a:xfrm>
            <a:off x="411480" y="1611630"/>
            <a:ext cx="4023994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None/>
              <a:defRPr/>
            </a:lvl1pPr>
            <a:lvl2pPr marL="914400" lvl="1" indent="-30956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▪"/>
              <a:defRPr/>
            </a:lvl2pPr>
            <a:lvl3pPr marL="1371600" lvl="2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3pPr>
            <a:lvl4pPr marL="1828800" lvl="3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4pPr>
            <a:lvl5pPr marL="2286000" lvl="4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5pPr>
            <a:lvl6pPr marL="2743200" lvl="5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6pPr>
            <a:lvl7pPr marL="3200400" lvl="6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7pPr>
            <a:lvl8pPr marL="3657600" lvl="7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8pPr>
            <a:lvl9pPr marL="4114800" lvl="8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9pPr>
          </a:lstStyle>
          <a:p>
            <a:endParaRPr/>
          </a:p>
        </p:txBody>
      </p:sp>
      <p:sp>
        <p:nvSpPr>
          <p:cNvPr id="313" name="Google Shape;313;p26"/>
          <p:cNvSpPr>
            <a:spLocks noGrp="1"/>
          </p:cNvSpPr>
          <p:nvPr>
            <p:ph type="pic" idx="2"/>
          </p:nvPr>
        </p:nvSpPr>
        <p:spPr>
          <a:xfrm>
            <a:off x="4708528" y="807244"/>
            <a:ext cx="4024311" cy="3821906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314" name="Google Shape;314;p26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26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7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27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9" name="Google Shape;319;p27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 - Black">
  <p:cSld name="Title Only - Black">
    <p:bg>
      <p:bgPr>
        <a:solidFill>
          <a:srgbClr val="221F20"/>
        </a:solidFill>
        <a:effectLst/>
      </p:bgPr>
    </p:bg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8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2" name="Google Shape;322;p28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3" name="Google Shape;323;p28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4" name="Google Shape;324;p28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325" name="Google Shape;325;p28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326" name="Google Shape;326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9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9" name="Google Shape;329;p29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- Black">
  <p:cSld name="Blank - Black">
    <p:bg>
      <p:bgPr>
        <a:solidFill>
          <a:srgbClr val="221F20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0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2" name="Google Shape;332;p30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3" name="Google Shape;333;p30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334" name="Google Shape;334;p30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335" name="Google Shape;335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">
  <p:cSld name="Thank You">
    <p:bg>
      <p:bgPr>
        <a:solidFill>
          <a:srgbClr val="221F20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1"/>
          <p:cNvSpPr txBox="1"/>
          <p:nvPr/>
        </p:nvSpPr>
        <p:spPr>
          <a:xfrm>
            <a:off x="411162" y="1611630"/>
            <a:ext cx="832104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3600"/>
              <a:buFont typeface="Arial"/>
              <a:buNone/>
            </a:pPr>
            <a:r>
              <a:rPr lang="en" sz="3600" b="0" i="0" u="none" strike="noStrike" cap="none">
                <a:solidFill>
                  <a:srgbClr val="FFCC01"/>
                </a:solidFill>
                <a:latin typeface="Arial"/>
                <a:ea typeface="Arial"/>
                <a:cs typeface="Arial"/>
                <a:sym typeface="Arial"/>
              </a:rPr>
              <a:t>THANK YOU.</a:t>
            </a:r>
            <a:endParaRPr/>
          </a:p>
        </p:txBody>
      </p:sp>
      <p:sp>
        <p:nvSpPr>
          <p:cNvPr id="338" name="Google Shape;338;p31"/>
          <p:cNvSpPr txBox="1">
            <a:spLocks noGrp="1"/>
          </p:cNvSpPr>
          <p:nvPr>
            <p:ph type="body" idx="1"/>
          </p:nvPr>
        </p:nvSpPr>
        <p:spPr>
          <a:xfrm>
            <a:off x="411164" y="3614561"/>
            <a:ext cx="4024312" cy="1028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9pPr>
          </a:lstStyle>
          <a:p>
            <a:endParaRPr/>
          </a:p>
        </p:txBody>
      </p:sp>
      <p:sp>
        <p:nvSpPr>
          <p:cNvPr id="339" name="Google Shape;339;p31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31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41" name="Google Shape;341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Logo">
  <p:cSld name="Logo">
    <p:bg>
      <p:bgPr>
        <a:solidFill>
          <a:srgbClr val="221F20"/>
        </a:solidFill>
        <a:effectLst/>
      </p:bgPr>
    </p:bg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p32" descr="U.S. Army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20265" y="1645920"/>
            <a:ext cx="4903470" cy="18516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46" name="Google Shape;346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4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200149"/>
            <a:ext cx="50963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BB89F-F200-3967-06C8-C1B71C7F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1480" y="4972050"/>
            <a:ext cx="617220" cy="171450"/>
          </a:xfrm>
        </p:spPr>
        <p:txBody>
          <a:bodyPr lIns="0"/>
          <a:lstStyle/>
          <a:p>
            <a:fld id="{971AFA9C-17DA-4726-B9E3-ADECF7729AF7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BAD3-337A-DC60-A7ED-BF13F08262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433828" y="4972050"/>
            <a:ext cx="299408" cy="171450"/>
          </a:xfrm>
        </p:spPr>
        <p:txBody>
          <a:bodyPr rIns="0"/>
          <a:lstStyle/>
          <a:p>
            <a:fld id="{79D051F2-C7C4-43BD-B552-C78CE0DE4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114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pn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 rotWithShape="1">
          <a:blip r:embed="rId35">
            <a:alphaModFix/>
          </a:blip>
          <a:srcRect l="26274" t="67"/>
          <a:stretch/>
        </p:blipFill>
        <p:spPr>
          <a:xfrm>
            <a:off x="7821386" y="308611"/>
            <a:ext cx="911133" cy="35827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411479" y="1200149"/>
            <a:ext cx="832104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09562" algn="l" rtl="0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▪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  <p:sp>
        <p:nvSpPr>
          <p:cNvPr id="10" name="Google Shape;10;p1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3" name="Google Shape;13;p1" descr="A picture containing icon&#10;&#10;AI-generated content may be incorrect."/>
          <p:cNvPicPr preferRelativeResize="0"/>
          <p:nvPr/>
        </p:nvPicPr>
        <p:blipFill rotWithShape="1">
          <a:blip r:embed="rId36">
            <a:alphaModFix/>
          </a:blip>
          <a:srcRect/>
          <a:stretch/>
        </p:blipFill>
        <p:spPr>
          <a:xfrm>
            <a:off x="7444515" y="318065"/>
            <a:ext cx="376871" cy="358278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  <p:sldLayoutId id="2147483679" r:id="rId30"/>
    <p:sldLayoutId id="2147483680" r:id="rId31"/>
    <p:sldLayoutId id="2147483682" r:id="rId32"/>
    <p:sldLayoutId id="2147483685" r:id="rId3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5" pos="1018">
          <p15:clr>
            <a:srgbClr val="A4A3A4"/>
          </p15:clr>
        </p15:guide>
        <p15:guide id="6" pos="1248">
          <p15:clr>
            <a:srgbClr val="A4A3A4"/>
          </p15:clr>
        </p15:guide>
        <p15:guide id="7" pos="2148">
          <p15:clr>
            <a:srgbClr val="A4A3A4"/>
          </p15:clr>
        </p15:guide>
        <p15:guide id="8" pos="3052">
          <p15:clr>
            <a:srgbClr val="A4A3A4"/>
          </p15:clr>
        </p15:guide>
        <p15:guide id="9" pos="3954">
          <p15:clr>
            <a:srgbClr val="A4A3A4"/>
          </p15:clr>
        </p15:guide>
        <p15:guide id="10" pos="3724">
          <p15:clr>
            <a:srgbClr val="A4A3A4"/>
          </p15:clr>
        </p15:guide>
        <p15:guide id="11" pos="4858">
          <p15:clr>
            <a:srgbClr val="A4A3A4"/>
          </p15:clr>
        </p15:guide>
        <p15:guide id="12" pos="5784">
          <p15:clr>
            <a:srgbClr val="A4A3A4"/>
          </p15:clr>
        </p15:guide>
        <p15:guide id="13" pos="6660">
          <p15:clr>
            <a:srgbClr val="A4A3A4"/>
          </p15:clr>
        </p15:guide>
        <p15:guide id="14" pos="1920">
          <p15:clr>
            <a:srgbClr val="A4A3A4"/>
          </p15:clr>
        </p15:guide>
        <p15:guide id="15" pos="2822">
          <p15:clr>
            <a:srgbClr val="A4A3A4"/>
          </p15:clr>
        </p15:guide>
        <p15:guide id="16" pos="4626">
          <p15:clr>
            <a:srgbClr val="A4A3A4"/>
          </p15:clr>
        </p15:guide>
        <p15:guide id="17" pos="5530">
          <p15:clr>
            <a:srgbClr val="A4A3A4"/>
          </p15:clr>
        </p15:guide>
        <p15:guide id="18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070E2C-C69B-CF2A-4AFC-23A14A6A0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FD8E2E-8543-A688-763B-E884BB31846B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30D199-3936-A1F3-B0EB-089330973D56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46C0D10-A9D9-A711-D381-3D00C47E0FBF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8D0B74B-73C2-B2A1-57AF-63998F4A4F49}"/>
              </a:ext>
            </a:extLst>
          </p:cNvPr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903D50-9478-61DD-97EF-868FFEC1A203}"/>
              </a:ext>
            </a:extLst>
          </p:cNvPr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E0195E4-F595-93CB-A46C-7430AD0680AD}"/>
              </a:ext>
            </a:extLst>
          </p:cNvPr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B959FF5-1EE2-7B58-60C8-30418EF2E627}"/>
              </a:ext>
            </a:extLst>
          </p:cNvPr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D2EDCAF-FCD3-27B6-7A7D-482980E30A32}"/>
              </a:ext>
            </a:extLst>
          </p:cNvPr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30A370C-AC35-54DB-180E-CF84A6DE97E5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77" name="Google Shape;377;p39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>
                <a:solidFill>
                  <a:schemeClr val="bg1"/>
                </a:solidFill>
              </a:rPr>
              <a:t>Error Handling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4" name="Subtitle 13">
            <a:extLst>
              <a:ext uri="{FF2B5EF4-FFF2-40B4-BE49-F238E27FC236}">
                <a16:creationId xmlns:a16="http://schemas.microsoft.com/office/drawing/2014/main" id="{375DF464-1047-E0FE-E481-3664C51B5C5B}"/>
              </a:ext>
            </a:extLst>
          </p:cNvPr>
          <p:cNvSpPr>
            <a:spLocks noGrp="1"/>
          </p:cNvSpPr>
          <p:nvPr>
            <p:ph type="subTitle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D1E60D9-3A05-7A61-72B6-7F9C21F9F660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D87CF-5E92-D709-ADC1-CD5AB2C3F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BB9CF-99E0-34C2-13BD-CE711791B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Course Schedule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6C03BA8-C242-A7E3-06B9-2FDDD142A3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1000" y="989100"/>
            <a:ext cx="8382000" cy="371635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366FE1-DAFA-E7EC-025F-E1D1E8686851}"/>
              </a:ext>
            </a:extLst>
          </p:cNvPr>
          <p:cNvSpPr/>
          <p:nvPr/>
        </p:nvSpPr>
        <p:spPr>
          <a:xfrm>
            <a:off x="97505" y="2419351"/>
            <a:ext cx="4713249" cy="2272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919185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31C143A-1CF1-E401-0CB5-D7BA22316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5">
            <a:extLst>
              <a:ext uri="{FF2B5EF4-FFF2-40B4-BE49-F238E27FC236}">
                <a16:creationId xmlns:a16="http://schemas.microsoft.com/office/drawing/2014/main" id="{55422540-3734-61F7-53F7-602380429E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78426" y="2125861"/>
            <a:ext cx="6173470" cy="891778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dirty="0"/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934622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105E84A-1205-0701-E7F9-9675FAC2D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5">
            <a:extLst>
              <a:ext uri="{FF2B5EF4-FFF2-40B4-BE49-F238E27FC236}">
                <a16:creationId xmlns:a16="http://schemas.microsoft.com/office/drawing/2014/main" id="{CEB7E12F-E2C9-500B-63E1-77AA22B0D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54426" y="2356319"/>
            <a:ext cx="6173470" cy="891778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dirty="0"/>
              <a:t>What did we do last lesson?</a:t>
            </a:r>
          </a:p>
        </p:txBody>
      </p:sp>
    </p:spTree>
    <p:extLst>
      <p:ext uri="{BB962C8B-B14F-4D97-AF65-F5344CB8AC3E}">
        <p14:creationId xmlns:p14="http://schemas.microsoft.com/office/powerpoint/2010/main" val="1808581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69CB039-FD37-0C39-F21F-C7BACD8C7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5">
            <a:extLst>
              <a:ext uri="{FF2B5EF4-FFF2-40B4-BE49-F238E27FC236}">
                <a16:creationId xmlns:a16="http://schemas.microsoft.com/office/drawing/2014/main" id="{9B8D174E-8CC3-13F6-9772-7F086E366F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440" y="423441"/>
            <a:ext cx="6173470" cy="891778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dirty="0"/>
              <a:t>Pre Class Problem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92748-B27B-1B59-3E8A-2EF44BD57245}"/>
              </a:ext>
            </a:extLst>
          </p:cNvPr>
          <p:cNvSpPr txBox="1"/>
          <p:nvPr/>
        </p:nvSpPr>
        <p:spPr>
          <a:xfrm>
            <a:off x="195889" y="1247815"/>
            <a:ext cx="839055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US" sz="2400" dirty="0">
                <a:solidFill>
                  <a:schemeClr val="bg1"/>
                </a:solidFill>
              </a:rPr>
              <a:t>Write a Python Script that writes 100 random integer values (from 1 to 1000) to another file (.txt) .  **Only do this once**</a:t>
            </a:r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endParaRPr lang="en-US" sz="2400" dirty="0">
              <a:solidFill>
                <a:schemeClr val="bg1"/>
              </a:solidFill>
            </a:endParaRPr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endParaRPr lang="en-US" sz="2400" dirty="0">
              <a:solidFill>
                <a:schemeClr val="bg1"/>
              </a:solidFill>
            </a:endParaRPr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US" sz="2400" dirty="0">
                <a:solidFill>
                  <a:schemeClr val="bg1"/>
                </a:solidFill>
              </a:rPr>
              <a:t>Write another Python Script that opens that file, displays the highest number in the list, the lowest number in the list, and the average of that list.</a:t>
            </a:r>
          </a:p>
        </p:txBody>
      </p:sp>
    </p:spTree>
    <p:extLst>
      <p:ext uri="{BB962C8B-B14F-4D97-AF65-F5344CB8AC3E}">
        <p14:creationId xmlns:p14="http://schemas.microsoft.com/office/powerpoint/2010/main" val="4226055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E9656FE8-FD50-A356-0EE5-BBF107562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5">
            <a:extLst>
              <a:ext uri="{FF2B5EF4-FFF2-40B4-BE49-F238E27FC236}">
                <a16:creationId xmlns:a16="http://schemas.microsoft.com/office/drawing/2014/main" id="{11CF11BC-40F7-7823-BE15-7648E4FEBC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440" y="423441"/>
            <a:ext cx="6173470" cy="891778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dirty="0"/>
              <a:t>Pre Class Problem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77DEC7-1E2D-6138-2E95-98E16C392A91}"/>
              </a:ext>
            </a:extLst>
          </p:cNvPr>
          <p:cNvSpPr txBox="1"/>
          <p:nvPr/>
        </p:nvSpPr>
        <p:spPr>
          <a:xfrm>
            <a:off x="195889" y="1247815"/>
            <a:ext cx="839055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lvl="0">
              <a:buSzPts val="1800"/>
            </a:pPr>
            <a:r>
              <a:rPr lang="en-US" sz="2400" dirty="0">
                <a:solidFill>
                  <a:schemeClr val="bg1"/>
                </a:solidFill>
              </a:rPr>
              <a:t>cd into the Lesson 04 folder</a:t>
            </a:r>
          </a:p>
          <a:p>
            <a:pPr marL="114300" lvl="0">
              <a:buSzPts val="1800"/>
            </a:pPr>
            <a:endParaRPr lang="en-US" sz="2400" dirty="0">
              <a:solidFill>
                <a:schemeClr val="bg1"/>
              </a:solidFill>
            </a:endParaRPr>
          </a:p>
          <a:p>
            <a:pPr marL="114300" lvl="0">
              <a:buSzPts val="1800"/>
            </a:pPr>
            <a:r>
              <a:rPr lang="en-US" sz="2400" dirty="0">
                <a:solidFill>
                  <a:schemeClr val="bg1"/>
                </a:solidFill>
              </a:rPr>
              <a:t>Create a virtual environment there.  Activate the virtual environment and install all of the dependencies listed in requirements.txt.  After you do this, add this folder to your .</a:t>
            </a:r>
            <a:r>
              <a:rPr lang="en-US" sz="2400" dirty="0" err="1">
                <a:solidFill>
                  <a:schemeClr val="bg1"/>
                </a:solidFill>
              </a:rPr>
              <a:t>gitignore</a:t>
            </a:r>
            <a:r>
              <a:rPr lang="en-US" sz="2400" dirty="0">
                <a:solidFill>
                  <a:schemeClr val="bg1"/>
                </a:solidFill>
              </a:rPr>
              <a:t> within your repo.</a:t>
            </a:r>
          </a:p>
        </p:txBody>
      </p:sp>
    </p:spTree>
    <p:extLst>
      <p:ext uri="{BB962C8B-B14F-4D97-AF65-F5344CB8AC3E}">
        <p14:creationId xmlns:p14="http://schemas.microsoft.com/office/powerpoint/2010/main" val="2152760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5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891778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/>
              <a:t>PYTHON ERRORS</a:t>
            </a:r>
          </a:p>
        </p:txBody>
      </p:sp>
      <p:sp>
        <p:nvSpPr>
          <p:cNvPr id="472" name="Google Shape;472;p55"/>
          <p:cNvSpPr txBox="1"/>
          <p:nvPr/>
        </p:nvSpPr>
        <p:spPr>
          <a:xfrm>
            <a:off x="616150" y="1580550"/>
            <a:ext cx="7647000" cy="32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" sz="1800" b="0" i="0" u="none" strike="noStrike" cap="none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Errors are issues in a program that prevent it from running as expected</a:t>
            </a: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endParaRPr sz="1800" b="0" i="0" u="none" strike="noStrike" cap="none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" sz="1800" b="0" i="0" u="none" strike="noStrike" cap="none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They help programmers find and fix mistakes</a:t>
            </a: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endParaRPr sz="1800" b="0" i="0" u="none" strike="noStrike" cap="none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" sz="1800" b="0" i="0" u="none" strike="noStrike" cap="none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Why learn errors?</a:t>
            </a:r>
            <a:endParaRPr sz="1800" b="0" i="0" u="none" strike="noStrike" cap="none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lang="en" sz="1800" b="0" i="0" u="none" strike="noStrike" cap="none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Errors help you debug</a:t>
            </a:r>
            <a:endParaRPr sz="1800" b="0" i="0" u="none" strike="noStrike" cap="none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lang="en" sz="1800" b="0" i="0" u="none" strike="noStrike" cap="none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Knowing common errors makes writing and fixing code faster</a:t>
            </a:r>
            <a:endParaRPr sz="1800" b="0" i="0" u="none" strike="noStrike" cap="none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lang="en" sz="1800" b="0" i="0" u="none" strike="noStrike" cap="none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Good programs handle errors gracefully</a:t>
            </a:r>
            <a:endParaRPr sz="1800" b="0" i="0" u="none" strike="noStrike" cap="none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56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891778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/>
              <a:t>EXERCISE - PYTHON ERRORS</a:t>
            </a:r>
          </a:p>
        </p:txBody>
      </p:sp>
      <p:sp>
        <p:nvSpPr>
          <p:cNvPr id="478" name="Google Shape;478;p56"/>
          <p:cNvSpPr txBox="1">
            <a:spLocks noGrp="1"/>
          </p:cNvSpPr>
          <p:nvPr>
            <p:ph type="body" idx="1"/>
          </p:nvPr>
        </p:nvSpPr>
        <p:spPr>
          <a:xfrm>
            <a:off x="411480" y="1611630"/>
            <a:ext cx="5096351" cy="3017520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lvl="0"/>
            <a:r>
              <a:rPr lang="en-US"/>
              <a:t>5 minutes</a:t>
            </a:r>
          </a:p>
          <a:p>
            <a:pPr lvl="0"/>
            <a:endParaRPr lang="en-US"/>
          </a:p>
          <a:p>
            <a:pPr lvl="0"/>
            <a:r>
              <a:rPr lang="en-US"/>
              <a:t>Groups of 2-3</a:t>
            </a:r>
          </a:p>
          <a:p>
            <a:pPr lvl="0"/>
            <a:r>
              <a:rPr lang="en-US"/>
              <a:t>Research each python error and demonstrate an example case of when this error will be raised</a:t>
            </a:r>
          </a:p>
          <a:p>
            <a:pPr lvl="0"/>
            <a:r>
              <a:rPr lang="en-US"/>
              <a:t>SyntaxError</a:t>
            </a:r>
          </a:p>
          <a:p>
            <a:pPr lvl="0"/>
            <a:r>
              <a:rPr lang="en-US"/>
              <a:t>IndentationError</a:t>
            </a:r>
          </a:p>
          <a:p>
            <a:pPr lvl="0"/>
            <a:r>
              <a:rPr lang="en-US"/>
              <a:t>TypeError </a:t>
            </a:r>
          </a:p>
          <a:p>
            <a:pPr lvl="0"/>
            <a:r>
              <a:rPr lang="en-US"/>
              <a:t>ValueError</a:t>
            </a:r>
          </a:p>
          <a:p>
            <a:pPr lvl="0"/>
            <a:r>
              <a:rPr lang="en-US"/>
              <a:t>ZeroDivisionError</a:t>
            </a:r>
          </a:p>
          <a:p>
            <a:pPr lvl="0"/>
            <a:r>
              <a:rPr lang="en-US"/>
              <a:t>IndexError</a:t>
            </a:r>
          </a:p>
          <a:p>
            <a:pPr lvl="0"/>
            <a:r>
              <a:rPr lang="en-US"/>
              <a:t>KeyError</a:t>
            </a:r>
          </a:p>
          <a:p>
            <a:pPr lvl="0"/>
            <a:r>
              <a:rPr lang="en-US"/>
              <a:t>AttributeError</a:t>
            </a:r>
          </a:p>
          <a:p>
            <a:pPr lvl="0"/>
            <a:r>
              <a:rPr lang="en-US"/>
              <a:t>FileNotFoundError</a:t>
            </a:r>
          </a:p>
          <a:p>
            <a:pPr lvl="0"/>
            <a:r>
              <a:rPr lang="en-US"/>
              <a:t>ImportError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83" name="Google Shape;483;p57"/>
          <p:cNvGraphicFramePr/>
          <p:nvPr/>
        </p:nvGraphicFramePr>
        <p:xfrm>
          <a:off x="107150" y="712766"/>
          <a:ext cx="8991600" cy="3870630"/>
        </p:xfrm>
        <a:graphic>
          <a:graphicData uri="http://schemas.openxmlformats.org/drawingml/2006/table">
            <a:tbl>
              <a:tblPr>
                <a:noFill/>
                <a:tableStyleId>{5B9063A8-BC75-44AB-A561-BE0A82F3F6A3}</a:tableStyleId>
              </a:tblPr>
              <a:tblGrid>
                <a:gridCol w="2550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9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3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8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Consolas"/>
                        <a:buNone/>
                      </a:pPr>
                      <a:r>
                        <a:rPr lang="en" sz="1200" b="1" u="none" strike="noStrike" cap="none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Type</a:t>
                      </a:r>
                      <a:endParaRPr sz="1200" b="1" u="none" strike="noStrike" cap="none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Consolas"/>
                        <a:buNone/>
                      </a:pPr>
                      <a:r>
                        <a:rPr lang="en" sz="1200" b="1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When it Happens</a:t>
                      </a:r>
                      <a:endParaRPr sz="1200" b="1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Consolas"/>
                        <a:buNone/>
                      </a:pPr>
                      <a:r>
                        <a:rPr lang="en" sz="1200" b="1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Example</a:t>
                      </a:r>
                      <a:endParaRPr sz="1200" b="1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b="1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SyntaxError</a:t>
                      </a:r>
                      <a:endParaRPr sz="1100" b="1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 violates Python’s rules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Missing colon :</a:t>
                      </a:r>
                      <a:endParaRPr sz="1100" u="none" strike="noStrike" cap="none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b="1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IndentationError</a:t>
                      </a:r>
                      <a:endParaRPr sz="1100" b="1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 has wrong indentation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Misaligned blocks</a:t>
                      </a:r>
                      <a:endParaRPr sz="1100" u="none" strike="noStrike" cap="none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b="1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TypeError</a:t>
                      </a:r>
                      <a:endParaRPr sz="1100" b="1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Wrong type used in operation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Add int to str</a:t>
                      </a:r>
                      <a:endParaRPr sz="1100" u="none" strike="noStrike" cap="none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b="1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ValueError</a:t>
                      </a:r>
                      <a:endParaRPr sz="1100" b="1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Right type, wrong value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int("abc")</a:t>
                      </a:r>
                      <a:endParaRPr sz="1100" u="none" strike="noStrike" cap="none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b="1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ZeroDivisionError</a:t>
                      </a:r>
                      <a:endParaRPr sz="1100" b="1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Dividing by zero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 / 0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b="1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IndexError</a:t>
                      </a:r>
                      <a:endParaRPr sz="1100" b="1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Index out of range in a sequence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list[5] with 3 items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b="1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KeyError</a:t>
                      </a:r>
                      <a:endParaRPr sz="1100" b="1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Missing key in a dictionary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dict["missing"]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b="1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AttributeError</a:t>
                      </a:r>
                      <a:endParaRPr sz="1100" b="1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Attribute doesn’t exist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int.append()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b="1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FileNotFoundError</a:t>
                      </a:r>
                      <a:endParaRPr sz="1100" b="1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File does not exist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Open missing file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b="1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ImportError</a:t>
                      </a:r>
                      <a:endParaRPr sz="1100" b="1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Cannot import a module</a:t>
                      </a:r>
                      <a:endParaRPr sz="1100" u="none" strike="noStrike" cap="non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strike="noStrike" cap="none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Wrong module name</a:t>
                      </a:r>
                      <a:endParaRPr sz="1100" u="none" strike="noStrike" cap="none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58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891778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/>
              <a:t>ERROR HANDLING</a:t>
            </a:r>
          </a:p>
        </p:txBody>
      </p:sp>
      <p:sp>
        <p:nvSpPr>
          <p:cNvPr id="489" name="Google Shape;489;p58"/>
          <p:cNvSpPr txBox="1"/>
          <p:nvPr/>
        </p:nvSpPr>
        <p:spPr>
          <a:xfrm>
            <a:off x="606210" y="1570610"/>
            <a:ext cx="7647000" cy="32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lang="en"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Why Handle Errors?</a:t>
            </a:r>
            <a:endParaRPr sz="18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lang="en"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Prevent your program from crashing</a:t>
            </a:r>
            <a:endParaRPr sz="18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lang="en"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Provide helpful messages to users</a:t>
            </a:r>
            <a:endParaRPr sz="18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lang="en"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Let your code recover from unexpected situations</a:t>
            </a:r>
            <a:endParaRPr sz="18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59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891778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/>
              <a:t>TRY - EXCEPT</a:t>
            </a:r>
          </a:p>
        </p:txBody>
      </p:sp>
      <p:sp>
        <p:nvSpPr>
          <p:cNvPr id="495" name="Google Shape;495;p59"/>
          <p:cNvSpPr txBox="1">
            <a:spLocks noGrp="1"/>
          </p:cNvSpPr>
          <p:nvPr>
            <p:ph type="body" idx="1"/>
          </p:nvPr>
        </p:nvSpPr>
        <p:spPr>
          <a:xfrm>
            <a:off x="411480" y="1062990"/>
            <a:ext cx="7572793" cy="3017520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Tries a block a code and if an error is raised, can handle that error gracefully</a:t>
            </a:r>
          </a:p>
          <a:p>
            <a:pPr lvl="0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B90202-0B70-8588-4936-1142769ECA11}"/>
              </a:ext>
            </a:extLst>
          </p:cNvPr>
          <p:cNvSpPr txBox="1"/>
          <p:nvPr/>
        </p:nvSpPr>
        <p:spPr>
          <a:xfrm>
            <a:off x="553841" y="2099097"/>
            <a:ext cx="535630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try: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     # code that might cause an error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     number = int("</a:t>
            </a:r>
            <a:r>
              <a:rPr lang="en-US" sz="2000" dirty="0" err="1">
                <a:solidFill>
                  <a:schemeClr val="bg1"/>
                </a:solidFill>
                <a:sym typeface="Consolas"/>
              </a:rPr>
              <a:t>abc</a:t>
            </a:r>
            <a:r>
              <a:rPr lang="en-US" sz="2000" dirty="0">
                <a:solidFill>
                  <a:schemeClr val="bg1"/>
                </a:solidFill>
                <a:sym typeface="Consolas"/>
              </a:rPr>
              <a:t>")</a:t>
            </a:r>
            <a:endParaRPr lang="en-US" sz="2000" dirty="0">
              <a:solidFill>
                <a:schemeClr val="bg1"/>
              </a:solidFill>
            </a:endParaRP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except </a:t>
            </a:r>
            <a:r>
              <a:rPr lang="en-US" sz="2000" dirty="0" err="1">
                <a:solidFill>
                  <a:schemeClr val="bg1"/>
                </a:solidFill>
                <a:sym typeface="Consolas"/>
              </a:rPr>
              <a:t>ValueError</a:t>
            </a:r>
            <a:r>
              <a:rPr lang="en-US" sz="2000" dirty="0">
                <a:solidFill>
                  <a:schemeClr val="bg1"/>
                </a:solidFill>
                <a:sym typeface="Consolas"/>
              </a:rPr>
              <a:t>: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     print("Oops! That wasn't a number.")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60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891778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/>
              <a:t>TRY - EXCEPT CONTINUED</a:t>
            </a:r>
          </a:p>
        </p:txBody>
      </p:sp>
      <p:sp>
        <p:nvSpPr>
          <p:cNvPr id="501" name="Google Shape;501;p60"/>
          <p:cNvSpPr txBox="1">
            <a:spLocks noGrp="1"/>
          </p:cNvSpPr>
          <p:nvPr>
            <p:ph type="body" idx="1"/>
          </p:nvPr>
        </p:nvSpPr>
        <p:spPr>
          <a:xfrm>
            <a:off x="352007" y="914400"/>
            <a:ext cx="5929847" cy="1457093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sz="2600" dirty="0">
                <a:solidFill>
                  <a:schemeClr val="bg1"/>
                </a:solidFill>
              </a:rPr>
              <a:t>Multiple except statements</a:t>
            </a:r>
            <a:endParaRPr lang="en-US" sz="2100" dirty="0">
              <a:solidFill>
                <a:schemeClr val="bg1"/>
              </a:solidFill>
            </a:endParaRPr>
          </a:p>
          <a:p>
            <a:pPr marL="604838" lvl="1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lvl="0"/>
            <a:endParaRPr lang="en-US" dirty="0">
              <a:sym typeface="Consolas"/>
            </a:endParaRP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A03235-D35B-4026-1609-55A4708471CD}"/>
              </a:ext>
            </a:extLst>
          </p:cNvPr>
          <p:cNvSpPr txBox="1"/>
          <p:nvPr/>
        </p:nvSpPr>
        <p:spPr>
          <a:xfrm>
            <a:off x="702524" y="1642946"/>
            <a:ext cx="569084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try: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    result = 10 / 2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except ZeroDivisionError: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    print("Cannot divide by zero.")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except </a:t>
            </a:r>
            <a:r>
              <a:rPr lang="en-US" sz="2000" dirty="0" err="1">
                <a:solidFill>
                  <a:schemeClr val="bg1"/>
                </a:solidFill>
                <a:sym typeface="Consolas"/>
              </a:rPr>
              <a:t>ValueError</a:t>
            </a:r>
            <a:r>
              <a:rPr lang="en-US" sz="2000" dirty="0">
                <a:solidFill>
                  <a:schemeClr val="bg1"/>
                </a:solidFill>
                <a:sym typeface="Consolas"/>
              </a:rPr>
              <a:t>: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    print(“Incorrect conversion”)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except: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    print(“You are seeing this message in error!”)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>
          <a:extLst>
            <a:ext uri="{FF2B5EF4-FFF2-40B4-BE49-F238E27FC236}">
              <a16:creationId xmlns:a16="http://schemas.microsoft.com/office/drawing/2014/main" id="{EEBC8AFD-5F6C-C21C-EC80-EC2EE62AE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60">
            <a:extLst>
              <a:ext uri="{FF2B5EF4-FFF2-40B4-BE49-F238E27FC236}">
                <a16:creationId xmlns:a16="http://schemas.microsoft.com/office/drawing/2014/main" id="{F1D83413-65FF-EA44-5CA2-D03B294AE4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891778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/>
              <a:t>TRY - EXCEPT CONTINUED</a:t>
            </a:r>
          </a:p>
        </p:txBody>
      </p:sp>
      <p:sp>
        <p:nvSpPr>
          <p:cNvPr id="501" name="Google Shape;501;p60">
            <a:extLst>
              <a:ext uri="{FF2B5EF4-FFF2-40B4-BE49-F238E27FC236}">
                <a16:creationId xmlns:a16="http://schemas.microsoft.com/office/drawing/2014/main" id="{559571E5-1152-2BFE-0A02-FA002AFE9A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2007" y="914400"/>
            <a:ext cx="5929847" cy="1457093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sz="2600" dirty="0">
                <a:solidFill>
                  <a:schemeClr val="bg1"/>
                </a:solidFill>
              </a:rPr>
              <a:t>Optional</a:t>
            </a:r>
          </a:p>
          <a:p>
            <a:pPr lvl="1"/>
            <a:r>
              <a:rPr lang="en-US" sz="2100" dirty="0">
                <a:solidFill>
                  <a:schemeClr val="bg1"/>
                </a:solidFill>
                <a:sym typeface="Consolas"/>
              </a:rPr>
              <a:t>else</a:t>
            </a:r>
            <a:r>
              <a:rPr lang="en-US" sz="2100" dirty="0">
                <a:solidFill>
                  <a:schemeClr val="bg1"/>
                </a:solidFill>
              </a:rPr>
              <a:t>: Runs if no error occurs</a:t>
            </a:r>
          </a:p>
          <a:p>
            <a:pPr lvl="1"/>
            <a:r>
              <a:rPr lang="en-US" sz="2100" dirty="0">
                <a:solidFill>
                  <a:schemeClr val="bg1"/>
                </a:solidFill>
                <a:sym typeface="Consolas"/>
              </a:rPr>
              <a:t>finally</a:t>
            </a:r>
            <a:r>
              <a:rPr lang="en-US" sz="2100" dirty="0">
                <a:solidFill>
                  <a:schemeClr val="bg1"/>
                </a:solidFill>
              </a:rPr>
              <a:t>: always runs</a:t>
            </a:r>
          </a:p>
          <a:p>
            <a:pPr marL="604838" lvl="1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lvl="0"/>
            <a:endParaRPr lang="en-US" dirty="0">
              <a:sym typeface="Consolas"/>
            </a:endParaRP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35D585-17CB-A1A3-D712-7F458F86A4FC}"/>
              </a:ext>
            </a:extLst>
          </p:cNvPr>
          <p:cNvSpPr txBox="1"/>
          <p:nvPr/>
        </p:nvSpPr>
        <p:spPr>
          <a:xfrm>
            <a:off x="687657" y="2371493"/>
            <a:ext cx="4572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try: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    result = 10 / 2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except ZeroDivisionError: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    print("Cannot divide by zero.")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else: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    print("Division successful.")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finally:</a:t>
            </a:r>
          </a:p>
          <a:p>
            <a:pPr lvl="0"/>
            <a:r>
              <a:rPr lang="en-US" sz="2000" dirty="0">
                <a:solidFill>
                  <a:schemeClr val="bg1"/>
                </a:solidFill>
                <a:sym typeface="Consolas"/>
              </a:rPr>
              <a:t>    print("Done.")</a:t>
            </a:r>
          </a:p>
        </p:txBody>
      </p:sp>
    </p:spTree>
    <p:extLst>
      <p:ext uri="{BB962C8B-B14F-4D97-AF65-F5344CB8AC3E}">
        <p14:creationId xmlns:p14="http://schemas.microsoft.com/office/powerpoint/2010/main" val="2410237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61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891778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/>
              <a:t>RAISE</a:t>
            </a:r>
          </a:p>
        </p:txBody>
      </p:sp>
      <p:sp>
        <p:nvSpPr>
          <p:cNvPr id="507" name="Google Shape;507;p61"/>
          <p:cNvSpPr txBox="1">
            <a:spLocks noGrp="1"/>
          </p:cNvSpPr>
          <p:nvPr>
            <p:ph type="body" idx="1"/>
          </p:nvPr>
        </p:nvSpPr>
        <p:spPr>
          <a:xfrm>
            <a:off x="240495" y="860782"/>
            <a:ext cx="8516930" cy="3017520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“raise” is used to intentionally trigger an error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Helps enforce rules and catch problems early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Make your code more predictable and safe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Useful for custom error messages or defining your own exceptions</a:t>
            </a:r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996DBA-7DE9-0229-30AC-41536D9BD04E}"/>
              </a:ext>
            </a:extLst>
          </p:cNvPr>
          <p:cNvSpPr txBox="1"/>
          <p:nvPr/>
        </p:nvSpPr>
        <p:spPr>
          <a:xfrm>
            <a:off x="539982" y="2278104"/>
            <a:ext cx="8064036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endParaRPr lang="en-US" dirty="0">
              <a:solidFill>
                <a:schemeClr val="bg1"/>
              </a:solidFill>
              <a:sym typeface="Consolas"/>
            </a:endParaRPr>
          </a:p>
          <a:p>
            <a:pPr lvl="0"/>
            <a:r>
              <a:rPr lang="en-US" dirty="0">
                <a:solidFill>
                  <a:schemeClr val="bg1"/>
                </a:solidFill>
                <a:sym typeface="Consolas"/>
              </a:rPr>
              <a:t>if age &lt; 0:</a:t>
            </a:r>
          </a:p>
          <a:p>
            <a:pPr lvl="0"/>
            <a:r>
              <a:rPr lang="en-US" dirty="0">
                <a:solidFill>
                  <a:schemeClr val="bg1"/>
                </a:solidFill>
                <a:sym typeface="Consolas"/>
              </a:rPr>
              <a:t>raise </a:t>
            </a:r>
            <a:r>
              <a:rPr lang="en-US" dirty="0" err="1">
                <a:solidFill>
                  <a:schemeClr val="bg1"/>
                </a:solidFill>
                <a:sym typeface="Consolas"/>
              </a:rPr>
              <a:t>ValueError</a:t>
            </a:r>
            <a:r>
              <a:rPr lang="en-US" dirty="0">
                <a:solidFill>
                  <a:schemeClr val="bg1"/>
                </a:solidFill>
                <a:sym typeface="Consolas"/>
              </a:rPr>
              <a:t>("Age cannot be negative.")</a:t>
            </a:r>
          </a:p>
          <a:p>
            <a:pPr lvl="0"/>
            <a:endParaRPr lang="en-US" dirty="0">
              <a:solidFill>
                <a:schemeClr val="bg1"/>
              </a:solidFill>
              <a:sym typeface="Consolas"/>
            </a:endParaRPr>
          </a:p>
          <a:p>
            <a:pPr lvl="0"/>
            <a:r>
              <a:rPr lang="en-US" dirty="0">
                <a:solidFill>
                  <a:schemeClr val="bg1"/>
                </a:solidFill>
              </a:rPr>
              <a:t>Built-in Exceptions</a:t>
            </a:r>
          </a:p>
          <a:p>
            <a:pPr lvl="0"/>
            <a:r>
              <a:rPr lang="en-US" dirty="0">
                <a:solidFill>
                  <a:schemeClr val="bg1"/>
                </a:solidFill>
                <a:sym typeface="Consolas"/>
              </a:rPr>
              <a:t>raise </a:t>
            </a:r>
            <a:r>
              <a:rPr lang="en-US" dirty="0" err="1">
                <a:solidFill>
                  <a:schemeClr val="bg1"/>
                </a:solidFill>
                <a:sym typeface="Consolas"/>
              </a:rPr>
              <a:t>TypeError</a:t>
            </a:r>
            <a:r>
              <a:rPr lang="en-US" dirty="0">
                <a:solidFill>
                  <a:schemeClr val="bg1"/>
                </a:solidFill>
                <a:sym typeface="Consolas"/>
              </a:rPr>
              <a:t>("This function only accepts strings.")</a:t>
            </a:r>
          </a:p>
          <a:p>
            <a:pPr lvl="0"/>
            <a:r>
              <a:rPr lang="en-US" dirty="0">
                <a:solidFill>
                  <a:schemeClr val="bg1"/>
                </a:solidFill>
                <a:sym typeface="Consolas"/>
              </a:rPr>
              <a:t>raise ZeroDivisionError("Cannot divide by zero.")</a:t>
            </a:r>
          </a:p>
          <a:p>
            <a:pPr lvl="0"/>
            <a:endParaRPr lang="en-US" dirty="0">
              <a:solidFill>
                <a:schemeClr val="bg1"/>
              </a:solidFill>
              <a:sym typeface="Consolas"/>
            </a:endParaRPr>
          </a:p>
          <a:p>
            <a:pPr lvl="0"/>
            <a:endParaRPr lang="en-US" dirty="0">
              <a:solidFill>
                <a:schemeClr val="bg1"/>
              </a:solidFill>
            </a:endParaRPr>
          </a:p>
          <a:p>
            <a:pPr lvl="0"/>
            <a:r>
              <a:rPr lang="en-US" dirty="0">
                <a:solidFill>
                  <a:schemeClr val="bg1"/>
                </a:solidFill>
              </a:rPr>
              <a:t>Raised errors can be caught and handled with try / except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If not caught, they will be passed to the output and stop the program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62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891778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dirty="0"/>
              <a:t>Exercise (20 min)</a:t>
            </a:r>
          </a:p>
        </p:txBody>
      </p:sp>
      <p:sp>
        <p:nvSpPr>
          <p:cNvPr id="513" name="Google Shape;513;p62"/>
          <p:cNvSpPr txBox="1">
            <a:spLocks noGrp="1"/>
          </p:cNvSpPr>
          <p:nvPr>
            <p:ph type="body" idx="1"/>
          </p:nvPr>
        </p:nvSpPr>
        <p:spPr>
          <a:xfrm>
            <a:off x="411480" y="1611630"/>
            <a:ext cx="7847857" cy="3017520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Randomly assign a number from 1 to 100.</a:t>
            </a:r>
          </a:p>
          <a:p>
            <a:pPr lvl="0"/>
            <a:endParaRPr lang="en-US" dirty="0">
              <a:solidFill>
                <a:schemeClr val="bg1"/>
              </a:solidFill>
            </a:endParaRPr>
          </a:p>
          <a:p>
            <a:pPr lvl="0"/>
            <a:r>
              <a:rPr lang="en-US" dirty="0">
                <a:solidFill>
                  <a:schemeClr val="bg1"/>
                </a:solidFill>
              </a:rPr>
              <a:t>Write a block of code that takes in user input until they guess the random number</a:t>
            </a:r>
          </a:p>
          <a:p>
            <a:pPr lvl="0"/>
            <a:endParaRPr lang="en-US" dirty="0">
              <a:solidFill>
                <a:schemeClr val="bg1"/>
              </a:solidFill>
            </a:endParaRPr>
          </a:p>
          <a:p>
            <a:pPr lvl="0"/>
            <a:r>
              <a:rPr lang="en-US" dirty="0">
                <a:solidFill>
                  <a:schemeClr val="bg1"/>
                </a:solidFill>
              </a:rPr>
              <a:t>Prompt the user to help them with their guess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Handle the following situations: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User does not input the right python data type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User inputs a negative number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User inputs a number outside the guess range</a:t>
            </a:r>
          </a:p>
          <a:p>
            <a:pPr marL="604838" lvl="1" indent="0">
              <a:buNone/>
            </a:pPr>
            <a:r>
              <a:rPr lang="en-US" dirty="0">
                <a:solidFill>
                  <a:schemeClr val="bg1"/>
                </a:solidFill>
              </a:rPr>
              <a:t>Hint: use </a:t>
            </a:r>
            <a:r>
              <a:rPr lang="en-US" dirty="0" err="1">
                <a:solidFill>
                  <a:schemeClr val="bg1"/>
                </a:solidFill>
              </a:rPr>
              <a:t>random.randomint</a:t>
            </a:r>
            <a:r>
              <a:rPr lang="en-US" dirty="0">
                <a:solidFill>
                  <a:schemeClr val="bg1"/>
                </a:solidFill>
              </a:rPr>
              <a:t>() to generate a random number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63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891778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dirty="0"/>
              <a:t>Exercise 3 (20 min)</a:t>
            </a:r>
          </a:p>
        </p:txBody>
      </p:sp>
      <p:sp>
        <p:nvSpPr>
          <p:cNvPr id="519" name="Google Shape;519;p63"/>
          <p:cNvSpPr txBox="1">
            <a:spLocks noGrp="1"/>
          </p:cNvSpPr>
          <p:nvPr>
            <p:ph type="body" idx="1"/>
          </p:nvPr>
        </p:nvSpPr>
        <p:spPr>
          <a:xfrm>
            <a:off x="411479" y="1200389"/>
            <a:ext cx="8390549" cy="3634500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sz="1400" dirty="0">
                <a:solidFill>
                  <a:schemeClr val="bg1"/>
                </a:solidFill>
              </a:rPr>
              <a:t>Given a list of numbers, write a program that:</a:t>
            </a:r>
          </a:p>
          <a:p>
            <a:pPr lvl="0"/>
            <a:endParaRPr lang="en-US" sz="1400" dirty="0">
              <a:solidFill>
                <a:schemeClr val="bg1"/>
              </a:solidFill>
            </a:endParaRPr>
          </a:p>
          <a:p>
            <a:pPr lvl="0"/>
            <a:r>
              <a:rPr lang="en-US" sz="1400" dirty="0">
                <a:solidFill>
                  <a:schemeClr val="bg1"/>
                </a:solidFill>
              </a:rPr>
              <a:t>Loops through the List: </a:t>
            </a:r>
            <a:r>
              <a:rPr lang="en-US" sz="1400" dirty="0">
                <a:solidFill>
                  <a:schemeClr val="bg1"/>
                </a:solidFill>
                <a:sym typeface="Consolas"/>
              </a:rPr>
              <a:t>[10, -5, 20, ‘hello’, 5.2, 15, None, 30]</a:t>
            </a:r>
          </a:p>
          <a:p>
            <a:pPr lvl="0"/>
            <a:endParaRPr lang="en-US" sz="1400" dirty="0">
              <a:solidFill>
                <a:schemeClr val="bg1"/>
              </a:solidFill>
              <a:sym typeface="Consolas"/>
            </a:endParaRPr>
          </a:p>
          <a:p>
            <a:pPr lvl="0"/>
            <a:r>
              <a:rPr lang="en-US" sz="1400" dirty="0">
                <a:solidFill>
                  <a:schemeClr val="bg1"/>
                </a:solidFill>
              </a:rPr>
              <a:t>Skips any None values or non-integer types with an error message using try/except</a:t>
            </a:r>
          </a:p>
          <a:p>
            <a:pPr lvl="0"/>
            <a:r>
              <a:rPr lang="en-US" sz="1400" dirty="0">
                <a:solidFill>
                  <a:schemeClr val="bg1"/>
                </a:solidFill>
              </a:rPr>
              <a:t>Raises a </a:t>
            </a:r>
            <a:r>
              <a:rPr lang="en-US" sz="1400" dirty="0" err="1">
                <a:solidFill>
                  <a:schemeClr val="bg1"/>
                </a:solidFill>
              </a:rPr>
              <a:t>ValueError</a:t>
            </a:r>
            <a:r>
              <a:rPr lang="en-US" sz="1400" dirty="0">
                <a:solidFill>
                  <a:schemeClr val="bg1"/>
                </a:solidFill>
              </a:rPr>
              <a:t> if it finds a negative number (stops the program)</a:t>
            </a:r>
          </a:p>
          <a:p>
            <a:pPr lvl="0"/>
            <a:endParaRPr lang="en-US" sz="1400" dirty="0">
              <a:solidFill>
                <a:schemeClr val="bg1"/>
              </a:solidFill>
            </a:endParaRPr>
          </a:p>
          <a:p>
            <a:pPr lvl="0"/>
            <a:r>
              <a:rPr lang="en-US" sz="1400" dirty="0">
                <a:solidFill>
                  <a:schemeClr val="bg1"/>
                </a:solidFill>
              </a:rPr>
              <a:t>Collects all valid positive integers into a new list</a:t>
            </a:r>
          </a:p>
          <a:p>
            <a:pPr lvl="0"/>
            <a:endParaRPr lang="en-US" sz="1400" dirty="0">
              <a:solidFill>
                <a:schemeClr val="bg1"/>
              </a:solidFill>
            </a:endParaRPr>
          </a:p>
          <a:p>
            <a:pPr lvl="0"/>
            <a:r>
              <a:rPr lang="en-US" sz="1400" dirty="0">
                <a:solidFill>
                  <a:schemeClr val="bg1"/>
                </a:solidFill>
              </a:rPr>
              <a:t>Prints the new list and the sum of its numbers</a:t>
            </a:r>
          </a:p>
          <a:p>
            <a:pPr lvl="0"/>
            <a:endParaRPr lang="en-US" sz="1400" dirty="0">
              <a:solidFill>
                <a:schemeClr val="bg1"/>
              </a:solidFill>
            </a:endParaRPr>
          </a:p>
          <a:p>
            <a:pPr lvl="0"/>
            <a:r>
              <a:rPr lang="en-US" sz="1400" dirty="0">
                <a:solidFill>
                  <a:schemeClr val="bg1"/>
                </a:solidFill>
              </a:rPr>
              <a:t>Once you have a solution, remove -5 from the list and run it again.</a:t>
            </a:r>
          </a:p>
          <a:p>
            <a:pPr lvl="0"/>
            <a:endParaRPr lang="en-US" sz="1400" dirty="0">
              <a:solidFill>
                <a:schemeClr val="bg1"/>
              </a:solidFill>
            </a:endParaRPr>
          </a:p>
          <a:p>
            <a:pPr lvl="0"/>
            <a:r>
              <a:rPr lang="en-US" sz="1400" dirty="0">
                <a:solidFill>
                  <a:schemeClr val="bg1"/>
                </a:solidFill>
              </a:rPr>
              <a:t>Hints:  </a:t>
            </a:r>
          </a:p>
          <a:p>
            <a:pPr lvl="0"/>
            <a:r>
              <a:rPr lang="en-US" sz="1400" dirty="0">
                <a:solidFill>
                  <a:schemeClr val="bg1"/>
                </a:solidFill>
              </a:rPr>
              <a:t>Use </a:t>
            </a:r>
            <a:r>
              <a:rPr lang="en-US" sz="1400" dirty="0" err="1">
                <a:solidFill>
                  <a:schemeClr val="bg1"/>
                </a:solidFill>
                <a:sym typeface="Consolas"/>
              </a:rPr>
              <a:t>isinstance</a:t>
            </a:r>
            <a:r>
              <a:rPr lang="en-US" sz="1400" dirty="0">
                <a:solidFill>
                  <a:schemeClr val="bg1"/>
                </a:solidFill>
                <a:sym typeface="Consolas"/>
              </a:rPr>
              <a:t>(item, int) </a:t>
            </a:r>
            <a:r>
              <a:rPr lang="en-US" sz="1400" dirty="0">
                <a:solidFill>
                  <a:schemeClr val="bg1"/>
                </a:solidFill>
              </a:rPr>
              <a:t>to check types</a:t>
            </a:r>
          </a:p>
          <a:p>
            <a:pPr lvl="0"/>
            <a:r>
              <a:rPr lang="en-US" sz="1400" dirty="0">
                <a:solidFill>
                  <a:schemeClr val="bg1"/>
                </a:solidFill>
              </a:rPr>
              <a:t>Build the valid list as you go</a:t>
            </a:r>
            <a:endParaRPr lang="en-US" sz="1400" dirty="0">
              <a:solidFill>
                <a:schemeClr val="bg1"/>
              </a:solidFill>
              <a:sym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96</TotalTime>
  <Words>768</Words>
  <Application>Microsoft Office PowerPoint</Application>
  <PresentationFormat>On-screen Show (16:9)</PresentationFormat>
  <Paragraphs>154</Paragraphs>
  <Slides>16</Slides>
  <Notes>16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Roboto</vt:lpstr>
      <vt:lpstr>Consolas</vt:lpstr>
      <vt:lpstr>Arial</vt:lpstr>
      <vt:lpstr>US Army 2023 AFC DEVCOM Logo</vt:lpstr>
      <vt:lpstr>Error Handling</vt:lpstr>
      <vt:lpstr> Course Schedule</vt:lpstr>
      <vt:lpstr>Review</vt:lpstr>
      <vt:lpstr>What did we do last lesson?</vt:lpstr>
      <vt:lpstr>Pre Class Problem 1</vt:lpstr>
      <vt:lpstr>Pre Class Problem 2</vt:lpstr>
      <vt:lpstr>PYTHON ERRORS</vt:lpstr>
      <vt:lpstr>EXERCISE - PYTHON ERRORS</vt:lpstr>
      <vt:lpstr>PowerPoint Presentation</vt:lpstr>
      <vt:lpstr>ERROR HANDLING</vt:lpstr>
      <vt:lpstr>TRY - EXCEPT</vt:lpstr>
      <vt:lpstr>TRY - EXCEPT CONTINUED</vt:lpstr>
      <vt:lpstr>TRY - EXCEPT CONTINUED</vt:lpstr>
      <vt:lpstr>RAISE</vt:lpstr>
      <vt:lpstr>Exercise (20 min)</vt:lpstr>
      <vt:lpstr>Exercise 3 (20 min)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Ryan Neville</cp:lastModifiedBy>
  <cp:revision>30</cp:revision>
  <dcterms:modified xsi:type="dcterms:W3CDTF">2026-07-24T14:07:10Z</dcterms:modified>
</cp:coreProperties>
</file>