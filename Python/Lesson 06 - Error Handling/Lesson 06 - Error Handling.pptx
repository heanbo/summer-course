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4" r:id="rId1"/>
  </p:sldMasterIdLst>
  <p:notesMasterIdLst>
    <p:notesMasterId r:id="rId19"/>
  </p:notesMasterIdLst>
  <p:sldIdLst>
    <p:sldId id="256" r:id="rId2"/>
    <p:sldId id="486" r:id="rId3"/>
    <p:sldId id="496" r:id="rId4"/>
    <p:sldId id="497" r:id="rId5"/>
    <p:sldId id="498" r:id="rId6"/>
    <p:sldId id="499" r:id="rId7"/>
    <p:sldId id="272" r:id="rId8"/>
    <p:sldId id="273" r:id="rId9"/>
    <p:sldId id="274" r:id="rId10"/>
    <p:sldId id="275" r:id="rId11"/>
    <p:sldId id="276" r:id="rId12"/>
    <p:sldId id="277" r:id="rId13"/>
    <p:sldId id="494" r:id="rId14"/>
    <p:sldId id="278" r:id="rId15"/>
    <p:sldId id="495" r:id="rId16"/>
    <p:sldId id="279" r:id="rId17"/>
    <p:sldId id="280" r:id="rId18"/>
  </p:sldIdLst>
  <p:sldSz cx="9144000" cy="5143500" type="screen16x9"/>
  <p:notesSz cx="6858000" cy="9144000"/>
  <p:embeddedFontLst>
    <p:embeddedFont>
      <p:font typeface="Consolas" panose="020B0609020204030204" pitchFamily="49" charset="0"/>
      <p:regular r:id="rId20"/>
      <p:bold r:id="rId21"/>
      <p:italic r:id="rId22"/>
      <p:boldItalic r:id="rId23"/>
    </p:embeddedFont>
    <p:embeddedFont>
      <p:font typeface="Roboto" panose="02000000000000000000" pitchFamily="2" charset="0"/>
      <p:regular r:id="rId24"/>
      <p:bold r:id="rId25"/>
      <p:italic r:id="rId26"/>
      <p:boldItalic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B9063A8-BC75-44AB-A561-BE0A82F3F6A3}">
  <a:tblStyle styleId="{5B9063A8-BC75-44AB-A561-BE0A82F3F6A3}"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8638" autoAdjust="0"/>
  </p:normalViewPr>
  <p:slideViewPr>
    <p:cSldViewPr snapToGrid="0">
      <p:cViewPr varScale="1">
        <p:scale>
          <a:sx n="126" d="100"/>
          <a:sy n="126" d="100"/>
        </p:scale>
        <p:origin x="312" y="120"/>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7.fntdata"/><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6.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5.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4.fntdata"/><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notesMaster" Target="notesMasters/notesMaster1.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 Id="rId27" Type="http://schemas.openxmlformats.org/officeDocument/2006/relationships/font" Target="fonts/font8.fnt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5" name="Google Shape;37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D64719-007A-9D20-6D43-3A4FCAADAC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32F23C-3B6C-06AD-FDEF-F55DEF812C1E}"/>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0784E9A6-CB51-3C7D-DF18-0DDEC1AC420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45C7A3-AEE3-A283-A203-B801AB559F92}"/>
              </a:ext>
            </a:extLst>
          </p:cNvPr>
          <p:cNvSpPr>
            <a:spLocks noGrp="1"/>
          </p:cNvSpPr>
          <p:nvPr>
            <p:ph type="sldNum" sz="quarter" idx="5"/>
          </p:nvPr>
        </p:nvSpPr>
        <p:spPr/>
        <p:txBody>
          <a:bodyPr/>
          <a:lstStyle/>
          <a:p>
            <a:fld id="{292570D5-C374-43AE-876B-55C2A221664E}" type="slidenum">
              <a:rPr lang="en-US" smtClean="0"/>
              <a:t>2</a:t>
            </a:fld>
            <a:endParaRPr lang="en-US"/>
          </a:p>
        </p:txBody>
      </p:sp>
    </p:spTree>
    <p:extLst>
      <p:ext uri="{BB962C8B-B14F-4D97-AF65-F5344CB8AC3E}">
        <p14:creationId xmlns:p14="http://schemas.microsoft.com/office/powerpoint/2010/main" val="27312140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7">
          <a:extLst>
            <a:ext uri="{FF2B5EF4-FFF2-40B4-BE49-F238E27FC236}">
              <a16:creationId xmlns:a16="http://schemas.microsoft.com/office/drawing/2014/main" id="{E6376FA9-B5F0-B037-8046-B6615FDA6FF6}"/>
            </a:ext>
          </a:extLst>
        </p:cNvPr>
        <p:cNvGrpSpPr/>
        <p:nvPr/>
      </p:nvGrpSpPr>
      <p:grpSpPr>
        <a:xfrm>
          <a:off x="0" y="0"/>
          <a:ext cx="0" cy="0"/>
          <a:chOff x="0" y="0"/>
          <a:chExt cx="0" cy="0"/>
        </a:xfrm>
      </p:grpSpPr>
      <p:sp>
        <p:nvSpPr>
          <p:cNvPr id="468" name="Google Shape;468;p17:notes">
            <a:extLst>
              <a:ext uri="{FF2B5EF4-FFF2-40B4-BE49-F238E27FC236}">
                <a16:creationId xmlns:a16="http://schemas.microsoft.com/office/drawing/2014/main" id="{DD419411-177D-3D00-B750-FE80CE812B2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69" name="Google Shape;469;p17:notes">
            <a:extLst>
              <a:ext uri="{FF2B5EF4-FFF2-40B4-BE49-F238E27FC236}">
                <a16:creationId xmlns:a16="http://schemas.microsoft.com/office/drawing/2014/main" id="{78A8749A-07B8-1837-285F-24B38AB7300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787036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7">
          <a:extLst>
            <a:ext uri="{FF2B5EF4-FFF2-40B4-BE49-F238E27FC236}">
              <a16:creationId xmlns:a16="http://schemas.microsoft.com/office/drawing/2014/main" id="{043152F8-3649-B807-263D-B391F303EF9A}"/>
            </a:ext>
          </a:extLst>
        </p:cNvPr>
        <p:cNvGrpSpPr/>
        <p:nvPr/>
      </p:nvGrpSpPr>
      <p:grpSpPr>
        <a:xfrm>
          <a:off x="0" y="0"/>
          <a:ext cx="0" cy="0"/>
          <a:chOff x="0" y="0"/>
          <a:chExt cx="0" cy="0"/>
        </a:xfrm>
      </p:grpSpPr>
      <p:sp>
        <p:nvSpPr>
          <p:cNvPr id="468" name="Google Shape;468;p17:notes">
            <a:extLst>
              <a:ext uri="{FF2B5EF4-FFF2-40B4-BE49-F238E27FC236}">
                <a16:creationId xmlns:a16="http://schemas.microsoft.com/office/drawing/2014/main" id="{D1E0B138-BDAD-22BA-9A52-5E4F9D1697D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69" name="Google Shape;469;p17:notes">
            <a:extLst>
              <a:ext uri="{FF2B5EF4-FFF2-40B4-BE49-F238E27FC236}">
                <a16:creationId xmlns:a16="http://schemas.microsoft.com/office/drawing/2014/main" id="{CF3F03FE-85F3-88C7-4359-C593C7C6F22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6126880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7">
          <a:extLst>
            <a:ext uri="{FF2B5EF4-FFF2-40B4-BE49-F238E27FC236}">
              <a16:creationId xmlns:a16="http://schemas.microsoft.com/office/drawing/2014/main" id="{6A42F07E-2DF9-30B8-1B59-4FE150015828}"/>
            </a:ext>
          </a:extLst>
        </p:cNvPr>
        <p:cNvGrpSpPr/>
        <p:nvPr/>
      </p:nvGrpSpPr>
      <p:grpSpPr>
        <a:xfrm>
          <a:off x="0" y="0"/>
          <a:ext cx="0" cy="0"/>
          <a:chOff x="0" y="0"/>
          <a:chExt cx="0" cy="0"/>
        </a:xfrm>
      </p:grpSpPr>
      <p:sp>
        <p:nvSpPr>
          <p:cNvPr id="468" name="Google Shape;468;p17:notes">
            <a:extLst>
              <a:ext uri="{FF2B5EF4-FFF2-40B4-BE49-F238E27FC236}">
                <a16:creationId xmlns:a16="http://schemas.microsoft.com/office/drawing/2014/main" id="{B37E34B5-94DB-CADE-0CC8-E01A9ACEACF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69" name="Google Shape;469;p17:notes">
            <a:extLst>
              <a:ext uri="{FF2B5EF4-FFF2-40B4-BE49-F238E27FC236}">
                <a16:creationId xmlns:a16="http://schemas.microsoft.com/office/drawing/2014/main" id="{DA6DEF0B-A165-966F-E676-253A68C7960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0909741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7">
          <a:extLst>
            <a:ext uri="{FF2B5EF4-FFF2-40B4-BE49-F238E27FC236}">
              <a16:creationId xmlns:a16="http://schemas.microsoft.com/office/drawing/2014/main" id="{74B698B1-BDFD-3AEB-C900-2EF1F80921C5}"/>
            </a:ext>
          </a:extLst>
        </p:cNvPr>
        <p:cNvGrpSpPr/>
        <p:nvPr/>
      </p:nvGrpSpPr>
      <p:grpSpPr>
        <a:xfrm>
          <a:off x="0" y="0"/>
          <a:ext cx="0" cy="0"/>
          <a:chOff x="0" y="0"/>
          <a:chExt cx="0" cy="0"/>
        </a:xfrm>
      </p:grpSpPr>
      <p:sp>
        <p:nvSpPr>
          <p:cNvPr id="468" name="Google Shape;468;p17:notes">
            <a:extLst>
              <a:ext uri="{FF2B5EF4-FFF2-40B4-BE49-F238E27FC236}">
                <a16:creationId xmlns:a16="http://schemas.microsoft.com/office/drawing/2014/main" id="{5A7C1F7B-8E67-7540-B4E0-759A8BBC5D1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69" name="Google Shape;469;p17:notes">
            <a:extLst>
              <a:ext uri="{FF2B5EF4-FFF2-40B4-BE49-F238E27FC236}">
                <a16:creationId xmlns:a16="http://schemas.microsoft.com/office/drawing/2014/main" id="{6538A9C4-2FF2-8D63-0C42-F54643121E6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2819771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7"/>
        <p:cNvGrpSpPr/>
        <p:nvPr/>
      </p:nvGrpSpPr>
      <p:grpSpPr>
        <a:xfrm>
          <a:off x="0" y="0"/>
          <a:ext cx="0" cy="0"/>
          <a:chOff x="0" y="0"/>
          <a:chExt cx="0" cy="0"/>
        </a:xfrm>
      </p:grpSpPr>
      <p:sp>
        <p:nvSpPr>
          <p:cNvPr id="468" name="Google Shape;468;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69" name="Google Shape;469;p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3"/>
        <p:cNvGrpSpPr/>
        <p:nvPr/>
      </p:nvGrpSpPr>
      <p:grpSpPr>
        <a:xfrm>
          <a:off x="0" y="0"/>
          <a:ext cx="0" cy="0"/>
          <a:chOff x="0" y="0"/>
          <a:chExt cx="0" cy="0"/>
        </a:xfrm>
      </p:grpSpPr>
      <p:sp>
        <p:nvSpPr>
          <p:cNvPr id="474" name="Google Shape;474;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75" name="Google Shape;475;p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81" name="Google Shape;481;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4"/>
        <p:cNvGrpSpPr/>
        <p:nvPr/>
      </p:nvGrpSpPr>
      <p:grpSpPr>
        <a:xfrm>
          <a:off x="0" y="0"/>
          <a:ext cx="0" cy="0"/>
          <a:chOff x="0" y="0"/>
          <a:chExt cx="0" cy="0"/>
        </a:xfrm>
      </p:grpSpPr>
      <p:sp>
        <p:nvSpPr>
          <p:cNvPr id="485" name="Google Shape;48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86" name="Google Shape;486;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0"/>
        <p:cNvGrpSpPr/>
        <p:nvPr/>
      </p:nvGrpSpPr>
      <p:grpSpPr>
        <a:xfrm>
          <a:off x="0" y="0"/>
          <a:ext cx="0" cy="0"/>
          <a:chOff x="0" y="0"/>
          <a:chExt cx="0" cy="0"/>
        </a:xfrm>
      </p:grpSpPr>
      <p:sp>
        <p:nvSpPr>
          <p:cNvPr id="491" name="Google Shape;491;p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92" name="Google Shape;492;p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6"/>
        <p:cNvGrpSpPr/>
        <p:nvPr/>
      </p:nvGrpSpPr>
      <p:grpSpPr>
        <a:xfrm>
          <a:off x="0" y="0"/>
          <a:ext cx="0" cy="0"/>
          <a:chOff x="0" y="0"/>
          <a:chExt cx="0" cy="0"/>
        </a:xfrm>
      </p:grpSpPr>
      <p:sp>
        <p:nvSpPr>
          <p:cNvPr id="497" name="Google Shape;497;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98" name="Google Shape;498;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6">
          <a:extLst>
            <a:ext uri="{FF2B5EF4-FFF2-40B4-BE49-F238E27FC236}">
              <a16:creationId xmlns:a16="http://schemas.microsoft.com/office/drawing/2014/main" id="{FCCCB94E-4DAC-39A1-41C4-98623102D48A}"/>
            </a:ext>
          </a:extLst>
        </p:cNvPr>
        <p:cNvGrpSpPr/>
        <p:nvPr/>
      </p:nvGrpSpPr>
      <p:grpSpPr>
        <a:xfrm>
          <a:off x="0" y="0"/>
          <a:ext cx="0" cy="0"/>
          <a:chOff x="0" y="0"/>
          <a:chExt cx="0" cy="0"/>
        </a:xfrm>
      </p:grpSpPr>
      <p:sp>
        <p:nvSpPr>
          <p:cNvPr id="497" name="Google Shape;497;p22:notes">
            <a:extLst>
              <a:ext uri="{FF2B5EF4-FFF2-40B4-BE49-F238E27FC236}">
                <a16:creationId xmlns:a16="http://schemas.microsoft.com/office/drawing/2014/main" id="{8251AABD-B007-4AD5-A972-EE5B4CA90F3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98" name="Google Shape;498;p22:notes">
            <a:extLst>
              <a:ext uri="{FF2B5EF4-FFF2-40B4-BE49-F238E27FC236}">
                <a16:creationId xmlns:a16="http://schemas.microsoft.com/office/drawing/2014/main" id="{CEF09820-4800-5082-DB50-0BC96C2B2DA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9075838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04" name="Google Shape;504;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8">
          <a:extLst>
            <a:ext uri="{FF2B5EF4-FFF2-40B4-BE49-F238E27FC236}">
              <a16:creationId xmlns:a16="http://schemas.microsoft.com/office/drawing/2014/main" id="{12846643-1079-C6D7-6752-BBE0CD9F7115}"/>
            </a:ext>
          </a:extLst>
        </p:cNvPr>
        <p:cNvGrpSpPr/>
        <p:nvPr/>
      </p:nvGrpSpPr>
      <p:grpSpPr>
        <a:xfrm>
          <a:off x="0" y="0"/>
          <a:ext cx="0" cy="0"/>
          <a:chOff x="0" y="0"/>
          <a:chExt cx="0" cy="0"/>
        </a:xfrm>
      </p:grpSpPr>
      <p:sp>
        <p:nvSpPr>
          <p:cNvPr id="509" name="Google Shape;509;p24:notes">
            <a:extLst>
              <a:ext uri="{FF2B5EF4-FFF2-40B4-BE49-F238E27FC236}">
                <a16:creationId xmlns:a16="http://schemas.microsoft.com/office/drawing/2014/main" id="{D6687998-9C0B-95BE-F9C2-3285C2C986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10" name="Google Shape;510;p24:notes">
            <a:extLst>
              <a:ext uri="{FF2B5EF4-FFF2-40B4-BE49-F238E27FC236}">
                <a16:creationId xmlns:a16="http://schemas.microsoft.com/office/drawing/2014/main" id="{4417934F-AE4E-78D3-31A3-D55C3A3515F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73320884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8"/>
        <p:cNvGrpSpPr/>
        <p:nvPr/>
      </p:nvGrpSpPr>
      <p:grpSpPr>
        <a:xfrm>
          <a:off x="0" y="0"/>
          <a:ext cx="0" cy="0"/>
          <a:chOff x="0" y="0"/>
          <a:chExt cx="0" cy="0"/>
        </a:xfrm>
      </p:grpSpPr>
      <p:sp>
        <p:nvSpPr>
          <p:cNvPr id="509" name="Google Shape;509;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10" name="Google Shape;510;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4"/>
        <p:cNvGrpSpPr/>
        <p:nvPr/>
      </p:nvGrpSpPr>
      <p:grpSpPr>
        <a:xfrm>
          <a:off x="0" y="0"/>
          <a:ext cx="0" cy="0"/>
          <a:chOff x="0" y="0"/>
          <a:chExt cx="0" cy="0"/>
        </a:xfrm>
      </p:grpSpPr>
      <p:sp>
        <p:nvSpPr>
          <p:cNvPr id="515" name="Google Shape;515;p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16" name="Google Shape;516;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14"/>
        <p:cNvGrpSpPr/>
        <p:nvPr/>
      </p:nvGrpSpPr>
      <p:grpSpPr>
        <a:xfrm>
          <a:off x="0" y="0"/>
          <a:ext cx="0" cy="0"/>
          <a:chOff x="0" y="0"/>
          <a:chExt cx="0" cy="0"/>
        </a:xfrm>
      </p:grpSpPr>
      <p:sp>
        <p:nvSpPr>
          <p:cNvPr id="15" name="Google Shape;15;p2"/>
          <p:cNvSpPr txBox="1">
            <a:spLocks noGrp="1"/>
          </p:cNvSpPr>
          <p:nvPr>
            <p:ph type="ctrTitle"/>
          </p:nvPr>
        </p:nvSpPr>
        <p:spPr>
          <a:xfrm>
            <a:off x="311700" y="539725"/>
            <a:ext cx="8520600" cy="12825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Clr>
                <a:schemeClr val="dk1"/>
              </a:buClr>
              <a:buSzPts val="3600"/>
              <a:buFont typeface="Arial"/>
              <a:buNone/>
              <a:defRPr sz="3600"/>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16" name="Google Shape;16;p2"/>
          <p:cNvSpPr txBox="1">
            <a:spLocks noGrp="1"/>
          </p:cNvSpPr>
          <p:nvPr>
            <p:ph type="subTitle" idx="1"/>
          </p:nvPr>
        </p:nvSpPr>
        <p:spPr>
          <a:xfrm>
            <a:off x="311700" y="1878560"/>
            <a:ext cx="4242600" cy="7383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Clr>
                <a:schemeClr val="lt2"/>
              </a:buClr>
              <a:buSzPts val="1600"/>
              <a:buNone/>
              <a:defRPr sz="1600">
                <a:solidFill>
                  <a:schemeClr val="lt2"/>
                </a:solidFill>
              </a:defRPr>
            </a:lvl1pPr>
            <a:lvl2pPr lvl="1" algn="l">
              <a:lnSpc>
                <a:spcPct val="100000"/>
              </a:lnSpc>
              <a:spcBef>
                <a:spcPts val="0"/>
              </a:spcBef>
              <a:spcAft>
                <a:spcPts val="0"/>
              </a:spcAft>
              <a:buClr>
                <a:schemeClr val="lt2"/>
              </a:buClr>
              <a:buSzPts val="1600"/>
              <a:buNone/>
              <a:defRPr sz="1600">
                <a:solidFill>
                  <a:schemeClr val="lt2"/>
                </a:solidFill>
              </a:defRPr>
            </a:lvl2pPr>
            <a:lvl3pPr lvl="2" algn="l">
              <a:lnSpc>
                <a:spcPct val="100000"/>
              </a:lnSpc>
              <a:spcBef>
                <a:spcPts val="0"/>
              </a:spcBef>
              <a:spcAft>
                <a:spcPts val="0"/>
              </a:spcAft>
              <a:buClr>
                <a:schemeClr val="lt2"/>
              </a:buClr>
              <a:buSzPts val="1600"/>
              <a:buNone/>
              <a:defRPr sz="1600">
                <a:solidFill>
                  <a:schemeClr val="lt2"/>
                </a:solidFill>
              </a:defRPr>
            </a:lvl3pPr>
            <a:lvl4pPr lvl="3" algn="l">
              <a:lnSpc>
                <a:spcPct val="100000"/>
              </a:lnSpc>
              <a:spcBef>
                <a:spcPts val="0"/>
              </a:spcBef>
              <a:spcAft>
                <a:spcPts val="0"/>
              </a:spcAft>
              <a:buClr>
                <a:schemeClr val="lt2"/>
              </a:buClr>
              <a:buSzPts val="1600"/>
              <a:buNone/>
              <a:defRPr sz="1600">
                <a:solidFill>
                  <a:schemeClr val="lt2"/>
                </a:solidFill>
              </a:defRPr>
            </a:lvl4pPr>
            <a:lvl5pPr lvl="4" algn="l">
              <a:lnSpc>
                <a:spcPct val="100000"/>
              </a:lnSpc>
              <a:spcBef>
                <a:spcPts val="0"/>
              </a:spcBef>
              <a:spcAft>
                <a:spcPts val="0"/>
              </a:spcAft>
              <a:buClr>
                <a:schemeClr val="lt2"/>
              </a:buClr>
              <a:buSzPts val="1600"/>
              <a:buNone/>
              <a:defRPr sz="1600">
                <a:solidFill>
                  <a:schemeClr val="lt2"/>
                </a:solidFill>
              </a:defRPr>
            </a:lvl5pPr>
            <a:lvl6pPr lvl="5" algn="l">
              <a:lnSpc>
                <a:spcPct val="100000"/>
              </a:lnSpc>
              <a:spcBef>
                <a:spcPts val="0"/>
              </a:spcBef>
              <a:spcAft>
                <a:spcPts val="0"/>
              </a:spcAft>
              <a:buClr>
                <a:schemeClr val="lt2"/>
              </a:buClr>
              <a:buSzPts val="1600"/>
              <a:buNone/>
              <a:defRPr sz="1600">
                <a:solidFill>
                  <a:schemeClr val="lt2"/>
                </a:solidFill>
              </a:defRPr>
            </a:lvl6pPr>
            <a:lvl7pPr lvl="6" algn="l">
              <a:lnSpc>
                <a:spcPct val="100000"/>
              </a:lnSpc>
              <a:spcBef>
                <a:spcPts val="0"/>
              </a:spcBef>
              <a:spcAft>
                <a:spcPts val="0"/>
              </a:spcAft>
              <a:buClr>
                <a:schemeClr val="lt2"/>
              </a:buClr>
              <a:buSzPts val="1600"/>
              <a:buNone/>
              <a:defRPr sz="1600">
                <a:solidFill>
                  <a:schemeClr val="lt2"/>
                </a:solidFill>
              </a:defRPr>
            </a:lvl7pPr>
            <a:lvl8pPr lvl="7" algn="l">
              <a:lnSpc>
                <a:spcPct val="100000"/>
              </a:lnSpc>
              <a:spcBef>
                <a:spcPts val="0"/>
              </a:spcBef>
              <a:spcAft>
                <a:spcPts val="0"/>
              </a:spcAft>
              <a:buClr>
                <a:schemeClr val="lt2"/>
              </a:buClr>
              <a:buSzPts val="1600"/>
              <a:buNone/>
              <a:defRPr sz="1600">
                <a:solidFill>
                  <a:schemeClr val="lt2"/>
                </a:solidFill>
              </a:defRPr>
            </a:lvl8pPr>
            <a:lvl9pPr lvl="8" algn="l">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7" name="Google Shape;17;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matchingName="Title Slide">
  <p:cSld name="Title Slide">
    <p:bg>
      <p:bgPr>
        <a:solidFill>
          <a:srgbClr val="221F20"/>
        </a:solidFill>
        <a:effectLst/>
      </p:bgPr>
    </p:bg>
    <p:spTree>
      <p:nvGrpSpPr>
        <p:cNvPr id="1" name="Shape 18"/>
        <p:cNvGrpSpPr/>
        <p:nvPr/>
      </p:nvGrpSpPr>
      <p:grpSpPr>
        <a:xfrm>
          <a:off x="0" y="0"/>
          <a:ext cx="0" cy="0"/>
          <a:chOff x="0" y="0"/>
          <a:chExt cx="0" cy="0"/>
        </a:xfrm>
      </p:grpSpPr>
      <p:sp>
        <p:nvSpPr>
          <p:cNvPr id="19" name="Google Shape;19;p3"/>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21" name="Google Shape;21;p3"/>
          <p:cNvSpPr txBox="1">
            <a:spLocks noGrp="1"/>
          </p:cNvSpPr>
          <p:nvPr>
            <p:ph type="body" idx="1"/>
          </p:nvPr>
        </p:nvSpPr>
        <p:spPr>
          <a:xfrm>
            <a:off x="410766" y="3850148"/>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2" name="Google Shape;22;p3"/>
          <p:cNvSpPr txBox="1">
            <a:spLocks noGrp="1"/>
          </p:cNvSpPr>
          <p:nvPr>
            <p:ph type="body" idx="2"/>
          </p:nvPr>
        </p:nvSpPr>
        <p:spPr>
          <a:xfrm>
            <a:off x="410766" y="3714554"/>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3" name="Google Shape;23;p3"/>
          <p:cNvSpPr txBox="1">
            <a:spLocks noGrp="1"/>
          </p:cNvSpPr>
          <p:nvPr>
            <p:ph type="body" idx="3"/>
          </p:nvPr>
        </p:nvSpPr>
        <p:spPr>
          <a:xfrm>
            <a:off x="410766" y="3985742"/>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4" name="Google Shape;24;p3"/>
          <p:cNvSpPr txBox="1">
            <a:spLocks noGrp="1"/>
          </p:cNvSpPr>
          <p:nvPr>
            <p:ph type="body" idx="4"/>
          </p:nvPr>
        </p:nvSpPr>
        <p:spPr>
          <a:xfrm>
            <a:off x="410766" y="4121336"/>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5" name="Google Shape;25;p3"/>
          <p:cNvSpPr txBox="1">
            <a:spLocks noGrp="1"/>
          </p:cNvSpPr>
          <p:nvPr>
            <p:ph type="body" idx="5"/>
          </p:nvPr>
        </p:nvSpPr>
        <p:spPr>
          <a:xfrm>
            <a:off x="410766" y="4256930"/>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6" name="Google Shape;26;p3"/>
          <p:cNvSpPr txBox="1">
            <a:spLocks noGrp="1"/>
          </p:cNvSpPr>
          <p:nvPr>
            <p:ph type="body" idx="6"/>
          </p:nvPr>
        </p:nvSpPr>
        <p:spPr>
          <a:xfrm>
            <a:off x="1485900" y="3850148"/>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7" name="Google Shape;27;p3"/>
          <p:cNvSpPr txBox="1">
            <a:spLocks noGrp="1"/>
          </p:cNvSpPr>
          <p:nvPr>
            <p:ph type="body" idx="7"/>
          </p:nvPr>
        </p:nvSpPr>
        <p:spPr>
          <a:xfrm>
            <a:off x="1485900" y="3714554"/>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8" name="Google Shape;28;p3"/>
          <p:cNvSpPr txBox="1">
            <a:spLocks noGrp="1"/>
          </p:cNvSpPr>
          <p:nvPr>
            <p:ph type="body" idx="8"/>
          </p:nvPr>
        </p:nvSpPr>
        <p:spPr>
          <a:xfrm>
            <a:off x="1485900" y="3985742"/>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9" name="Google Shape;29;p3"/>
          <p:cNvSpPr txBox="1">
            <a:spLocks noGrp="1"/>
          </p:cNvSpPr>
          <p:nvPr>
            <p:ph type="body" idx="9"/>
          </p:nvPr>
        </p:nvSpPr>
        <p:spPr>
          <a:xfrm>
            <a:off x="1485900" y="4121336"/>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30" name="Google Shape;30;p3"/>
          <p:cNvSpPr txBox="1">
            <a:spLocks noGrp="1"/>
          </p:cNvSpPr>
          <p:nvPr>
            <p:ph type="body" idx="13"/>
          </p:nvPr>
        </p:nvSpPr>
        <p:spPr>
          <a:xfrm>
            <a:off x="1485900" y="4256930"/>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pic>
        <p:nvPicPr>
          <p:cNvPr id="31" name="Google Shape;31;p3" descr="U.S. Army"/>
          <p:cNvPicPr preferRelativeResize="0"/>
          <p:nvPr/>
        </p:nvPicPr>
        <p:blipFill rotWithShape="1">
          <a:blip r:embed="rId2">
            <a:alphaModFix/>
          </a:blip>
          <a:srcRect/>
          <a:stretch/>
        </p:blipFill>
        <p:spPr>
          <a:xfrm>
            <a:off x="183674" y="84473"/>
            <a:ext cx="2434590" cy="919356"/>
          </a:xfrm>
          <a:prstGeom prst="rect">
            <a:avLst/>
          </a:prstGeom>
          <a:noFill/>
          <a:ln>
            <a:noFill/>
          </a:ln>
        </p:spPr>
      </p:pic>
      <p:pic>
        <p:nvPicPr>
          <p:cNvPr id="32" name="Google Shape;32;p3"/>
          <p:cNvPicPr preferRelativeResize="0"/>
          <p:nvPr/>
        </p:nvPicPr>
        <p:blipFill rotWithShape="1">
          <a:blip r:embed="rId3">
            <a:alphaModFix/>
          </a:blip>
          <a:srcRect/>
          <a:stretch/>
        </p:blipFill>
        <p:spPr>
          <a:xfrm>
            <a:off x="7503462" y="308372"/>
            <a:ext cx="1222280" cy="358517"/>
          </a:xfrm>
          <a:prstGeom prst="rect">
            <a:avLst/>
          </a:prstGeom>
          <a:noFill/>
          <a:ln>
            <a:noFill/>
          </a:ln>
        </p:spPr>
      </p:pic>
      <p:grpSp>
        <p:nvGrpSpPr>
          <p:cNvPr id="33" name="Google Shape;33;p3"/>
          <p:cNvGrpSpPr/>
          <p:nvPr/>
        </p:nvGrpSpPr>
        <p:grpSpPr>
          <a:xfrm>
            <a:off x="411164" y="1480665"/>
            <a:ext cx="5380036" cy="1783080"/>
            <a:chOff x="411163" y="2240280"/>
            <a:chExt cx="6446837" cy="2377440"/>
          </a:xfrm>
        </p:grpSpPr>
        <p:sp>
          <p:nvSpPr>
            <p:cNvPr id="34" name="Google Shape;34;p3"/>
            <p:cNvSpPr/>
            <p:nvPr/>
          </p:nvSpPr>
          <p:spPr>
            <a:xfrm>
              <a:off x="411163" y="2240280"/>
              <a:ext cx="6446837" cy="2377440"/>
            </a:xfrm>
            <a:prstGeom prst="rect">
              <a:avLst/>
            </a:prstGeom>
            <a:noFill/>
            <a:ln w="19050" cap="flat" cmpd="sng">
              <a:solidFill>
                <a:srgbClr val="FFCC0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200" b="0" i="0" u="none" strike="noStrike" cap="none">
                <a:solidFill>
                  <a:schemeClr val="lt1"/>
                </a:solidFill>
                <a:latin typeface="Arial"/>
                <a:ea typeface="Arial"/>
                <a:cs typeface="Arial"/>
                <a:sym typeface="Arial"/>
              </a:endParaRPr>
            </a:p>
          </p:txBody>
        </p:sp>
        <p:cxnSp>
          <p:nvCxnSpPr>
            <p:cNvPr id="35" name="Google Shape;35;p3"/>
            <p:cNvCxnSpPr/>
            <p:nvPr/>
          </p:nvCxnSpPr>
          <p:spPr>
            <a:xfrm>
              <a:off x="411163" y="3931920"/>
              <a:ext cx="6446837" cy="0"/>
            </a:xfrm>
            <a:prstGeom prst="straightConnector1">
              <a:avLst/>
            </a:prstGeom>
            <a:noFill/>
            <a:ln w="19050" cap="flat" cmpd="sng">
              <a:solidFill>
                <a:srgbClr val="FFCC01"/>
              </a:solidFill>
              <a:prstDash val="solid"/>
              <a:miter lim="800000"/>
              <a:headEnd type="none" w="sm" len="sm"/>
              <a:tailEnd type="none" w="sm" len="sm"/>
            </a:ln>
          </p:spPr>
        </p:cxnSp>
        <p:cxnSp>
          <p:nvCxnSpPr>
            <p:cNvPr id="36" name="Google Shape;36;p3"/>
            <p:cNvCxnSpPr/>
            <p:nvPr/>
          </p:nvCxnSpPr>
          <p:spPr>
            <a:xfrm>
              <a:off x="4274795" y="3931920"/>
              <a:ext cx="0" cy="685800"/>
            </a:xfrm>
            <a:prstGeom prst="straightConnector1">
              <a:avLst/>
            </a:prstGeom>
            <a:noFill/>
            <a:ln w="19050" cap="flat" cmpd="sng">
              <a:solidFill>
                <a:srgbClr val="FFCC01"/>
              </a:solidFill>
              <a:prstDash val="solid"/>
              <a:miter lim="800000"/>
              <a:headEnd type="none" w="sm" len="sm"/>
              <a:tailEnd type="none" w="sm" len="sm"/>
            </a:ln>
          </p:spPr>
        </p:cxnSp>
      </p:grpSp>
      <p:sp>
        <p:nvSpPr>
          <p:cNvPr id="37" name="Google Shape;37;p3"/>
          <p:cNvSpPr txBox="1">
            <a:spLocks noGrp="1"/>
          </p:cNvSpPr>
          <p:nvPr>
            <p:ph type="ctrTitle"/>
          </p:nvPr>
        </p:nvSpPr>
        <p:spPr>
          <a:xfrm>
            <a:off x="685801" y="1652115"/>
            <a:ext cx="4822031" cy="994410"/>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2700"/>
              <a:buFont typeface="Arial"/>
              <a:buNone/>
              <a:defRPr sz="27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3"/>
          <p:cNvSpPr txBox="1">
            <a:spLocks noGrp="1"/>
          </p:cNvSpPr>
          <p:nvPr>
            <p:ph type="subTitle" idx="14"/>
          </p:nvPr>
        </p:nvSpPr>
        <p:spPr>
          <a:xfrm>
            <a:off x="685801" y="2838549"/>
            <a:ext cx="2674143" cy="342900"/>
          </a:xfrm>
          <a:prstGeom prst="rect">
            <a:avLst/>
          </a:prstGeom>
          <a:noFill/>
          <a:ln>
            <a:noFill/>
          </a:ln>
        </p:spPr>
        <p:txBody>
          <a:bodyPr spcFirstLastPara="1" wrap="square" lIns="0" tIns="0" rIns="0" bIns="0" anchor="ctr" anchorCtr="0">
            <a:noAutofit/>
          </a:bodyPr>
          <a:lstStyle>
            <a:lvl1pPr lvl="0" algn="l">
              <a:lnSpc>
                <a:spcPct val="95000"/>
              </a:lnSpc>
              <a:spcBef>
                <a:spcPts val="0"/>
              </a:spcBef>
              <a:spcAft>
                <a:spcPts val="0"/>
              </a:spcAft>
              <a:buClr>
                <a:schemeClr val="lt2"/>
              </a:buClr>
              <a:buSzPts val="900"/>
              <a:buNone/>
              <a:defRPr sz="900" b="1">
                <a:solidFill>
                  <a:schemeClr val="lt2"/>
                </a:solidFill>
              </a:defRPr>
            </a:lvl1pPr>
            <a:lvl2pPr lvl="1" algn="l">
              <a:lnSpc>
                <a:spcPct val="95000"/>
              </a:lnSpc>
              <a:spcBef>
                <a:spcPts val="0"/>
              </a:spcBef>
              <a:spcAft>
                <a:spcPts val="0"/>
              </a:spcAft>
              <a:buClr>
                <a:schemeClr val="lt2"/>
              </a:buClr>
              <a:buSzPts val="900"/>
              <a:buNone/>
              <a:defRPr sz="900" b="1">
                <a:solidFill>
                  <a:schemeClr val="lt2"/>
                </a:solidFill>
              </a:defRPr>
            </a:lvl2pPr>
            <a:lvl3pPr lvl="2" algn="l">
              <a:lnSpc>
                <a:spcPct val="95000"/>
              </a:lnSpc>
              <a:spcBef>
                <a:spcPts val="0"/>
              </a:spcBef>
              <a:spcAft>
                <a:spcPts val="0"/>
              </a:spcAft>
              <a:buClr>
                <a:schemeClr val="lt2"/>
              </a:buClr>
              <a:buSzPts val="900"/>
              <a:buNone/>
              <a:defRPr sz="900" b="1">
                <a:solidFill>
                  <a:schemeClr val="lt2"/>
                </a:solidFill>
              </a:defRPr>
            </a:lvl3pPr>
            <a:lvl4pPr lvl="3" algn="l">
              <a:lnSpc>
                <a:spcPct val="95000"/>
              </a:lnSpc>
              <a:spcBef>
                <a:spcPts val="0"/>
              </a:spcBef>
              <a:spcAft>
                <a:spcPts val="0"/>
              </a:spcAft>
              <a:buClr>
                <a:schemeClr val="lt2"/>
              </a:buClr>
              <a:buSzPts val="900"/>
              <a:buNone/>
              <a:defRPr sz="900" b="1">
                <a:solidFill>
                  <a:schemeClr val="lt2"/>
                </a:solidFill>
              </a:defRPr>
            </a:lvl4pPr>
            <a:lvl5pPr lvl="4" algn="l">
              <a:lnSpc>
                <a:spcPct val="95000"/>
              </a:lnSpc>
              <a:spcBef>
                <a:spcPts val="0"/>
              </a:spcBef>
              <a:spcAft>
                <a:spcPts val="0"/>
              </a:spcAft>
              <a:buClr>
                <a:schemeClr val="lt2"/>
              </a:buClr>
              <a:buSzPts val="900"/>
              <a:buNone/>
              <a:defRPr sz="900" b="1">
                <a:solidFill>
                  <a:schemeClr val="lt2"/>
                </a:solidFill>
              </a:defRPr>
            </a:lvl5pPr>
            <a:lvl6pPr lvl="5" algn="l">
              <a:lnSpc>
                <a:spcPct val="95000"/>
              </a:lnSpc>
              <a:spcBef>
                <a:spcPts val="0"/>
              </a:spcBef>
              <a:spcAft>
                <a:spcPts val="0"/>
              </a:spcAft>
              <a:buClr>
                <a:schemeClr val="lt2"/>
              </a:buClr>
              <a:buSzPts val="900"/>
              <a:buNone/>
              <a:defRPr sz="900" b="1">
                <a:solidFill>
                  <a:schemeClr val="lt2"/>
                </a:solidFill>
              </a:defRPr>
            </a:lvl6pPr>
            <a:lvl7pPr lvl="6" algn="l">
              <a:lnSpc>
                <a:spcPct val="95000"/>
              </a:lnSpc>
              <a:spcBef>
                <a:spcPts val="0"/>
              </a:spcBef>
              <a:spcAft>
                <a:spcPts val="0"/>
              </a:spcAft>
              <a:buClr>
                <a:schemeClr val="lt2"/>
              </a:buClr>
              <a:buSzPts val="900"/>
              <a:buNone/>
              <a:defRPr sz="900" b="1">
                <a:solidFill>
                  <a:schemeClr val="lt2"/>
                </a:solidFill>
              </a:defRPr>
            </a:lvl7pPr>
            <a:lvl8pPr lvl="7" algn="l">
              <a:lnSpc>
                <a:spcPct val="95000"/>
              </a:lnSpc>
              <a:spcBef>
                <a:spcPts val="0"/>
              </a:spcBef>
              <a:spcAft>
                <a:spcPts val="0"/>
              </a:spcAft>
              <a:buClr>
                <a:schemeClr val="lt2"/>
              </a:buClr>
              <a:buSzPts val="900"/>
              <a:buNone/>
              <a:defRPr sz="900" b="1">
                <a:solidFill>
                  <a:schemeClr val="lt2"/>
                </a:solidFill>
              </a:defRPr>
            </a:lvl8pPr>
            <a:lvl9pPr lvl="8" algn="l">
              <a:lnSpc>
                <a:spcPct val="95000"/>
              </a:lnSpc>
              <a:spcBef>
                <a:spcPts val="0"/>
              </a:spcBef>
              <a:spcAft>
                <a:spcPts val="0"/>
              </a:spcAft>
              <a:buClr>
                <a:schemeClr val="lt2"/>
              </a:buClr>
              <a:buSzPts val="900"/>
              <a:buNone/>
              <a:defRPr sz="900" b="1">
                <a:solidFill>
                  <a:schemeClr val="lt2"/>
                </a:solidFill>
              </a:defRPr>
            </a:lvl9pPr>
          </a:lstStyle>
          <a:p>
            <a:endParaRPr/>
          </a:p>
        </p:txBody>
      </p:sp>
      <p:sp>
        <p:nvSpPr>
          <p:cNvPr id="39" name="Google Shape;39;p3"/>
          <p:cNvSpPr txBox="1">
            <a:spLocks noGrp="1"/>
          </p:cNvSpPr>
          <p:nvPr>
            <p:ph type="body" idx="15"/>
          </p:nvPr>
        </p:nvSpPr>
        <p:spPr>
          <a:xfrm>
            <a:off x="3909060" y="2838549"/>
            <a:ext cx="1598771" cy="342900"/>
          </a:xfrm>
          <a:prstGeom prst="rect">
            <a:avLst/>
          </a:prstGeom>
          <a:noFill/>
          <a:ln>
            <a:noFill/>
          </a:ln>
        </p:spPr>
        <p:txBody>
          <a:bodyPr spcFirstLastPara="1" wrap="square" lIns="0" tIns="0" rIns="0" bIns="0" anchor="ctr" anchorCtr="0">
            <a:noAutofit/>
          </a:bodyPr>
          <a:lstStyle>
            <a:lvl1pPr marL="457200" lvl="0" indent="-228600" algn="ctr">
              <a:lnSpc>
                <a:spcPct val="80000"/>
              </a:lnSpc>
              <a:spcBef>
                <a:spcPts val="0"/>
              </a:spcBef>
              <a:spcAft>
                <a:spcPts val="0"/>
              </a:spcAft>
              <a:buClr>
                <a:schemeClr val="lt2"/>
              </a:buClr>
              <a:buSzPts val="1050"/>
              <a:buFont typeface="Arial"/>
              <a:buNone/>
              <a:defRPr sz="1050" b="1" cap="none">
                <a:solidFill>
                  <a:schemeClr val="lt2"/>
                </a:solidFill>
              </a:defRPr>
            </a:lvl1pPr>
            <a:lvl2pPr marL="914400" lvl="1" indent="-228600" algn="ctr">
              <a:lnSpc>
                <a:spcPct val="80000"/>
              </a:lnSpc>
              <a:spcBef>
                <a:spcPts val="0"/>
              </a:spcBef>
              <a:spcAft>
                <a:spcPts val="0"/>
              </a:spcAft>
              <a:buClr>
                <a:schemeClr val="lt2"/>
              </a:buClr>
              <a:buSzPts val="1050"/>
              <a:buFont typeface="Arial"/>
              <a:buNone/>
              <a:defRPr sz="1050" b="1" cap="none">
                <a:solidFill>
                  <a:schemeClr val="lt2"/>
                </a:solidFill>
              </a:defRPr>
            </a:lvl2pPr>
            <a:lvl3pPr marL="1371600" lvl="2" indent="-228600" algn="ctr">
              <a:lnSpc>
                <a:spcPct val="80000"/>
              </a:lnSpc>
              <a:spcBef>
                <a:spcPts val="0"/>
              </a:spcBef>
              <a:spcAft>
                <a:spcPts val="0"/>
              </a:spcAft>
              <a:buClr>
                <a:schemeClr val="lt2"/>
              </a:buClr>
              <a:buSzPts val="1050"/>
              <a:buFont typeface="Arial"/>
              <a:buNone/>
              <a:defRPr sz="1050" b="1" cap="none">
                <a:solidFill>
                  <a:schemeClr val="lt2"/>
                </a:solidFill>
              </a:defRPr>
            </a:lvl3pPr>
            <a:lvl4pPr marL="1828800" lvl="3" indent="-228600" algn="ctr">
              <a:lnSpc>
                <a:spcPct val="80000"/>
              </a:lnSpc>
              <a:spcBef>
                <a:spcPts val="0"/>
              </a:spcBef>
              <a:spcAft>
                <a:spcPts val="0"/>
              </a:spcAft>
              <a:buClr>
                <a:schemeClr val="lt2"/>
              </a:buClr>
              <a:buSzPts val="1050"/>
              <a:buFont typeface="Arial"/>
              <a:buNone/>
              <a:defRPr sz="1050" b="1" cap="none">
                <a:solidFill>
                  <a:schemeClr val="lt2"/>
                </a:solidFill>
              </a:defRPr>
            </a:lvl4pPr>
            <a:lvl5pPr marL="2286000" lvl="4" indent="-228600" algn="ctr">
              <a:lnSpc>
                <a:spcPct val="80000"/>
              </a:lnSpc>
              <a:spcBef>
                <a:spcPts val="0"/>
              </a:spcBef>
              <a:spcAft>
                <a:spcPts val="0"/>
              </a:spcAft>
              <a:buClr>
                <a:schemeClr val="lt2"/>
              </a:buClr>
              <a:buSzPts val="1050"/>
              <a:buFont typeface="Arial"/>
              <a:buNone/>
              <a:defRPr sz="1050" b="1" cap="none">
                <a:solidFill>
                  <a:schemeClr val="lt2"/>
                </a:solidFill>
              </a:defRPr>
            </a:lvl5pPr>
            <a:lvl6pPr marL="2743200" lvl="5" indent="-228600" algn="ctr">
              <a:lnSpc>
                <a:spcPct val="80000"/>
              </a:lnSpc>
              <a:spcBef>
                <a:spcPts val="0"/>
              </a:spcBef>
              <a:spcAft>
                <a:spcPts val="0"/>
              </a:spcAft>
              <a:buClr>
                <a:schemeClr val="lt2"/>
              </a:buClr>
              <a:buSzPts val="1050"/>
              <a:buFont typeface="Arial"/>
              <a:buNone/>
              <a:defRPr sz="1050" b="1" cap="none">
                <a:solidFill>
                  <a:schemeClr val="lt2"/>
                </a:solidFill>
              </a:defRPr>
            </a:lvl6pPr>
            <a:lvl7pPr marL="3200400" lvl="6" indent="-228600" algn="ctr">
              <a:lnSpc>
                <a:spcPct val="80000"/>
              </a:lnSpc>
              <a:spcBef>
                <a:spcPts val="0"/>
              </a:spcBef>
              <a:spcAft>
                <a:spcPts val="0"/>
              </a:spcAft>
              <a:buClr>
                <a:schemeClr val="lt2"/>
              </a:buClr>
              <a:buSzPts val="1050"/>
              <a:buFont typeface="Arial"/>
              <a:buNone/>
              <a:defRPr sz="1050" b="1" cap="none">
                <a:solidFill>
                  <a:schemeClr val="lt2"/>
                </a:solidFill>
              </a:defRPr>
            </a:lvl7pPr>
            <a:lvl8pPr marL="3657600" lvl="7" indent="-228600" algn="ctr">
              <a:lnSpc>
                <a:spcPct val="80000"/>
              </a:lnSpc>
              <a:spcBef>
                <a:spcPts val="0"/>
              </a:spcBef>
              <a:spcAft>
                <a:spcPts val="0"/>
              </a:spcAft>
              <a:buClr>
                <a:schemeClr val="lt2"/>
              </a:buClr>
              <a:buSzPts val="1050"/>
              <a:buFont typeface="Arial"/>
              <a:buNone/>
              <a:defRPr sz="1050" b="1" cap="none">
                <a:solidFill>
                  <a:schemeClr val="lt2"/>
                </a:solidFill>
              </a:defRPr>
            </a:lvl8pPr>
            <a:lvl9pPr marL="4114800" lvl="8" indent="-228600" algn="ctr">
              <a:lnSpc>
                <a:spcPct val="80000"/>
              </a:lnSpc>
              <a:spcBef>
                <a:spcPts val="0"/>
              </a:spcBef>
              <a:spcAft>
                <a:spcPts val="0"/>
              </a:spcAft>
              <a:buClr>
                <a:schemeClr val="lt2"/>
              </a:buClr>
              <a:buSzPts val="1050"/>
              <a:buFont typeface="Arial"/>
              <a:buNone/>
              <a:defRPr sz="1050" b="1" cap="none">
                <a:solidFill>
                  <a:schemeClr val="lt2"/>
                </a:solidFill>
              </a:defRPr>
            </a:lvl9pPr>
          </a:lstStyle>
          <a:p>
            <a:endParaRPr/>
          </a:p>
        </p:txBody>
      </p:sp>
      <p:sp>
        <p:nvSpPr>
          <p:cNvPr id="40" name="Google Shape;40;p3"/>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rgbClr val="2DAA27"/>
                </a:solidFill>
                <a:latin typeface="Arial"/>
                <a:ea typeface="Arial"/>
                <a:cs typeface="Arial"/>
                <a:sym typeface="Arial"/>
              </a:rPr>
              <a:t>UNCLASSIFIED / GENERAL</a:t>
            </a:r>
            <a:endParaRPr/>
          </a:p>
        </p:txBody>
      </p:sp>
      <p:sp>
        <p:nvSpPr>
          <p:cNvPr id="41" name="Google Shape;41;p3"/>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rgbClr val="2DAA27"/>
                </a:solidFill>
                <a:latin typeface="Arial"/>
                <a:ea typeface="Arial"/>
                <a:cs typeface="Arial"/>
                <a:sym typeface="Arial"/>
              </a:rPr>
              <a:t>UNCLASSIFIED / GENERAL</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 White">
  <p:cSld name="Title Slide - White">
    <p:bg>
      <p:bgPr>
        <a:solidFill>
          <a:schemeClr val="lt1"/>
        </a:solidFill>
        <a:effectLst/>
      </p:bgPr>
    </p:bg>
    <p:spTree>
      <p:nvGrpSpPr>
        <p:cNvPr id="1" name="Shape 42"/>
        <p:cNvGrpSpPr/>
        <p:nvPr/>
      </p:nvGrpSpPr>
      <p:grpSpPr>
        <a:xfrm>
          <a:off x="0" y="0"/>
          <a:ext cx="0" cy="0"/>
          <a:chOff x="0" y="0"/>
          <a:chExt cx="0" cy="0"/>
        </a:xfrm>
      </p:grpSpPr>
      <p:sp>
        <p:nvSpPr>
          <p:cNvPr id="43" name="Google Shape;43;p4"/>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4"/>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pic>
        <p:nvPicPr>
          <p:cNvPr id="45" name="Google Shape;45;p4" descr="U.S. Army"/>
          <p:cNvPicPr preferRelativeResize="0"/>
          <p:nvPr/>
        </p:nvPicPr>
        <p:blipFill rotWithShape="1">
          <a:blip r:embed="rId2">
            <a:alphaModFix/>
          </a:blip>
          <a:srcRect/>
          <a:stretch/>
        </p:blipFill>
        <p:spPr>
          <a:xfrm>
            <a:off x="135668" y="78731"/>
            <a:ext cx="2434590" cy="919356"/>
          </a:xfrm>
          <a:prstGeom prst="rect">
            <a:avLst/>
          </a:prstGeom>
          <a:noFill/>
          <a:ln>
            <a:noFill/>
          </a:ln>
        </p:spPr>
      </p:pic>
      <p:sp>
        <p:nvSpPr>
          <p:cNvPr id="46" name="Google Shape;46;p4"/>
          <p:cNvSpPr txBox="1">
            <a:spLocks noGrp="1"/>
          </p:cNvSpPr>
          <p:nvPr>
            <p:ph type="body" idx="1"/>
          </p:nvPr>
        </p:nvSpPr>
        <p:spPr>
          <a:xfrm>
            <a:off x="410766" y="3850148"/>
            <a:ext cx="1001676"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47" name="Google Shape;47;p4"/>
          <p:cNvSpPr txBox="1">
            <a:spLocks noGrp="1"/>
          </p:cNvSpPr>
          <p:nvPr>
            <p:ph type="body" idx="2"/>
          </p:nvPr>
        </p:nvSpPr>
        <p:spPr>
          <a:xfrm>
            <a:off x="410766" y="3714554"/>
            <a:ext cx="1001676"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48" name="Google Shape;48;p4"/>
          <p:cNvSpPr txBox="1">
            <a:spLocks noGrp="1"/>
          </p:cNvSpPr>
          <p:nvPr>
            <p:ph type="body" idx="3"/>
          </p:nvPr>
        </p:nvSpPr>
        <p:spPr>
          <a:xfrm>
            <a:off x="410766" y="3985742"/>
            <a:ext cx="1001676"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49" name="Google Shape;49;p4"/>
          <p:cNvSpPr txBox="1">
            <a:spLocks noGrp="1"/>
          </p:cNvSpPr>
          <p:nvPr>
            <p:ph type="body" idx="4"/>
          </p:nvPr>
        </p:nvSpPr>
        <p:spPr>
          <a:xfrm>
            <a:off x="410766" y="4121336"/>
            <a:ext cx="1001676"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50" name="Google Shape;50;p4"/>
          <p:cNvSpPr txBox="1">
            <a:spLocks noGrp="1"/>
          </p:cNvSpPr>
          <p:nvPr>
            <p:ph type="body" idx="5"/>
          </p:nvPr>
        </p:nvSpPr>
        <p:spPr>
          <a:xfrm>
            <a:off x="410766" y="4256930"/>
            <a:ext cx="1001676"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51" name="Google Shape;51;p4"/>
          <p:cNvSpPr txBox="1">
            <a:spLocks noGrp="1"/>
          </p:cNvSpPr>
          <p:nvPr>
            <p:ph type="body" idx="6"/>
          </p:nvPr>
        </p:nvSpPr>
        <p:spPr>
          <a:xfrm>
            <a:off x="1485900" y="3850148"/>
            <a:ext cx="2343701"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52" name="Google Shape;52;p4"/>
          <p:cNvSpPr txBox="1">
            <a:spLocks noGrp="1"/>
          </p:cNvSpPr>
          <p:nvPr>
            <p:ph type="body" idx="7"/>
          </p:nvPr>
        </p:nvSpPr>
        <p:spPr>
          <a:xfrm>
            <a:off x="1485900" y="3714554"/>
            <a:ext cx="2343701"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53" name="Google Shape;53;p4"/>
          <p:cNvSpPr txBox="1">
            <a:spLocks noGrp="1"/>
          </p:cNvSpPr>
          <p:nvPr>
            <p:ph type="body" idx="8"/>
          </p:nvPr>
        </p:nvSpPr>
        <p:spPr>
          <a:xfrm>
            <a:off x="1485900" y="3985742"/>
            <a:ext cx="2343701"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54" name="Google Shape;54;p4"/>
          <p:cNvSpPr txBox="1">
            <a:spLocks noGrp="1"/>
          </p:cNvSpPr>
          <p:nvPr>
            <p:ph type="body" idx="9"/>
          </p:nvPr>
        </p:nvSpPr>
        <p:spPr>
          <a:xfrm>
            <a:off x="1485900" y="4121336"/>
            <a:ext cx="2343701"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55" name="Google Shape;55;p4"/>
          <p:cNvSpPr txBox="1">
            <a:spLocks noGrp="1"/>
          </p:cNvSpPr>
          <p:nvPr>
            <p:ph type="body" idx="13"/>
          </p:nvPr>
        </p:nvSpPr>
        <p:spPr>
          <a:xfrm>
            <a:off x="1485900" y="4256930"/>
            <a:ext cx="2343701"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grpSp>
        <p:nvGrpSpPr>
          <p:cNvPr id="56" name="Google Shape;56;p4"/>
          <p:cNvGrpSpPr/>
          <p:nvPr/>
        </p:nvGrpSpPr>
        <p:grpSpPr>
          <a:xfrm>
            <a:off x="411164" y="1480665"/>
            <a:ext cx="5380037" cy="1783080"/>
            <a:chOff x="411163" y="2240280"/>
            <a:chExt cx="6446837" cy="2377440"/>
          </a:xfrm>
        </p:grpSpPr>
        <p:sp>
          <p:nvSpPr>
            <p:cNvPr id="57" name="Google Shape;57;p4"/>
            <p:cNvSpPr/>
            <p:nvPr/>
          </p:nvSpPr>
          <p:spPr>
            <a:xfrm>
              <a:off x="411163" y="2240280"/>
              <a:ext cx="6446837" cy="2377440"/>
            </a:xfrm>
            <a:prstGeom prst="rect">
              <a:avLst/>
            </a:prstGeom>
            <a:noFill/>
            <a:ln w="19050" cap="flat" cmpd="sng">
              <a:solidFill>
                <a:srgbClr val="221F2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200" b="0" i="0" u="none" strike="noStrike" cap="none">
                <a:solidFill>
                  <a:schemeClr val="lt1"/>
                </a:solidFill>
                <a:latin typeface="Arial"/>
                <a:ea typeface="Arial"/>
                <a:cs typeface="Arial"/>
                <a:sym typeface="Arial"/>
              </a:endParaRPr>
            </a:p>
          </p:txBody>
        </p:sp>
        <p:cxnSp>
          <p:nvCxnSpPr>
            <p:cNvPr id="58" name="Google Shape;58;p4"/>
            <p:cNvCxnSpPr/>
            <p:nvPr/>
          </p:nvCxnSpPr>
          <p:spPr>
            <a:xfrm>
              <a:off x="411163" y="3931920"/>
              <a:ext cx="6446837" cy="0"/>
            </a:xfrm>
            <a:prstGeom prst="straightConnector1">
              <a:avLst/>
            </a:prstGeom>
            <a:noFill/>
            <a:ln w="19050" cap="flat" cmpd="sng">
              <a:solidFill>
                <a:srgbClr val="221F20"/>
              </a:solidFill>
              <a:prstDash val="solid"/>
              <a:miter lim="800000"/>
              <a:headEnd type="none" w="sm" len="sm"/>
              <a:tailEnd type="none" w="sm" len="sm"/>
            </a:ln>
          </p:spPr>
        </p:cxnSp>
        <p:cxnSp>
          <p:nvCxnSpPr>
            <p:cNvPr id="59" name="Google Shape;59;p4"/>
            <p:cNvCxnSpPr/>
            <p:nvPr/>
          </p:nvCxnSpPr>
          <p:spPr>
            <a:xfrm>
              <a:off x="4272796" y="3931920"/>
              <a:ext cx="0" cy="685800"/>
            </a:xfrm>
            <a:prstGeom prst="straightConnector1">
              <a:avLst/>
            </a:prstGeom>
            <a:noFill/>
            <a:ln w="19050" cap="flat" cmpd="sng">
              <a:solidFill>
                <a:srgbClr val="221F20"/>
              </a:solidFill>
              <a:prstDash val="solid"/>
              <a:miter lim="800000"/>
              <a:headEnd type="none" w="sm" len="sm"/>
              <a:tailEnd type="none" w="sm" len="sm"/>
            </a:ln>
          </p:spPr>
        </p:cxnSp>
      </p:grpSp>
      <p:sp>
        <p:nvSpPr>
          <p:cNvPr id="60" name="Google Shape;60;p4"/>
          <p:cNvSpPr txBox="1">
            <a:spLocks noGrp="1"/>
          </p:cNvSpPr>
          <p:nvPr>
            <p:ph type="ctrTitle"/>
          </p:nvPr>
        </p:nvSpPr>
        <p:spPr>
          <a:xfrm>
            <a:off x="685800" y="1652115"/>
            <a:ext cx="4822031" cy="994410"/>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2700"/>
              <a:buFont typeface="Arial"/>
              <a:buNone/>
              <a:defRPr sz="27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1" name="Google Shape;61;p4"/>
          <p:cNvSpPr txBox="1">
            <a:spLocks noGrp="1"/>
          </p:cNvSpPr>
          <p:nvPr>
            <p:ph type="subTitle" idx="14"/>
          </p:nvPr>
        </p:nvSpPr>
        <p:spPr>
          <a:xfrm>
            <a:off x="685800" y="2838549"/>
            <a:ext cx="2674144" cy="342900"/>
          </a:xfrm>
          <a:prstGeom prst="rect">
            <a:avLst/>
          </a:prstGeom>
          <a:noFill/>
          <a:ln>
            <a:noFill/>
          </a:ln>
        </p:spPr>
        <p:txBody>
          <a:bodyPr spcFirstLastPara="1" wrap="square" lIns="0" tIns="0" rIns="0" bIns="0" anchor="ctr" anchorCtr="0">
            <a:noAutofit/>
          </a:bodyPr>
          <a:lstStyle>
            <a:lvl1pPr lvl="0" algn="l">
              <a:lnSpc>
                <a:spcPct val="95000"/>
              </a:lnSpc>
              <a:spcBef>
                <a:spcPts val="0"/>
              </a:spcBef>
              <a:spcAft>
                <a:spcPts val="0"/>
              </a:spcAft>
              <a:buClr>
                <a:schemeClr val="dk2"/>
              </a:buClr>
              <a:buSzPts val="900"/>
              <a:buNone/>
              <a:defRPr sz="900" b="1">
                <a:solidFill>
                  <a:schemeClr val="dk2"/>
                </a:solidFill>
              </a:defRPr>
            </a:lvl1pPr>
            <a:lvl2pPr lvl="1" algn="l">
              <a:lnSpc>
                <a:spcPct val="95000"/>
              </a:lnSpc>
              <a:spcBef>
                <a:spcPts val="0"/>
              </a:spcBef>
              <a:spcAft>
                <a:spcPts val="0"/>
              </a:spcAft>
              <a:buClr>
                <a:schemeClr val="dk2"/>
              </a:buClr>
              <a:buSzPts val="900"/>
              <a:buNone/>
              <a:defRPr sz="900" b="1">
                <a:solidFill>
                  <a:schemeClr val="dk2"/>
                </a:solidFill>
              </a:defRPr>
            </a:lvl2pPr>
            <a:lvl3pPr lvl="2" algn="l">
              <a:lnSpc>
                <a:spcPct val="95000"/>
              </a:lnSpc>
              <a:spcBef>
                <a:spcPts val="0"/>
              </a:spcBef>
              <a:spcAft>
                <a:spcPts val="0"/>
              </a:spcAft>
              <a:buClr>
                <a:schemeClr val="dk2"/>
              </a:buClr>
              <a:buSzPts val="900"/>
              <a:buNone/>
              <a:defRPr sz="900" b="1">
                <a:solidFill>
                  <a:schemeClr val="dk2"/>
                </a:solidFill>
              </a:defRPr>
            </a:lvl3pPr>
            <a:lvl4pPr lvl="3" algn="l">
              <a:lnSpc>
                <a:spcPct val="95000"/>
              </a:lnSpc>
              <a:spcBef>
                <a:spcPts val="0"/>
              </a:spcBef>
              <a:spcAft>
                <a:spcPts val="0"/>
              </a:spcAft>
              <a:buClr>
                <a:schemeClr val="dk2"/>
              </a:buClr>
              <a:buSzPts val="900"/>
              <a:buNone/>
              <a:defRPr sz="900" b="1">
                <a:solidFill>
                  <a:schemeClr val="dk2"/>
                </a:solidFill>
              </a:defRPr>
            </a:lvl4pPr>
            <a:lvl5pPr lvl="4" algn="l">
              <a:lnSpc>
                <a:spcPct val="95000"/>
              </a:lnSpc>
              <a:spcBef>
                <a:spcPts val="0"/>
              </a:spcBef>
              <a:spcAft>
                <a:spcPts val="0"/>
              </a:spcAft>
              <a:buClr>
                <a:schemeClr val="dk2"/>
              </a:buClr>
              <a:buSzPts val="900"/>
              <a:buNone/>
              <a:defRPr sz="900" b="1">
                <a:solidFill>
                  <a:schemeClr val="dk2"/>
                </a:solidFill>
              </a:defRPr>
            </a:lvl5pPr>
            <a:lvl6pPr lvl="5" algn="l">
              <a:lnSpc>
                <a:spcPct val="95000"/>
              </a:lnSpc>
              <a:spcBef>
                <a:spcPts val="0"/>
              </a:spcBef>
              <a:spcAft>
                <a:spcPts val="0"/>
              </a:spcAft>
              <a:buClr>
                <a:schemeClr val="dk2"/>
              </a:buClr>
              <a:buSzPts val="900"/>
              <a:buNone/>
              <a:defRPr sz="900" b="1">
                <a:solidFill>
                  <a:schemeClr val="dk2"/>
                </a:solidFill>
              </a:defRPr>
            </a:lvl6pPr>
            <a:lvl7pPr lvl="6" algn="l">
              <a:lnSpc>
                <a:spcPct val="95000"/>
              </a:lnSpc>
              <a:spcBef>
                <a:spcPts val="0"/>
              </a:spcBef>
              <a:spcAft>
                <a:spcPts val="0"/>
              </a:spcAft>
              <a:buClr>
                <a:schemeClr val="dk2"/>
              </a:buClr>
              <a:buSzPts val="900"/>
              <a:buNone/>
              <a:defRPr sz="900" b="1">
                <a:solidFill>
                  <a:schemeClr val="dk2"/>
                </a:solidFill>
              </a:defRPr>
            </a:lvl7pPr>
            <a:lvl8pPr lvl="7" algn="l">
              <a:lnSpc>
                <a:spcPct val="95000"/>
              </a:lnSpc>
              <a:spcBef>
                <a:spcPts val="0"/>
              </a:spcBef>
              <a:spcAft>
                <a:spcPts val="0"/>
              </a:spcAft>
              <a:buClr>
                <a:schemeClr val="dk2"/>
              </a:buClr>
              <a:buSzPts val="900"/>
              <a:buNone/>
              <a:defRPr sz="900" b="1">
                <a:solidFill>
                  <a:schemeClr val="dk2"/>
                </a:solidFill>
              </a:defRPr>
            </a:lvl8pPr>
            <a:lvl9pPr lvl="8" algn="l">
              <a:lnSpc>
                <a:spcPct val="95000"/>
              </a:lnSpc>
              <a:spcBef>
                <a:spcPts val="0"/>
              </a:spcBef>
              <a:spcAft>
                <a:spcPts val="0"/>
              </a:spcAft>
              <a:buClr>
                <a:schemeClr val="dk2"/>
              </a:buClr>
              <a:buSzPts val="900"/>
              <a:buNone/>
              <a:defRPr sz="900" b="1">
                <a:solidFill>
                  <a:schemeClr val="dk2"/>
                </a:solidFill>
              </a:defRPr>
            </a:lvl9pPr>
          </a:lstStyle>
          <a:p>
            <a:endParaRPr/>
          </a:p>
        </p:txBody>
      </p:sp>
      <p:sp>
        <p:nvSpPr>
          <p:cNvPr id="62" name="Google Shape;62;p4"/>
          <p:cNvSpPr txBox="1">
            <a:spLocks noGrp="1"/>
          </p:cNvSpPr>
          <p:nvPr>
            <p:ph type="body" idx="15"/>
          </p:nvPr>
        </p:nvSpPr>
        <p:spPr>
          <a:xfrm>
            <a:off x="3909060" y="2838549"/>
            <a:ext cx="1598771" cy="342900"/>
          </a:xfrm>
          <a:prstGeom prst="rect">
            <a:avLst/>
          </a:prstGeom>
          <a:noFill/>
          <a:ln>
            <a:noFill/>
          </a:ln>
        </p:spPr>
        <p:txBody>
          <a:bodyPr spcFirstLastPara="1" wrap="square" lIns="0" tIns="0" rIns="0" bIns="0" anchor="ctr" anchorCtr="0">
            <a:noAutofit/>
          </a:bodyPr>
          <a:lstStyle>
            <a:lvl1pPr marL="457200" lvl="0" indent="-228600" algn="ctr">
              <a:lnSpc>
                <a:spcPct val="80000"/>
              </a:lnSpc>
              <a:spcBef>
                <a:spcPts val="0"/>
              </a:spcBef>
              <a:spcAft>
                <a:spcPts val="0"/>
              </a:spcAft>
              <a:buClr>
                <a:schemeClr val="dk2"/>
              </a:buClr>
              <a:buSzPts val="1050"/>
              <a:buFont typeface="Arial"/>
              <a:buNone/>
              <a:defRPr sz="1050" b="1" cap="none">
                <a:solidFill>
                  <a:schemeClr val="dk2"/>
                </a:solidFill>
              </a:defRPr>
            </a:lvl1pPr>
            <a:lvl2pPr marL="914400" lvl="1" indent="-228600" algn="ctr">
              <a:lnSpc>
                <a:spcPct val="80000"/>
              </a:lnSpc>
              <a:spcBef>
                <a:spcPts val="0"/>
              </a:spcBef>
              <a:spcAft>
                <a:spcPts val="0"/>
              </a:spcAft>
              <a:buClr>
                <a:schemeClr val="dk2"/>
              </a:buClr>
              <a:buSzPts val="1050"/>
              <a:buFont typeface="Arial"/>
              <a:buNone/>
              <a:defRPr sz="1050" b="1" cap="none">
                <a:solidFill>
                  <a:schemeClr val="dk2"/>
                </a:solidFill>
              </a:defRPr>
            </a:lvl2pPr>
            <a:lvl3pPr marL="1371600" lvl="2" indent="-228600" algn="ctr">
              <a:lnSpc>
                <a:spcPct val="80000"/>
              </a:lnSpc>
              <a:spcBef>
                <a:spcPts val="0"/>
              </a:spcBef>
              <a:spcAft>
                <a:spcPts val="0"/>
              </a:spcAft>
              <a:buClr>
                <a:schemeClr val="dk2"/>
              </a:buClr>
              <a:buSzPts val="1050"/>
              <a:buFont typeface="Arial"/>
              <a:buNone/>
              <a:defRPr sz="1050" b="1" cap="none">
                <a:solidFill>
                  <a:schemeClr val="dk2"/>
                </a:solidFill>
              </a:defRPr>
            </a:lvl3pPr>
            <a:lvl4pPr marL="1828800" lvl="3" indent="-228600" algn="ctr">
              <a:lnSpc>
                <a:spcPct val="80000"/>
              </a:lnSpc>
              <a:spcBef>
                <a:spcPts val="0"/>
              </a:spcBef>
              <a:spcAft>
                <a:spcPts val="0"/>
              </a:spcAft>
              <a:buClr>
                <a:schemeClr val="dk2"/>
              </a:buClr>
              <a:buSzPts val="1050"/>
              <a:buFont typeface="Arial"/>
              <a:buNone/>
              <a:defRPr sz="1050" b="1" cap="none">
                <a:solidFill>
                  <a:schemeClr val="dk2"/>
                </a:solidFill>
              </a:defRPr>
            </a:lvl4pPr>
            <a:lvl5pPr marL="2286000" lvl="4" indent="-228600" algn="ctr">
              <a:lnSpc>
                <a:spcPct val="80000"/>
              </a:lnSpc>
              <a:spcBef>
                <a:spcPts val="0"/>
              </a:spcBef>
              <a:spcAft>
                <a:spcPts val="0"/>
              </a:spcAft>
              <a:buClr>
                <a:schemeClr val="dk2"/>
              </a:buClr>
              <a:buSzPts val="1050"/>
              <a:buFont typeface="Arial"/>
              <a:buNone/>
              <a:defRPr sz="1050" b="1" cap="none">
                <a:solidFill>
                  <a:schemeClr val="dk2"/>
                </a:solidFill>
              </a:defRPr>
            </a:lvl5pPr>
            <a:lvl6pPr marL="2743200" lvl="5" indent="-228600" algn="ctr">
              <a:lnSpc>
                <a:spcPct val="80000"/>
              </a:lnSpc>
              <a:spcBef>
                <a:spcPts val="0"/>
              </a:spcBef>
              <a:spcAft>
                <a:spcPts val="0"/>
              </a:spcAft>
              <a:buClr>
                <a:schemeClr val="dk2"/>
              </a:buClr>
              <a:buSzPts val="1050"/>
              <a:buFont typeface="Arial"/>
              <a:buNone/>
              <a:defRPr sz="1050" b="1" cap="none">
                <a:solidFill>
                  <a:schemeClr val="dk2"/>
                </a:solidFill>
              </a:defRPr>
            </a:lvl6pPr>
            <a:lvl7pPr marL="3200400" lvl="6" indent="-228600" algn="ctr">
              <a:lnSpc>
                <a:spcPct val="80000"/>
              </a:lnSpc>
              <a:spcBef>
                <a:spcPts val="0"/>
              </a:spcBef>
              <a:spcAft>
                <a:spcPts val="0"/>
              </a:spcAft>
              <a:buClr>
                <a:schemeClr val="dk2"/>
              </a:buClr>
              <a:buSzPts val="1050"/>
              <a:buFont typeface="Arial"/>
              <a:buNone/>
              <a:defRPr sz="1050" b="1" cap="none">
                <a:solidFill>
                  <a:schemeClr val="dk2"/>
                </a:solidFill>
              </a:defRPr>
            </a:lvl7pPr>
            <a:lvl8pPr marL="3657600" lvl="7" indent="-228600" algn="ctr">
              <a:lnSpc>
                <a:spcPct val="80000"/>
              </a:lnSpc>
              <a:spcBef>
                <a:spcPts val="0"/>
              </a:spcBef>
              <a:spcAft>
                <a:spcPts val="0"/>
              </a:spcAft>
              <a:buClr>
                <a:schemeClr val="dk2"/>
              </a:buClr>
              <a:buSzPts val="1050"/>
              <a:buFont typeface="Arial"/>
              <a:buNone/>
              <a:defRPr sz="1050" b="1" cap="none">
                <a:solidFill>
                  <a:schemeClr val="dk2"/>
                </a:solidFill>
              </a:defRPr>
            </a:lvl8pPr>
            <a:lvl9pPr marL="4114800" lvl="8" indent="-228600" algn="ctr">
              <a:lnSpc>
                <a:spcPct val="80000"/>
              </a:lnSpc>
              <a:spcBef>
                <a:spcPts val="0"/>
              </a:spcBef>
              <a:spcAft>
                <a:spcPts val="0"/>
              </a:spcAft>
              <a:buClr>
                <a:schemeClr val="dk2"/>
              </a:buClr>
              <a:buSzPts val="1050"/>
              <a:buFont typeface="Arial"/>
              <a:buNone/>
              <a:defRPr sz="1050" b="1" cap="none">
                <a:solidFill>
                  <a:schemeClr val="dk2"/>
                </a:solidFill>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matchingName="Title Slide - Image">
  <p:cSld name="Title Slide - Image">
    <p:bg>
      <p:bgPr>
        <a:blipFill>
          <a:blip r:embed="rId2">
            <a:alphaModFix/>
          </a:blip>
          <a:stretch>
            <a:fillRect/>
          </a:stretch>
        </a:blipFill>
        <a:effectLst/>
      </p:bgPr>
    </p:bg>
    <p:spTree>
      <p:nvGrpSpPr>
        <p:cNvPr id="1" name="Shape 63"/>
        <p:cNvGrpSpPr/>
        <p:nvPr/>
      </p:nvGrpSpPr>
      <p:grpSpPr>
        <a:xfrm>
          <a:off x="0" y="0"/>
          <a:ext cx="0" cy="0"/>
          <a:chOff x="0" y="0"/>
          <a:chExt cx="0" cy="0"/>
        </a:xfrm>
      </p:grpSpPr>
      <p:sp>
        <p:nvSpPr>
          <p:cNvPr id="64" name="Google Shape;64;p5"/>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5" name="Google Shape;65;p5"/>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pic>
        <p:nvPicPr>
          <p:cNvPr id="66" name="Google Shape;66;p5" descr="U.S. Army"/>
          <p:cNvPicPr preferRelativeResize="0"/>
          <p:nvPr/>
        </p:nvPicPr>
        <p:blipFill rotWithShape="1">
          <a:blip r:embed="rId3">
            <a:alphaModFix/>
          </a:blip>
          <a:srcRect/>
          <a:stretch/>
        </p:blipFill>
        <p:spPr>
          <a:xfrm>
            <a:off x="183674" y="84473"/>
            <a:ext cx="2434590" cy="919356"/>
          </a:xfrm>
          <a:prstGeom prst="rect">
            <a:avLst/>
          </a:prstGeom>
          <a:noFill/>
          <a:ln>
            <a:noFill/>
          </a:ln>
        </p:spPr>
      </p:pic>
      <p:sp>
        <p:nvSpPr>
          <p:cNvPr id="67" name="Google Shape;67;p5"/>
          <p:cNvSpPr txBox="1">
            <a:spLocks noGrp="1"/>
          </p:cNvSpPr>
          <p:nvPr>
            <p:ph type="body" idx="1"/>
          </p:nvPr>
        </p:nvSpPr>
        <p:spPr>
          <a:xfrm>
            <a:off x="410766" y="3850148"/>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68" name="Google Shape;68;p5"/>
          <p:cNvSpPr txBox="1">
            <a:spLocks noGrp="1"/>
          </p:cNvSpPr>
          <p:nvPr>
            <p:ph type="body" idx="2"/>
          </p:nvPr>
        </p:nvSpPr>
        <p:spPr>
          <a:xfrm>
            <a:off x="410766" y="3714554"/>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69" name="Google Shape;69;p5"/>
          <p:cNvSpPr txBox="1">
            <a:spLocks noGrp="1"/>
          </p:cNvSpPr>
          <p:nvPr>
            <p:ph type="body" idx="3"/>
          </p:nvPr>
        </p:nvSpPr>
        <p:spPr>
          <a:xfrm>
            <a:off x="410766" y="3985742"/>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0" name="Google Shape;70;p5"/>
          <p:cNvSpPr txBox="1">
            <a:spLocks noGrp="1"/>
          </p:cNvSpPr>
          <p:nvPr>
            <p:ph type="body" idx="4"/>
          </p:nvPr>
        </p:nvSpPr>
        <p:spPr>
          <a:xfrm>
            <a:off x="410766" y="4121336"/>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1" name="Google Shape;71;p5"/>
          <p:cNvSpPr txBox="1">
            <a:spLocks noGrp="1"/>
          </p:cNvSpPr>
          <p:nvPr>
            <p:ph type="body" idx="5"/>
          </p:nvPr>
        </p:nvSpPr>
        <p:spPr>
          <a:xfrm>
            <a:off x="410766" y="4256930"/>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2" name="Google Shape;72;p5"/>
          <p:cNvSpPr txBox="1">
            <a:spLocks noGrp="1"/>
          </p:cNvSpPr>
          <p:nvPr>
            <p:ph type="body" idx="6"/>
          </p:nvPr>
        </p:nvSpPr>
        <p:spPr>
          <a:xfrm>
            <a:off x="1485900" y="3850148"/>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3" name="Google Shape;73;p5"/>
          <p:cNvSpPr txBox="1">
            <a:spLocks noGrp="1"/>
          </p:cNvSpPr>
          <p:nvPr>
            <p:ph type="body" idx="7"/>
          </p:nvPr>
        </p:nvSpPr>
        <p:spPr>
          <a:xfrm>
            <a:off x="1485900" y="3714554"/>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4" name="Google Shape;74;p5"/>
          <p:cNvSpPr txBox="1">
            <a:spLocks noGrp="1"/>
          </p:cNvSpPr>
          <p:nvPr>
            <p:ph type="body" idx="8"/>
          </p:nvPr>
        </p:nvSpPr>
        <p:spPr>
          <a:xfrm>
            <a:off x="1485900" y="3985742"/>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5" name="Google Shape;75;p5"/>
          <p:cNvSpPr txBox="1">
            <a:spLocks noGrp="1"/>
          </p:cNvSpPr>
          <p:nvPr>
            <p:ph type="body" idx="9"/>
          </p:nvPr>
        </p:nvSpPr>
        <p:spPr>
          <a:xfrm>
            <a:off x="1485900" y="4121336"/>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6" name="Google Shape;76;p5"/>
          <p:cNvSpPr txBox="1">
            <a:spLocks noGrp="1"/>
          </p:cNvSpPr>
          <p:nvPr>
            <p:ph type="body" idx="13"/>
          </p:nvPr>
        </p:nvSpPr>
        <p:spPr>
          <a:xfrm>
            <a:off x="1485900" y="4256930"/>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grpSp>
        <p:nvGrpSpPr>
          <p:cNvPr id="77" name="Google Shape;77;p5"/>
          <p:cNvGrpSpPr/>
          <p:nvPr/>
        </p:nvGrpSpPr>
        <p:grpSpPr>
          <a:xfrm>
            <a:off x="411164" y="1480665"/>
            <a:ext cx="5380036" cy="1783080"/>
            <a:chOff x="411163" y="2240280"/>
            <a:chExt cx="6446837" cy="2377440"/>
          </a:xfrm>
        </p:grpSpPr>
        <p:sp>
          <p:nvSpPr>
            <p:cNvPr id="78" name="Google Shape;78;p5"/>
            <p:cNvSpPr/>
            <p:nvPr/>
          </p:nvSpPr>
          <p:spPr>
            <a:xfrm>
              <a:off x="411163" y="2240280"/>
              <a:ext cx="6446837" cy="2377440"/>
            </a:xfrm>
            <a:prstGeom prst="rect">
              <a:avLst/>
            </a:prstGeom>
            <a:noFill/>
            <a:ln w="19050" cap="flat" cmpd="sng">
              <a:solidFill>
                <a:srgbClr val="FFCC0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200" b="0" i="0" u="none" strike="noStrike" cap="none">
                <a:solidFill>
                  <a:schemeClr val="lt1"/>
                </a:solidFill>
                <a:latin typeface="Arial"/>
                <a:ea typeface="Arial"/>
                <a:cs typeface="Arial"/>
                <a:sym typeface="Arial"/>
              </a:endParaRPr>
            </a:p>
          </p:txBody>
        </p:sp>
        <p:cxnSp>
          <p:nvCxnSpPr>
            <p:cNvPr id="79" name="Google Shape;79;p5"/>
            <p:cNvCxnSpPr/>
            <p:nvPr/>
          </p:nvCxnSpPr>
          <p:spPr>
            <a:xfrm>
              <a:off x="411163" y="3931920"/>
              <a:ext cx="6446837" cy="0"/>
            </a:xfrm>
            <a:prstGeom prst="straightConnector1">
              <a:avLst/>
            </a:prstGeom>
            <a:noFill/>
            <a:ln w="19050" cap="flat" cmpd="sng">
              <a:solidFill>
                <a:srgbClr val="FFCC01"/>
              </a:solidFill>
              <a:prstDash val="solid"/>
              <a:miter lim="800000"/>
              <a:headEnd type="none" w="sm" len="sm"/>
              <a:tailEnd type="none" w="sm" len="sm"/>
            </a:ln>
          </p:spPr>
        </p:cxnSp>
        <p:cxnSp>
          <p:nvCxnSpPr>
            <p:cNvPr id="80" name="Google Shape;80;p5"/>
            <p:cNvCxnSpPr/>
            <p:nvPr/>
          </p:nvCxnSpPr>
          <p:spPr>
            <a:xfrm>
              <a:off x="4274795" y="3931920"/>
              <a:ext cx="0" cy="685800"/>
            </a:xfrm>
            <a:prstGeom prst="straightConnector1">
              <a:avLst/>
            </a:prstGeom>
            <a:noFill/>
            <a:ln w="19050" cap="flat" cmpd="sng">
              <a:solidFill>
                <a:srgbClr val="FFCC01"/>
              </a:solidFill>
              <a:prstDash val="solid"/>
              <a:miter lim="800000"/>
              <a:headEnd type="none" w="sm" len="sm"/>
              <a:tailEnd type="none" w="sm" len="sm"/>
            </a:ln>
          </p:spPr>
        </p:cxnSp>
      </p:grpSp>
      <p:sp>
        <p:nvSpPr>
          <p:cNvPr id="81" name="Google Shape;81;p5"/>
          <p:cNvSpPr txBox="1">
            <a:spLocks noGrp="1"/>
          </p:cNvSpPr>
          <p:nvPr>
            <p:ph type="ctrTitle"/>
          </p:nvPr>
        </p:nvSpPr>
        <p:spPr>
          <a:xfrm>
            <a:off x="685801" y="1652115"/>
            <a:ext cx="4822031" cy="994410"/>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2700"/>
              <a:buFont typeface="Arial"/>
              <a:buNone/>
              <a:defRPr sz="27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2" name="Google Shape;82;p5"/>
          <p:cNvSpPr txBox="1">
            <a:spLocks noGrp="1"/>
          </p:cNvSpPr>
          <p:nvPr>
            <p:ph type="subTitle" idx="14"/>
          </p:nvPr>
        </p:nvSpPr>
        <p:spPr>
          <a:xfrm>
            <a:off x="685801" y="2838549"/>
            <a:ext cx="2674143" cy="342900"/>
          </a:xfrm>
          <a:prstGeom prst="rect">
            <a:avLst/>
          </a:prstGeom>
          <a:noFill/>
          <a:ln>
            <a:noFill/>
          </a:ln>
        </p:spPr>
        <p:txBody>
          <a:bodyPr spcFirstLastPara="1" wrap="square" lIns="0" tIns="0" rIns="0" bIns="0" anchor="ctr" anchorCtr="0">
            <a:noAutofit/>
          </a:bodyPr>
          <a:lstStyle>
            <a:lvl1pPr lvl="0" algn="l">
              <a:lnSpc>
                <a:spcPct val="95000"/>
              </a:lnSpc>
              <a:spcBef>
                <a:spcPts val="0"/>
              </a:spcBef>
              <a:spcAft>
                <a:spcPts val="0"/>
              </a:spcAft>
              <a:buClr>
                <a:schemeClr val="lt2"/>
              </a:buClr>
              <a:buSzPts val="900"/>
              <a:buNone/>
              <a:defRPr sz="900" b="1">
                <a:solidFill>
                  <a:schemeClr val="lt2"/>
                </a:solidFill>
              </a:defRPr>
            </a:lvl1pPr>
            <a:lvl2pPr lvl="1" algn="l">
              <a:lnSpc>
                <a:spcPct val="95000"/>
              </a:lnSpc>
              <a:spcBef>
                <a:spcPts val="0"/>
              </a:spcBef>
              <a:spcAft>
                <a:spcPts val="0"/>
              </a:spcAft>
              <a:buClr>
                <a:schemeClr val="lt2"/>
              </a:buClr>
              <a:buSzPts val="900"/>
              <a:buNone/>
              <a:defRPr sz="900" b="1">
                <a:solidFill>
                  <a:schemeClr val="lt2"/>
                </a:solidFill>
              </a:defRPr>
            </a:lvl2pPr>
            <a:lvl3pPr lvl="2" algn="l">
              <a:lnSpc>
                <a:spcPct val="95000"/>
              </a:lnSpc>
              <a:spcBef>
                <a:spcPts val="0"/>
              </a:spcBef>
              <a:spcAft>
                <a:spcPts val="0"/>
              </a:spcAft>
              <a:buClr>
                <a:schemeClr val="lt2"/>
              </a:buClr>
              <a:buSzPts val="900"/>
              <a:buNone/>
              <a:defRPr sz="900" b="1">
                <a:solidFill>
                  <a:schemeClr val="lt2"/>
                </a:solidFill>
              </a:defRPr>
            </a:lvl3pPr>
            <a:lvl4pPr lvl="3" algn="l">
              <a:lnSpc>
                <a:spcPct val="95000"/>
              </a:lnSpc>
              <a:spcBef>
                <a:spcPts val="0"/>
              </a:spcBef>
              <a:spcAft>
                <a:spcPts val="0"/>
              </a:spcAft>
              <a:buClr>
                <a:schemeClr val="lt2"/>
              </a:buClr>
              <a:buSzPts val="900"/>
              <a:buNone/>
              <a:defRPr sz="900" b="1">
                <a:solidFill>
                  <a:schemeClr val="lt2"/>
                </a:solidFill>
              </a:defRPr>
            </a:lvl4pPr>
            <a:lvl5pPr lvl="4" algn="l">
              <a:lnSpc>
                <a:spcPct val="95000"/>
              </a:lnSpc>
              <a:spcBef>
                <a:spcPts val="0"/>
              </a:spcBef>
              <a:spcAft>
                <a:spcPts val="0"/>
              </a:spcAft>
              <a:buClr>
                <a:schemeClr val="lt2"/>
              </a:buClr>
              <a:buSzPts val="900"/>
              <a:buNone/>
              <a:defRPr sz="900" b="1">
                <a:solidFill>
                  <a:schemeClr val="lt2"/>
                </a:solidFill>
              </a:defRPr>
            </a:lvl5pPr>
            <a:lvl6pPr lvl="5" algn="l">
              <a:lnSpc>
                <a:spcPct val="95000"/>
              </a:lnSpc>
              <a:spcBef>
                <a:spcPts val="0"/>
              </a:spcBef>
              <a:spcAft>
                <a:spcPts val="0"/>
              </a:spcAft>
              <a:buClr>
                <a:schemeClr val="lt2"/>
              </a:buClr>
              <a:buSzPts val="900"/>
              <a:buNone/>
              <a:defRPr sz="900" b="1">
                <a:solidFill>
                  <a:schemeClr val="lt2"/>
                </a:solidFill>
              </a:defRPr>
            </a:lvl6pPr>
            <a:lvl7pPr lvl="6" algn="l">
              <a:lnSpc>
                <a:spcPct val="95000"/>
              </a:lnSpc>
              <a:spcBef>
                <a:spcPts val="0"/>
              </a:spcBef>
              <a:spcAft>
                <a:spcPts val="0"/>
              </a:spcAft>
              <a:buClr>
                <a:schemeClr val="lt2"/>
              </a:buClr>
              <a:buSzPts val="900"/>
              <a:buNone/>
              <a:defRPr sz="900" b="1">
                <a:solidFill>
                  <a:schemeClr val="lt2"/>
                </a:solidFill>
              </a:defRPr>
            </a:lvl7pPr>
            <a:lvl8pPr lvl="7" algn="l">
              <a:lnSpc>
                <a:spcPct val="95000"/>
              </a:lnSpc>
              <a:spcBef>
                <a:spcPts val="0"/>
              </a:spcBef>
              <a:spcAft>
                <a:spcPts val="0"/>
              </a:spcAft>
              <a:buClr>
                <a:schemeClr val="lt2"/>
              </a:buClr>
              <a:buSzPts val="900"/>
              <a:buNone/>
              <a:defRPr sz="900" b="1">
                <a:solidFill>
                  <a:schemeClr val="lt2"/>
                </a:solidFill>
              </a:defRPr>
            </a:lvl8pPr>
            <a:lvl9pPr lvl="8" algn="l">
              <a:lnSpc>
                <a:spcPct val="95000"/>
              </a:lnSpc>
              <a:spcBef>
                <a:spcPts val="0"/>
              </a:spcBef>
              <a:spcAft>
                <a:spcPts val="0"/>
              </a:spcAft>
              <a:buClr>
                <a:schemeClr val="lt2"/>
              </a:buClr>
              <a:buSzPts val="900"/>
              <a:buNone/>
              <a:defRPr sz="900" b="1">
                <a:solidFill>
                  <a:schemeClr val="lt2"/>
                </a:solidFill>
              </a:defRPr>
            </a:lvl9pPr>
          </a:lstStyle>
          <a:p>
            <a:endParaRPr/>
          </a:p>
        </p:txBody>
      </p:sp>
      <p:sp>
        <p:nvSpPr>
          <p:cNvPr id="83" name="Google Shape;83;p5"/>
          <p:cNvSpPr txBox="1">
            <a:spLocks noGrp="1"/>
          </p:cNvSpPr>
          <p:nvPr>
            <p:ph type="body" idx="15"/>
          </p:nvPr>
        </p:nvSpPr>
        <p:spPr>
          <a:xfrm>
            <a:off x="3909060" y="2838549"/>
            <a:ext cx="1598771" cy="342900"/>
          </a:xfrm>
          <a:prstGeom prst="rect">
            <a:avLst/>
          </a:prstGeom>
          <a:noFill/>
          <a:ln>
            <a:noFill/>
          </a:ln>
        </p:spPr>
        <p:txBody>
          <a:bodyPr spcFirstLastPara="1" wrap="square" lIns="0" tIns="0" rIns="0" bIns="0" anchor="ctr" anchorCtr="0">
            <a:noAutofit/>
          </a:bodyPr>
          <a:lstStyle>
            <a:lvl1pPr marL="457200" lvl="0" indent="-228600" algn="ctr">
              <a:lnSpc>
                <a:spcPct val="80000"/>
              </a:lnSpc>
              <a:spcBef>
                <a:spcPts val="0"/>
              </a:spcBef>
              <a:spcAft>
                <a:spcPts val="0"/>
              </a:spcAft>
              <a:buClr>
                <a:schemeClr val="lt2"/>
              </a:buClr>
              <a:buSzPts val="1050"/>
              <a:buFont typeface="Arial"/>
              <a:buNone/>
              <a:defRPr sz="1050" b="1" cap="none">
                <a:solidFill>
                  <a:schemeClr val="lt2"/>
                </a:solidFill>
              </a:defRPr>
            </a:lvl1pPr>
            <a:lvl2pPr marL="914400" lvl="1" indent="-228600" algn="ctr">
              <a:lnSpc>
                <a:spcPct val="80000"/>
              </a:lnSpc>
              <a:spcBef>
                <a:spcPts val="0"/>
              </a:spcBef>
              <a:spcAft>
                <a:spcPts val="0"/>
              </a:spcAft>
              <a:buClr>
                <a:schemeClr val="lt2"/>
              </a:buClr>
              <a:buSzPts val="1050"/>
              <a:buFont typeface="Arial"/>
              <a:buNone/>
              <a:defRPr sz="1050" b="1" cap="none">
                <a:solidFill>
                  <a:schemeClr val="lt2"/>
                </a:solidFill>
              </a:defRPr>
            </a:lvl2pPr>
            <a:lvl3pPr marL="1371600" lvl="2" indent="-228600" algn="ctr">
              <a:lnSpc>
                <a:spcPct val="80000"/>
              </a:lnSpc>
              <a:spcBef>
                <a:spcPts val="0"/>
              </a:spcBef>
              <a:spcAft>
                <a:spcPts val="0"/>
              </a:spcAft>
              <a:buClr>
                <a:schemeClr val="lt2"/>
              </a:buClr>
              <a:buSzPts val="1050"/>
              <a:buFont typeface="Arial"/>
              <a:buNone/>
              <a:defRPr sz="1050" b="1" cap="none">
                <a:solidFill>
                  <a:schemeClr val="lt2"/>
                </a:solidFill>
              </a:defRPr>
            </a:lvl3pPr>
            <a:lvl4pPr marL="1828800" lvl="3" indent="-228600" algn="ctr">
              <a:lnSpc>
                <a:spcPct val="80000"/>
              </a:lnSpc>
              <a:spcBef>
                <a:spcPts val="0"/>
              </a:spcBef>
              <a:spcAft>
                <a:spcPts val="0"/>
              </a:spcAft>
              <a:buClr>
                <a:schemeClr val="lt2"/>
              </a:buClr>
              <a:buSzPts val="1050"/>
              <a:buFont typeface="Arial"/>
              <a:buNone/>
              <a:defRPr sz="1050" b="1" cap="none">
                <a:solidFill>
                  <a:schemeClr val="lt2"/>
                </a:solidFill>
              </a:defRPr>
            </a:lvl4pPr>
            <a:lvl5pPr marL="2286000" lvl="4" indent="-228600" algn="ctr">
              <a:lnSpc>
                <a:spcPct val="80000"/>
              </a:lnSpc>
              <a:spcBef>
                <a:spcPts val="0"/>
              </a:spcBef>
              <a:spcAft>
                <a:spcPts val="0"/>
              </a:spcAft>
              <a:buClr>
                <a:schemeClr val="lt2"/>
              </a:buClr>
              <a:buSzPts val="1050"/>
              <a:buFont typeface="Arial"/>
              <a:buNone/>
              <a:defRPr sz="1050" b="1" cap="none">
                <a:solidFill>
                  <a:schemeClr val="lt2"/>
                </a:solidFill>
              </a:defRPr>
            </a:lvl5pPr>
            <a:lvl6pPr marL="2743200" lvl="5" indent="-228600" algn="ctr">
              <a:lnSpc>
                <a:spcPct val="80000"/>
              </a:lnSpc>
              <a:spcBef>
                <a:spcPts val="0"/>
              </a:spcBef>
              <a:spcAft>
                <a:spcPts val="0"/>
              </a:spcAft>
              <a:buClr>
                <a:schemeClr val="lt2"/>
              </a:buClr>
              <a:buSzPts val="1050"/>
              <a:buFont typeface="Arial"/>
              <a:buNone/>
              <a:defRPr sz="1050" b="1" cap="none">
                <a:solidFill>
                  <a:schemeClr val="lt2"/>
                </a:solidFill>
              </a:defRPr>
            </a:lvl6pPr>
            <a:lvl7pPr marL="3200400" lvl="6" indent="-228600" algn="ctr">
              <a:lnSpc>
                <a:spcPct val="80000"/>
              </a:lnSpc>
              <a:spcBef>
                <a:spcPts val="0"/>
              </a:spcBef>
              <a:spcAft>
                <a:spcPts val="0"/>
              </a:spcAft>
              <a:buClr>
                <a:schemeClr val="lt2"/>
              </a:buClr>
              <a:buSzPts val="1050"/>
              <a:buFont typeface="Arial"/>
              <a:buNone/>
              <a:defRPr sz="1050" b="1" cap="none">
                <a:solidFill>
                  <a:schemeClr val="lt2"/>
                </a:solidFill>
              </a:defRPr>
            </a:lvl7pPr>
            <a:lvl8pPr marL="3657600" lvl="7" indent="-228600" algn="ctr">
              <a:lnSpc>
                <a:spcPct val="80000"/>
              </a:lnSpc>
              <a:spcBef>
                <a:spcPts val="0"/>
              </a:spcBef>
              <a:spcAft>
                <a:spcPts val="0"/>
              </a:spcAft>
              <a:buClr>
                <a:schemeClr val="lt2"/>
              </a:buClr>
              <a:buSzPts val="1050"/>
              <a:buFont typeface="Arial"/>
              <a:buNone/>
              <a:defRPr sz="1050" b="1" cap="none">
                <a:solidFill>
                  <a:schemeClr val="lt2"/>
                </a:solidFill>
              </a:defRPr>
            </a:lvl8pPr>
            <a:lvl9pPr marL="4114800" lvl="8" indent="-228600" algn="ctr">
              <a:lnSpc>
                <a:spcPct val="80000"/>
              </a:lnSpc>
              <a:spcBef>
                <a:spcPts val="0"/>
              </a:spcBef>
              <a:spcAft>
                <a:spcPts val="0"/>
              </a:spcAft>
              <a:buClr>
                <a:schemeClr val="lt2"/>
              </a:buClr>
              <a:buSzPts val="1050"/>
              <a:buFont typeface="Arial"/>
              <a:buNone/>
              <a:defRPr sz="1050" b="1" cap="none">
                <a:solidFill>
                  <a:schemeClr val="lt2"/>
                </a:solidFill>
              </a:defRPr>
            </a:lvl9pPr>
          </a:lstStyle>
          <a:p>
            <a:endParaRPr/>
          </a:p>
        </p:txBody>
      </p:sp>
      <p:pic>
        <p:nvPicPr>
          <p:cNvPr id="84" name="Google Shape;84;p5"/>
          <p:cNvPicPr preferRelativeResize="0"/>
          <p:nvPr/>
        </p:nvPicPr>
        <p:blipFill rotWithShape="1">
          <a:blip r:embed="rId4">
            <a:alphaModFix/>
          </a:blip>
          <a:srcRect/>
          <a:stretch/>
        </p:blipFill>
        <p:spPr>
          <a:xfrm>
            <a:off x="7503462" y="308372"/>
            <a:ext cx="1222280" cy="358517"/>
          </a:xfrm>
          <a:prstGeom prst="rect">
            <a:avLst/>
          </a:prstGeom>
          <a:noFill/>
          <a:ln>
            <a:noFill/>
          </a:ln>
        </p:spPr>
      </p:pic>
      <p:sp>
        <p:nvSpPr>
          <p:cNvPr id="85" name="Google Shape;85;p5"/>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rgbClr val="2DAA27"/>
                </a:solidFill>
                <a:latin typeface="Arial"/>
                <a:ea typeface="Arial"/>
                <a:cs typeface="Arial"/>
                <a:sym typeface="Arial"/>
              </a:rPr>
              <a:t>UNCLASSIFIED / GENERAL</a:t>
            </a:r>
            <a:endParaRPr/>
          </a:p>
        </p:txBody>
      </p:sp>
      <p:sp>
        <p:nvSpPr>
          <p:cNvPr id="86" name="Google Shape;86;p5"/>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rgbClr val="2DAA27"/>
                </a:solidFill>
                <a:latin typeface="Arial"/>
                <a:ea typeface="Arial"/>
                <a:cs typeface="Arial"/>
                <a:sym typeface="Arial"/>
              </a:rPr>
              <a:t>UNCLASSIFIED / GENERAL</a:t>
            </a: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3 Column">
  <p:cSld name="3 Column">
    <p:spTree>
      <p:nvGrpSpPr>
        <p:cNvPr id="1" name="Shape 98"/>
        <p:cNvGrpSpPr/>
        <p:nvPr/>
      </p:nvGrpSpPr>
      <p:grpSpPr>
        <a:xfrm>
          <a:off x="0" y="0"/>
          <a:ext cx="0" cy="0"/>
          <a:chOff x="0" y="0"/>
          <a:chExt cx="0" cy="0"/>
        </a:xfrm>
      </p:grpSpPr>
      <p:sp>
        <p:nvSpPr>
          <p:cNvPr id="99" name="Google Shape;99;p8"/>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0" name="Google Shape;100;p8"/>
          <p:cNvSpPr txBox="1">
            <a:spLocks noGrp="1"/>
          </p:cNvSpPr>
          <p:nvPr>
            <p:ph type="body" idx="1"/>
          </p:nvPr>
        </p:nvSpPr>
        <p:spPr>
          <a:xfrm>
            <a:off x="411479" y="1200150"/>
            <a:ext cx="2587752" cy="342900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101" name="Google Shape;101;p8"/>
          <p:cNvSpPr txBox="1">
            <a:spLocks noGrp="1"/>
          </p:cNvSpPr>
          <p:nvPr>
            <p:ph type="body" idx="2"/>
          </p:nvPr>
        </p:nvSpPr>
        <p:spPr>
          <a:xfrm>
            <a:off x="3278124" y="1200150"/>
            <a:ext cx="2587752" cy="342900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102" name="Google Shape;102;p8"/>
          <p:cNvSpPr txBox="1">
            <a:spLocks noGrp="1"/>
          </p:cNvSpPr>
          <p:nvPr>
            <p:ph type="body" idx="3"/>
          </p:nvPr>
        </p:nvSpPr>
        <p:spPr>
          <a:xfrm>
            <a:off x="6144767" y="1200150"/>
            <a:ext cx="2587752" cy="342900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103" name="Google Shape;103;p8"/>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4" name="Google Shape;104;p8"/>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4 Column">
  <p:cSld name="4 Column">
    <p:spTree>
      <p:nvGrpSpPr>
        <p:cNvPr id="1" name="Shape 105"/>
        <p:cNvGrpSpPr/>
        <p:nvPr/>
      </p:nvGrpSpPr>
      <p:grpSpPr>
        <a:xfrm>
          <a:off x="0" y="0"/>
          <a:ext cx="0" cy="0"/>
          <a:chOff x="0" y="0"/>
          <a:chExt cx="0" cy="0"/>
        </a:xfrm>
      </p:grpSpPr>
      <p:sp>
        <p:nvSpPr>
          <p:cNvPr id="106" name="Google Shape;106;p9"/>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7" name="Google Shape;107;p9"/>
          <p:cNvSpPr txBox="1">
            <a:spLocks noGrp="1"/>
          </p:cNvSpPr>
          <p:nvPr>
            <p:ph type="body" idx="1"/>
          </p:nvPr>
        </p:nvSpPr>
        <p:spPr>
          <a:xfrm>
            <a:off x="411481" y="1200150"/>
            <a:ext cx="1874519" cy="342900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08" name="Google Shape;108;p9"/>
          <p:cNvSpPr txBox="1">
            <a:spLocks noGrp="1"/>
          </p:cNvSpPr>
          <p:nvPr>
            <p:ph type="body" idx="2"/>
          </p:nvPr>
        </p:nvSpPr>
        <p:spPr>
          <a:xfrm>
            <a:off x="2560321" y="1200150"/>
            <a:ext cx="1874519" cy="342900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09" name="Google Shape;109;p9"/>
          <p:cNvSpPr txBox="1">
            <a:spLocks noGrp="1"/>
          </p:cNvSpPr>
          <p:nvPr>
            <p:ph type="body" idx="3"/>
          </p:nvPr>
        </p:nvSpPr>
        <p:spPr>
          <a:xfrm>
            <a:off x="4709161" y="1200150"/>
            <a:ext cx="1874519" cy="342900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10" name="Google Shape;110;p9"/>
          <p:cNvSpPr txBox="1">
            <a:spLocks noGrp="1"/>
          </p:cNvSpPr>
          <p:nvPr>
            <p:ph type="body" idx="4"/>
          </p:nvPr>
        </p:nvSpPr>
        <p:spPr>
          <a:xfrm>
            <a:off x="6858001" y="1200150"/>
            <a:ext cx="1874519" cy="342900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11" name="Google Shape;111;p9"/>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2" name="Google Shape;112;p9"/>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4 Icons">
  <p:cSld name="4 Icons">
    <p:spTree>
      <p:nvGrpSpPr>
        <p:cNvPr id="1" name="Shape 113"/>
        <p:cNvGrpSpPr/>
        <p:nvPr/>
      </p:nvGrpSpPr>
      <p:grpSpPr>
        <a:xfrm>
          <a:off x="0" y="0"/>
          <a:ext cx="0" cy="0"/>
          <a:chOff x="0" y="0"/>
          <a:chExt cx="0" cy="0"/>
        </a:xfrm>
      </p:grpSpPr>
      <p:sp>
        <p:nvSpPr>
          <p:cNvPr id="114" name="Google Shape;114;p10"/>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5" name="Google Shape;115;p10"/>
          <p:cNvSpPr>
            <a:spLocks noGrp="1"/>
          </p:cNvSpPr>
          <p:nvPr>
            <p:ph type="pic" idx="2"/>
          </p:nvPr>
        </p:nvSpPr>
        <p:spPr>
          <a:xfrm>
            <a:off x="411480" y="1200150"/>
            <a:ext cx="418338" cy="416624"/>
          </a:xfrm>
          <a:prstGeom prst="rect">
            <a:avLst/>
          </a:prstGeom>
          <a:noFill/>
          <a:ln>
            <a:noFill/>
          </a:ln>
        </p:spPr>
      </p:sp>
      <p:sp>
        <p:nvSpPr>
          <p:cNvPr id="116" name="Google Shape;116;p10"/>
          <p:cNvSpPr txBox="1">
            <a:spLocks noGrp="1"/>
          </p:cNvSpPr>
          <p:nvPr>
            <p:ph type="body" idx="1"/>
          </p:nvPr>
        </p:nvSpPr>
        <p:spPr>
          <a:xfrm>
            <a:off x="411481" y="1714498"/>
            <a:ext cx="1874519" cy="2914652"/>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17" name="Google Shape;117;p10"/>
          <p:cNvSpPr>
            <a:spLocks noGrp="1"/>
          </p:cNvSpPr>
          <p:nvPr>
            <p:ph type="pic" idx="3"/>
          </p:nvPr>
        </p:nvSpPr>
        <p:spPr>
          <a:xfrm>
            <a:off x="2560320" y="1200150"/>
            <a:ext cx="418338" cy="418338"/>
          </a:xfrm>
          <a:prstGeom prst="rect">
            <a:avLst/>
          </a:prstGeom>
          <a:noFill/>
          <a:ln>
            <a:noFill/>
          </a:ln>
        </p:spPr>
      </p:sp>
      <p:sp>
        <p:nvSpPr>
          <p:cNvPr id="118" name="Google Shape;118;p10"/>
          <p:cNvSpPr txBox="1">
            <a:spLocks noGrp="1"/>
          </p:cNvSpPr>
          <p:nvPr>
            <p:ph type="body" idx="4"/>
          </p:nvPr>
        </p:nvSpPr>
        <p:spPr>
          <a:xfrm>
            <a:off x="2560321" y="1714498"/>
            <a:ext cx="1874519" cy="2914652"/>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19" name="Google Shape;119;p10"/>
          <p:cNvSpPr>
            <a:spLocks noGrp="1"/>
          </p:cNvSpPr>
          <p:nvPr>
            <p:ph type="pic" idx="5"/>
          </p:nvPr>
        </p:nvSpPr>
        <p:spPr>
          <a:xfrm>
            <a:off x="4709160" y="1200150"/>
            <a:ext cx="418338" cy="418338"/>
          </a:xfrm>
          <a:prstGeom prst="rect">
            <a:avLst/>
          </a:prstGeom>
          <a:noFill/>
          <a:ln>
            <a:noFill/>
          </a:ln>
        </p:spPr>
      </p:sp>
      <p:sp>
        <p:nvSpPr>
          <p:cNvPr id="120" name="Google Shape;120;p10"/>
          <p:cNvSpPr txBox="1">
            <a:spLocks noGrp="1"/>
          </p:cNvSpPr>
          <p:nvPr>
            <p:ph type="body" idx="6"/>
          </p:nvPr>
        </p:nvSpPr>
        <p:spPr>
          <a:xfrm>
            <a:off x="4709161" y="1714498"/>
            <a:ext cx="1874519" cy="2914652"/>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21" name="Google Shape;121;p10"/>
          <p:cNvSpPr>
            <a:spLocks noGrp="1"/>
          </p:cNvSpPr>
          <p:nvPr>
            <p:ph type="pic" idx="7"/>
          </p:nvPr>
        </p:nvSpPr>
        <p:spPr>
          <a:xfrm>
            <a:off x="6858000" y="1200150"/>
            <a:ext cx="418338" cy="418338"/>
          </a:xfrm>
          <a:prstGeom prst="rect">
            <a:avLst/>
          </a:prstGeom>
          <a:noFill/>
          <a:ln>
            <a:noFill/>
          </a:ln>
        </p:spPr>
      </p:sp>
      <p:sp>
        <p:nvSpPr>
          <p:cNvPr id="122" name="Google Shape;122;p10"/>
          <p:cNvSpPr txBox="1">
            <a:spLocks noGrp="1"/>
          </p:cNvSpPr>
          <p:nvPr>
            <p:ph type="body" idx="8"/>
          </p:nvPr>
        </p:nvSpPr>
        <p:spPr>
          <a:xfrm>
            <a:off x="6858001" y="1714498"/>
            <a:ext cx="1874519" cy="2914652"/>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23" name="Google Shape;123;p10"/>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4" name="Google Shape;124;p10"/>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4 Numbers">
  <p:cSld name="4 Numbers">
    <p:bg>
      <p:bgPr>
        <a:solidFill>
          <a:srgbClr val="221F20"/>
        </a:solidFill>
        <a:effectLst/>
      </p:bgPr>
    </p:bg>
    <p:spTree>
      <p:nvGrpSpPr>
        <p:cNvPr id="1" name="Shape 125"/>
        <p:cNvGrpSpPr/>
        <p:nvPr/>
      </p:nvGrpSpPr>
      <p:grpSpPr>
        <a:xfrm>
          <a:off x="0" y="0"/>
          <a:ext cx="0" cy="0"/>
          <a:chOff x="0" y="0"/>
          <a:chExt cx="0" cy="0"/>
        </a:xfrm>
      </p:grpSpPr>
      <p:sp>
        <p:nvSpPr>
          <p:cNvPr id="126" name="Google Shape;126;p11"/>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127" name="Google Shape;127;p11"/>
          <p:cNvCxnSpPr/>
          <p:nvPr/>
        </p:nvCxnSpPr>
        <p:spPr>
          <a:xfrm>
            <a:off x="41148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28" name="Google Shape;128;p11"/>
          <p:cNvSpPr txBox="1"/>
          <p:nvPr/>
        </p:nvSpPr>
        <p:spPr>
          <a:xfrm>
            <a:off x="41148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01</a:t>
            </a:r>
            <a:endParaRPr/>
          </a:p>
        </p:txBody>
      </p:sp>
      <p:sp>
        <p:nvSpPr>
          <p:cNvPr id="129" name="Google Shape;129;p11"/>
          <p:cNvSpPr txBox="1">
            <a:spLocks noGrp="1"/>
          </p:cNvSpPr>
          <p:nvPr>
            <p:ph type="body" idx="1"/>
          </p:nvPr>
        </p:nvSpPr>
        <p:spPr>
          <a:xfrm>
            <a:off x="41148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Font typeface="Arial"/>
              <a:buNone/>
              <a:defRPr sz="975">
                <a:solidFill>
                  <a:schemeClr val="lt1"/>
                </a:solidFill>
              </a:defRPr>
            </a:lvl1pPr>
            <a:lvl2pPr marL="914400" lvl="1" indent="-290512" algn="l">
              <a:lnSpc>
                <a:spcPct val="95000"/>
              </a:lnSpc>
              <a:spcBef>
                <a:spcPts val="750"/>
              </a:spcBef>
              <a:spcAft>
                <a:spcPts val="0"/>
              </a:spcAft>
              <a:buClr>
                <a:schemeClr val="lt1"/>
              </a:buClr>
              <a:buSzPts val="975"/>
              <a:buFont typeface="Arial"/>
              <a:buChar char="▪"/>
              <a:defRPr sz="975">
                <a:solidFill>
                  <a:schemeClr val="lt1"/>
                </a:solidFill>
              </a:defRPr>
            </a:lvl2pPr>
            <a:lvl3pPr marL="1371600" lvl="2" indent="-290512" algn="l">
              <a:lnSpc>
                <a:spcPct val="95000"/>
              </a:lnSpc>
              <a:spcBef>
                <a:spcPts val="375"/>
              </a:spcBef>
              <a:spcAft>
                <a:spcPts val="0"/>
              </a:spcAft>
              <a:buClr>
                <a:schemeClr val="lt1"/>
              </a:buClr>
              <a:buSzPts val="975"/>
              <a:buChar char="–"/>
              <a:defRPr sz="975">
                <a:solidFill>
                  <a:schemeClr val="lt1"/>
                </a:solidFill>
              </a:defRPr>
            </a:lvl3pPr>
            <a:lvl4pPr marL="1828800" lvl="3" indent="-290512" algn="l">
              <a:lnSpc>
                <a:spcPct val="95000"/>
              </a:lnSpc>
              <a:spcBef>
                <a:spcPts val="375"/>
              </a:spcBef>
              <a:spcAft>
                <a:spcPts val="0"/>
              </a:spcAft>
              <a:buClr>
                <a:schemeClr val="lt1"/>
              </a:buClr>
              <a:buSzPts val="975"/>
              <a:buChar char="–"/>
              <a:defRPr sz="975">
                <a:solidFill>
                  <a:schemeClr val="lt1"/>
                </a:solidFill>
              </a:defRPr>
            </a:lvl4pPr>
            <a:lvl5pPr marL="2286000" lvl="4" indent="-290512" algn="l">
              <a:lnSpc>
                <a:spcPct val="95000"/>
              </a:lnSpc>
              <a:spcBef>
                <a:spcPts val="375"/>
              </a:spcBef>
              <a:spcAft>
                <a:spcPts val="0"/>
              </a:spcAft>
              <a:buClr>
                <a:schemeClr val="lt1"/>
              </a:buClr>
              <a:buSzPts val="975"/>
              <a:buChar char="–"/>
              <a:defRPr sz="975">
                <a:solidFill>
                  <a:schemeClr val="lt1"/>
                </a:solidFill>
              </a:defRPr>
            </a:lvl5pPr>
            <a:lvl6pPr marL="2743200" lvl="5" indent="-290512" algn="l">
              <a:lnSpc>
                <a:spcPct val="95000"/>
              </a:lnSpc>
              <a:spcBef>
                <a:spcPts val="375"/>
              </a:spcBef>
              <a:spcAft>
                <a:spcPts val="0"/>
              </a:spcAft>
              <a:buClr>
                <a:schemeClr val="lt1"/>
              </a:buClr>
              <a:buSzPts val="975"/>
              <a:buChar char="–"/>
              <a:defRPr sz="975">
                <a:solidFill>
                  <a:schemeClr val="lt1"/>
                </a:solidFill>
              </a:defRPr>
            </a:lvl6pPr>
            <a:lvl7pPr marL="3200400" lvl="6" indent="-290512" algn="l">
              <a:lnSpc>
                <a:spcPct val="95000"/>
              </a:lnSpc>
              <a:spcBef>
                <a:spcPts val="375"/>
              </a:spcBef>
              <a:spcAft>
                <a:spcPts val="0"/>
              </a:spcAft>
              <a:buClr>
                <a:schemeClr val="lt1"/>
              </a:buClr>
              <a:buSzPts val="975"/>
              <a:buChar char="–"/>
              <a:defRPr sz="975">
                <a:solidFill>
                  <a:schemeClr val="lt1"/>
                </a:solidFill>
              </a:defRPr>
            </a:lvl7pPr>
            <a:lvl8pPr marL="3657600" lvl="7" indent="-290512" algn="l">
              <a:lnSpc>
                <a:spcPct val="95000"/>
              </a:lnSpc>
              <a:spcBef>
                <a:spcPts val="375"/>
              </a:spcBef>
              <a:spcAft>
                <a:spcPts val="0"/>
              </a:spcAft>
              <a:buClr>
                <a:schemeClr val="lt1"/>
              </a:buClr>
              <a:buSzPts val="975"/>
              <a:buChar char="–"/>
              <a:defRPr sz="975">
                <a:solidFill>
                  <a:schemeClr val="lt1"/>
                </a:solidFill>
              </a:defRPr>
            </a:lvl8pPr>
            <a:lvl9pPr marL="4114800" lvl="8" indent="-290512" algn="l">
              <a:lnSpc>
                <a:spcPct val="95000"/>
              </a:lnSpc>
              <a:spcBef>
                <a:spcPts val="375"/>
              </a:spcBef>
              <a:spcAft>
                <a:spcPts val="0"/>
              </a:spcAft>
              <a:buClr>
                <a:schemeClr val="lt1"/>
              </a:buClr>
              <a:buSzPts val="975"/>
              <a:buChar char="–"/>
              <a:defRPr sz="975">
                <a:solidFill>
                  <a:schemeClr val="lt1"/>
                </a:solidFill>
              </a:defRPr>
            </a:lvl9pPr>
          </a:lstStyle>
          <a:p>
            <a:endParaRPr/>
          </a:p>
        </p:txBody>
      </p:sp>
      <p:cxnSp>
        <p:nvCxnSpPr>
          <p:cNvPr id="130" name="Google Shape;130;p11"/>
          <p:cNvCxnSpPr/>
          <p:nvPr/>
        </p:nvCxnSpPr>
        <p:spPr>
          <a:xfrm>
            <a:off x="256032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31" name="Google Shape;131;p11"/>
          <p:cNvSpPr txBox="1"/>
          <p:nvPr/>
        </p:nvSpPr>
        <p:spPr>
          <a:xfrm>
            <a:off x="256032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02</a:t>
            </a:r>
            <a:endParaRPr/>
          </a:p>
        </p:txBody>
      </p:sp>
      <p:sp>
        <p:nvSpPr>
          <p:cNvPr id="132" name="Google Shape;132;p11"/>
          <p:cNvSpPr txBox="1">
            <a:spLocks noGrp="1"/>
          </p:cNvSpPr>
          <p:nvPr>
            <p:ph type="body" idx="2"/>
          </p:nvPr>
        </p:nvSpPr>
        <p:spPr>
          <a:xfrm>
            <a:off x="256032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solidFill>
                  <a:schemeClr val="lt1"/>
                </a:solidFill>
              </a:defRPr>
            </a:lvl1pPr>
            <a:lvl2pPr marL="914400" lvl="1" indent="-290512" algn="l">
              <a:lnSpc>
                <a:spcPct val="95000"/>
              </a:lnSpc>
              <a:spcBef>
                <a:spcPts val="750"/>
              </a:spcBef>
              <a:spcAft>
                <a:spcPts val="0"/>
              </a:spcAft>
              <a:buClr>
                <a:schemeClr val="lt1"/>
              </a:buClr>
              <a:buSzPts val="975"/>
              <a:buFont typeface="Arial"/>
              <a:buChar char="▪"/>
              <a:defRPr sz="975">
                <a:solidFill>
                  <a:schemeClr val="lt1"/>
                </a:solidFill>
              </a:defRPr>
            </a:lvl2pPr>
            <a:lvl3pPr marL="1371600" lvl="2" indent="-290512" algn="l">
              <a:lnSpc>
                <a:spcPct val="95000"/>
              </a:lnSpc>
              <a:spcBef>
                <a:spcPts val="375"/>
              </a:spcBef>
              <a:spcAft>
                <a:spcPts val="0"/>
              </a:spcAft>
              <a:buClr>
                <a:schemeClr val="lt1"/>
              </a:buClr>
              <a:buSzPts val="975"/>
              <a:buChar char="–"/>
              <a:defRPr sz="975">
                <a:solidFill>
                  <a:schemeClr val="lt1"/>
                </a:solidFill>
              </a:defRPr>
            </a:lvl3pPr>
            <a:lvl4pPr marL="1828800" lvl="3" indent="-290512" algn="l">
              <a:lnSpc>
                <a:spcPct val="95000"/>
              </a:lnSpc>
              <a:spcBef>
                <a:spcPts val="375"/>
              </a:spcBef>
              <a:spcAft>
                <a:spcPts val="0"/>
              </a:spcAft>
              <a:buClr>
                <a:schemeClr val="lt1"/>
              </a:buClr>
              <a:buSzPts val="975"/>
              <a:buChar char="–"/>
              <a:defRPr sz="975">
                <a:solidFill>
                  <a:schemeClr val="lt1"/>
                </a:solidFill>
              </a:defRPr>
            </a:lvl4pPr>
            <a:lvl5pPr marL="2286000" lvl="4" indent="-290512" algn="l">
              <a:lnSpc>
                <a:spcPct val="95000"/>
              </a:lnSpc>
              <a:spcBef>
                <a:spcPts val="375"/>
              </a:spcBef>
              <a:spcAft>
                <a:spcPts val="0"/>
              </a:spcAft>
              <a:buClr>
                <a:schemeClr val="lt1"/>
              </a:buClr>
              <a:buSzPts val="975"/>
              <a:buChar char="–"/>
              <a:defRPr sz="975">
                <a:solidFill>
                  <a:schemeClr val="lt1"/>
                </a:solidFill>
              </a:defRPr>
            </a:lvl5pPr>
            <a:lvl6pPr marL="2743200" lvl="5" indent="-290512" algn="l">
              <a:lnSpc>
                <a:spcPct val="95000"/>
              </a:lnSpc>
              <a:spcBef>
                <a:spcPts val="375"/>
              </a:spcBef>
              <a:spcAft>
                <a:spcPts val="0"/>
              </a:spcAft>
              <a:buClr>
                <a:schemeClr val="lt1"/>
              </a:buClr>
              <a:buSzPts val="975"/>
              <a:buChar char="–"/>
              <a:defRPr sz="975">
                <a:solidFill>
                  <a:schemeClr val="lt1"/>
                </a:solidFill>
              </a:defRPr>
            </a:lvl6pPr>
            <a:lvl7pPr marL="3200400" lvl="6" indent="-290512" algn="l">
              <a:lnSpc>
                <a:spcPct val="95000"/>
              </a:lnSpc>
              <a:spcBef>
                <a:spcPts val="375"/>
              </a:spcBef>
              <a:spcAft>
                <a:spcPts val="0"/>
              </a:spcAft>
              <a:buClr>
                <a:schemeClr val="lt1"/>
              </a:buClr>
              <a:buSzPts val="975"/>
              <a:buChar char="–"/>
              <a:defRPr sz="975">
                <a:solidFill>
                  <a:schemeClr val="lt1"/>
                </a:solidFill>
              </a:defRPr>
            </a:lvl7pPr>
            <a:lvl8pPr marL="3657600" lvl="7" indent="-290512" algn="l">
              <a:lnSpc>
                <a:spcPct val="95000"/>
              </a:lnSpc>
              <a:spcBef>
                <a:spcPts val="375"/>
              </a:spcBef>
              <a:spcAft>
                <a:spcPts val="0"/>
              </a:spcAft>
              <a:buClr>
                <a:schemeClr val="lt1"/>
              </a:buClr>
              <a:buSzPts val="975"/>
              <a:buChar char="–"/>
              <a:defRPr sz="975">
                <a:solidFill>
                  <a:schemeClr val="lt1"/>
                </a:solidFill>
              </a:defRPr>
            </a:lvl8pPr>
            <a:lvl9pPr marL="4114800" lvl="8" indent="-290512" algn="l">
              <a:lnSpc>
                <a:spcPct val="95000"/>
              </a:lnSpc>
              <a:spcBef>
                <a:spcPts val="375"/>
              </a:spcBef>
              <a:spcAft>
                <a:spcPts val="0"/>
              </a:spcAft>
              <a:buClr>
                <a:schemeClr val="lt1"/>
              </a:buClr>
              <a:buSzPts val="975"/>
              <a:buChar char="–"/>
              <a:defRPr sz="975">
                <a:solidFill>
                  <a:schemeClr val="lt1"/>
                </a:solidFill>
              </a:defRPr>
            </a:lvl9pPr>
          </a:lstStyle>
          <a:p>
            <a:endParaRPr/>
          </a:p>
        </p:txBody>
      </p:sp>
      <p:cxnSp>
        <p:nvCxnSpPr>
          <p:cNvPr id="133" name="Google Shape;133;p11"/>
          <p:cNvCxnSpPr/>
          <p:nvPr/>
        </p:nvCxnSpPr>
        <p:spPr>
          <a:xfrm>
            <a:off x="470916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34" name="Google Shape;134;p11"/>
          <p:cNvSpPr txBox="1"/>
          <p:nvPr/>
        </p:nvSpPr>
        <p:spPr>
          <a:xfrm>
            <a:off x="470916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03</a:t>
            </a:r>
            <a:endParaRPr/>
          </a:p>
        </p:txBody>
      </p:sp>
      <p:sp>
        <p:nvSpPr>
          <p:cNvPr id="135" name="Google Shape;135;p11"/>
          <p:cNvSpPr txBox="1">
            <a:spLocks noGrp="1"/>
          </p:cNvSpPr>
          <p:nvPr>
            <p:ph type="body" idx="3"/>
          </p:nvPr>
        </p:nvSpPr>
        <p:spPr>
          <a:xfrm>
            <a:off x="470916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solidFill>
                  <a:schemeClr val="lt1"/>
                </a:solidFill>
              </a:defRPr>
            </a:lvl1pPr>
            <a:lvl2pPr marL="914400" lvl="1" indent="-290512" algn="l">
              <a:lnSpc>
                <a:spcPct val="95000"/>
              </a:lnSpc>
              <a:spcBef>
                <a:spcPts val="750"/>
              </a:spcBef>
              <a:spcAft>
                <a:spcPts val="0"/>
              </a:spcAft>
              <a:buClr>
                <a:schemeClr val="lt1"/>
              </a:buClr>
              <a:buSzPts val="975"/>
              <a:buFont typeface="Arial"/>
              <a:buChar char="▪"/>
              <a:defRPr sz="975">
                <a:solidFill>
                  <a:schemeClr val="lt1"/>
                </a:solidFill>
              </a:defRPr>
            </a:lvl2pPr>
            <a:lvl3pPr marL="1371600" lvl="2" indent="-290512" algn="l">
              <a:lnSpc>
                <a:spcPct val="95000"/>
              </a:lnSpc>
              <a:spcBef>
                <a:spcPts val="375"/>
              </a:spcBef>
              <a:spcAft>
                <a:spcPts val="0"/>
              </a:spcAft>
              <a:buClr>
                <a:schemeClr val="lt1"/>
              </a:buClr>
              <a:buSzPts val="975"/>
              <a:buChar char="–"/>
              <a:defRPr sz="975">
                <a:solidFill>
                  <a:schemeClr val="lt1"/>
                </a:solidFill>
              </a:defRPr>
            </a:lvl3pPr>
            <a:lvl4pPr marL="1828800" lvl="3" indent="-290512" algn="l">
              <a:lnSpc>
                <a:spcPct val="95000"/>
              </a:lnSpc>
              <a:spcBef>
                <a:spcPts val="375"/>
              </a:spcBef>
              <a:spcAft>
                <a:spcPts val="0"/>
              </a:spcAft>
              <a:buClr>
                <a:schemeClr val="lt1"/>
              </a:buClr>
              <a:buSzPts val="975"/>
              <a:buChar char="–"/>
              <a:defRPr sz="975">
                <a:solidFill>
                  <a:schemeClr val="lt1"/>
                </a:solidFill>
              </a:defRPr>
            </a:lvl4pPr>
            <a:lvl5pPr marL="2286000" lvl="4" indent="-290512" algn="l">
              <a:lnSpc>
                <a:spcPct val="95000"/>
              </a:lnSpc>
              <a:spcBef>
                <a:spcPts val="375"/>
              </a:spcBef>
              <a:spcAft>
                <a:spcPts val="0"/>
              </a:spcAft>
              <a:buClr>
                <a:schemeClr val="lt1"/>
              </a:buClr>
              <a:buSzPts val="975"/>
              <a:buChar char="–"/>
              <a:defRPr sz="975">
                <a:solidFill>
                  <a:schemeClr val="lt1"/>
                </a:solidFill>
              </a:defRPr>
            </a:lvl5pPr>
            <a:lvl6pPr marL="2743200" lvl="5" indent="-290512" algn="l">
              <a:lnSpc>
                <a:spcPct val="95000"/>
              </a:lnSpc>
              <a:spcBef>
                <a:spcPts val="375"/>
              </a:spcBef>
              <a:spcAft>
                <a:spcPts val="0"/>
              </a:spcAft>
              <a:buClr>
                <a:schemeClr val="lt1"/>
              </a:buClr>
              <a:buSzPts val="975"/>
              <a:buChar char="–"/>
              <a:defRPr sz="975">
                <a:solidFill>
                  <a:schemeClr val="lt1"/>
                </a:solidFill>
              </a:defRPr>
            </a:lvl6pPr>
            <a:lvl7pPr marL="3200400" lvl="6" indent="-290512" algn="l">
              <a:lnSpc>
                <a:spcPct val="95000"/>
              </a:lnSpc>
              <a:spcBef>
                <a:spcPts val="375"/>
              </a:spcBef>
              <a:spcAft>
                <a:spcPts val="0"/>
              </a:spcAft>
              <a:buClr>
                <a:schemeClr val="lt1"/>
              </a:buClr>
              <a:buSzPts val="975"/>
              <a:buChar char="–"/>
              <a:defRPr sz="975">
                <a:solidFill>
                  <a:schemeClr val="lt1"/>
                </a:solidFill>
              </a:defRPr>
            </a:lvl7pPr>
            <a:lvl8pPr marL="3657600" lvl="7" indent="-290512" algn="l">
              <a:lnSpc>
                <a:spcPct val="95000"/>
              </a:lnSpc>
              <a:spcBef>
                <a:spcPts val="375"/>
              </a:spcBef>
              <a:spcAft>
                <a:spcPts val="0"/>
              </a:spcAft>
              <a:buClr>
                <a:schemeClr val="lt1"/>
              </a:buClr>
              <a:buSzPts val="975"/>
              <a:buChar char="–"/>
              <a:defRPr sz="975">
                <a:solidFill>
                  <a:schemeClr val="lt1"/>
                </a:solidFill>
              </a:defRPr>
            </a:lvl8pPr>
            <a:lvl9pPr marL="4114800" lvl="8" indent="-290512" algn="l">
              <a:lnSpc>
                <a:spcPct val="95000"/>
              </a:lnSpc>
              <a:spcBef>
                <a:spcPts val="375"/>
              </a:spcBef>
              <a:spcAft>
                <a:spcPts val="0"/>
              </a:spcAft>
              <a:buClr>
                <a:schemeClr val="lt1"/>
              </a:buClr>
              <a:buSzPts val="975"/>
              <a:buChar char="–"/>
              <a:defRPr sz="975">
                <a:solidFill>
                  <a:schemeClr val="lt1"/>
                </a:solidFill>
              </a:defRPr>
            </a:lvl9pPr>
          </a:lstStyle>
          <a:p>
            <a:endParaRPr/>
          </a:p>
        </p:txBody>
      </p:sp>
      <p:cxnSp>
        <p:nvCxnSpPr>
          <p:cNvPr id="136" name="Google Shape;136;p11"/>
          <p:cNvCxnSpPr/>
          <p:nvPr/>
        </p:nvCxnSpPr>
        <p:spPr>
          <a:xfrm>
            <a:off x="685800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37" name="Google Shape;137;p11"/>
          <p:cNvSpPr txBox="1"/>
          <p:nvPr/>
        </p:nvSpPr>
        <p:spPr>
          <a:xfrm>
            <a:off x="685800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04</a:t>
            </a:r>
            <a:endParaRPr/>
          </a:p>
        </p:txBody>
      </p:sp>
      <p:sp>
        <p:nvSpPr>
          <p:cNvPr id="138" name="Google Shape;138;p11"/>
          <p:cNvSpPr txBox="1">
            <a:spLocks noGrp="1"/>
          </p:cNvSpPr>
          <p:nvPr>
            <p:ph type="body" idx="4"/>
          </p:nvPr>
        </p:nvSpPr>
        <p:spPr>
          <a:xfrm>
            <a:off x="685800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solidFill>
                  <a:schemeClr val="lt1"/>
                </a:solidFill>
              </a:defRPr>
            </a:lvl1pPr>
            <a:lvl2pPr marL="914400" lvl="1" indent="-290512" algn="l">
              <a:lnSpc>
                <a:spcPct val="95000"/>
              </a:lnSpc>
              <a:spcBef>
                <a:spcPts val="750"/>
              </a:spcBef>
              <a:spcAft>
                <a:spcPts val="0"/>
              </a:spcAft>
              <a:buClr>
                <a:schemeClr val="lt1"/>
              </a:buClr>
              <a:buSzPts val="975"/>
              <a:buFont typeface="Arial"/>
              <a:buChar char="▪"/>
              <a:defRPr sz="975">
                <a:solidFill>
                  <a:schemeClr val="lt1"/>
                </a:solidFill>
              </a:defRPr>
            </a:lvl2pPr>
            <a:lvl3pPr marL="1371600" lvl="2" indent="-290512" algn="l">
              <a:lnSpc>
                <a:spcPct val="95000"/>
              </a:lnSpc>
              <a:spcBef>
                <a:spcPts val="375"/>
              </a:spcBef>
              <a:spcAft>
                <a:spcPts val="0"/>
              </a:spcAft>
              <a:buClr>
                <a:schemeClr val="lt1"/>
              </a:buClr>
              <a:buSzPts val="975"/>
              <a:buChar char="–"/>
              <a:defRPr sz="975">
                <a:solidFill>
                  <a:schemeClr val="lt1"/>
                </a:solidFill>
              </a:defRPr>
            </a:lvl3pPr>
            <a:lvl4pPr marL="1828800" lvl="3" indent="-290512" algn="l">
              <a:lnSpc>
                <a:spcPct val="95000"/>
              </a:lnSpc>
              <a:spcBef>
                <a:spcPts val="375"/>
              </a:spcBef>
              <a:spcAft>
                <a:spcPts val="0"/>
              </a:spcAft>
              <a:buClr>
                <a:schemeClr val="lt1"/>
              </a:buClr>
              <a:buSzPts val="975"/>
              <a:buChar char="–"/>
              <a:defRPr sz="975">
                <a:solidFill>
                  <a:schemeClr val="lt1"/>
                </a:solidFill>
              </a:defRPr>
            </a:lvl4pPr>
            <a:lvl5pPr marL="2286000" lvl="4" indent="-290512" algn="l">
              <a:lnSpc>
                <a:spcPct val="95000"/>
              </a:lnSpc>
              <a:spcBef>
                <a:spcPts val="375"/>
              </a:spcBef>
              <a:spcAft>
                <a:spcPts val="0"/>
              </a:spcAft>
              <a:buClr>
                <a:schemeClr val="lt1"/>
              </a:buClr>
              <a:buSzPts val="975"/>
              <a:buChar char="–"/>
              <a:defRPr sz="975">
                <a:solidFill>
                  <a:schemeClr val="lt1"/>
                </a:solidFill>
              </a:defRPr>
            </a:lvl5pPr>
            <a:lvl6pPr marL="2743200" lvl="5" indent="-290512" algn="l">
              <a:lnSpc>
                <a:spcPct val="95000"/>
              </a:lnSpc>
              <a:spcBef>
                <a:spcPts val="375"/>
              </a:spcBef>
              <a:spcAft>
                <a:spcPts val="0"/>
              </a:spcAft>
              <a:buClr>
                <a:schemeClr val="lt1"/>
              </a:buClr>
              <a:buSzPts val="975"/>
              <a:buChar char="–"/>
              <a:defRPr sz="975">
                <a:solidFill>
                  <a:schemeClr val="lt1"/>
                </a:solidFill>
              </a:defRPr>
            </a:lvl6pPr>
            <a:lvl7pPr marL="3200400" lvl="6" indent="-290512" algn="l">
              <a:lnSpc>
                <a:spcPct val="95000"/>
              </a:lnSpc>
              <a:spcBef>
                <a:spcPts val="375"/>
              </a:spcBef>
              <a:spcAft>
                <a:spcPts val="0"/>
              </a:spcAft>
              <a:buClr>
                <a:schemeClr val="lt1"/>
              </a:buClr>
              <a:buSzPts val="975"/>
              <a:buChar char="–"/>
              <a:defRPr sz="975">
                <a:solidFill>
                  <a:schemeClr val="lt1"/>
                </a:solidFill>
              </a:defRPr>
            </a:lvl7pPr>
            <a:lvl8pPr marL="3657600" lvl="7" indent="-290512" algn="l">
              <a:lnSpc>
                <a:spcPct val="95000"/>
              </a:lnSpc>
              <a:spcBef>
                <a:spcPts val="375"/>
              </a:spcBef>
              <a:spcAft>
                <a:spcPts val="0"/>
              </a:spcAft>
              <a:buClr>
                <a:schemeClr val="lt1"/>
              </a:buClr>
              <a:buSzPts val="975"/>
              <a:buChar char="–"/>
              <a:defRPr sz="975">
                <a:solidFill>
                  <a:schemeClr val="lt1"/>
                </a:solidFill>
              </a:defRPr>
            </a:lvl8pPr>
            <a:lvl9pPr marL="4114800" lvl="8" indent="-290512" algn="l">
              <a:lnSpc>
                <a:spcPct val="95000"/>
              </a:lnSpc>
              <a:spcBef>
                <a:spcPts val="375"/>
              </a:spcBef>
              <a:spcAft>
                <a:spcPts val="0"/>
              </a:spcAft>
              <a:buClr>
                <a:schemeClr val="lt1"/>
              </a:buClr>
              <a:buSzPts val="975"/>
              <a:buChar char="–"/>
              <a:defRPr sz="975">
                <a:solidFill>
                  <a:schemeClr val="lt1"/>
                </a:solidFill>
              </a:defRPr>
            </a:lvl9pPr>
          </a:lstStyle>
          <a:p>
            <a:endParaRPr/>
          </a:p>
        </p:txBody>
      </p:sp>
      <p:sp>
        <p:nvSpPr>
          <p:cNvPr id="139" name="Google Shape;139;p11"/>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0" name="Google Shape;140;p11"/>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141" name="Google Shape;141;p11"/>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sp>
        <p:nvSpPr>
          <p:cNvPr id="142" name="Google Shape;142;p11"/>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pic>
        <p:nvPicPr>
          <p:cNvPr id="143" name="Google Shape;143;p11"/>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4 Numbers - White">
  <p:cSld name="4 Numbers - White">
    <p:spTree>
      <p:nvGrpSpPr>
        <p:cNvPr id="1" name="Shape 144"/>
        <p:cNvGrpSpPr/>
        <p:nvPr/>
      </p:nvGrpSpPr>
      <p:grpSpPr>
        <a:xfrm>
          <a:off x="0" y="0"/>
          <a:ext cx="0" cy="0"/>
          <a:chOff x="0" y="0"/>
          <a:chExt cx="0" cy="0"/>
        </a:xfrm>
      </p:grpSpPr>
      <p:sp>
        <p:nvSpPr>
          <p:cNvPr id="145" name="Google Shape;145;p12"/>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146" name="Google Shape;146;p12"/>
          <p:cNvCxnSpPr/>
          <p:nvPr/>
        </p:nvCxnSpPr>
        <p:spPr>
          <a:xfrm>
            <a:off x="41148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147" name="Google Shape;147;p12"/>
          <p:cNvSpPr txBox="1"/>
          <p:nvPr/>
        </p:nvSpPr>
        <p:spPr>
          <a:xfrm>
            <a:off x="41148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01</a:t>
            </a:r>
            <a:endParaRPr/>
          </a:p>
        </p:txBody>
      </p:sp>
      <p:sp>
        <p:nvSpPr>
          <p:cNvPr id="148" name="Google Shape;148;p12"/>
          <p:cNvSpPr txBox="1">
            <a:spLocks noGrp="1"/>
          </p:cNvSpPr>
          <p:nvPr>
            <p:ph type="body" idx="1"/>
          </p:nvPr>
        </p:nvSpPr>
        <p:spPr>
          <a:xfrm>
            <a:off x="41148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Font typeface="Arial"/>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149" name="Google Shape;149;p12"/>
          <p:cNvCxnSpPr/>
          <p:nvPr/>
        </p:nvCxnSpPr>
        <p:spPr>
          <a:xfrm>
            <a:off x="256032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150" name="Google Shape;150;p12"/>
          <p:cNvSpPr txBox="1"/>
          <p:nvPr/>
        </p:nvSpPr>
        <p:spPr>
          <a:xfrm>
            <a:off x="256032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02</a:t>
            </a:r>
            <a:endParaRPr/>
          </a:p>
        </p:txBody>
      </p:sp>
      <p:sp>
        <p:nvSpPr>
          <p:cNvPr id="151" name="Google Shape;151;p12"/>
          <p:cNvSpPr txBox="1">
            <a:spLocks noGrp="1"/>
          </p:cNvSpPr>
          <p:nvPr>
            <p:ph type="body" idx="2"/>
          </p:nvPr>
        </p:nvSpPr>
        <p:spPr>
          <a:xfrm>
            <a:off x="256032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152" name="Google Shape;152;p12"/>
          <p:cNvCxnSpPr/>
          <p:nvPr/>
        </p:nvCxnSpPr>
        <p:spPr>
          <a:xfrm>
            <a:off x="470916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153" name="Google Shape;153;p12"/>
          <p:cNvSpPr txBox="1"/>
          <p:nvPr/>
        </p:nvSpPr>
        <p:spPr>
          <a:xfrm>
            <a:off x="470916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03</a:t>
            </a:r>
            <a:endParaRPr/>
          </a:p>
        </p:txBody>
      </p:sp>
      <p:sp>
        <p:nvSpPr>
          <p:cNvPr id="154" name="Google Shape;154;p12"/>
          <p:cNvSpPr txBox="1">
            <a:spLocks noGrp="1"/>
          </p:cNvSpPr>
          <p:nvPr>
            <p:ph type="body" idx="3"/>
          </p:nvPr>
        </p:nvSpPr>
        <p:spPr>
          <a:xfrm>
            <a:off x="470916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155" name="Google Shape;155;p12"/>
          <p:cNvCxnSpPr/>
          <p:nvPr/>
        </p:nvCxnSpPr>
        <p:spPr>
          <a:xfrm>
            <a:off x="685800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156" name="Google Shape;156;p12"/>
          <p:cNvSpPr txBox="1"/>
          <p:nvPr/>
        </p:nvSpPr>
        <p:spPr>
          <a:xfrm>
            <a:off x="685800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04</a:t>
            </a:r>
            <a:endParaRPr/>
          </a:p>
        </p:txBody>
      </p:sp>
      <p:sp>
        <p:nvSpPr>
          <p:cNvPr id="157" name="Google Shape;157;p12"/>
          <p:cNvSpPr txBox="1">
            <a:spLocks noGrp="1"/>
          </p:cNvSpPr>
          <p:nvPr>
            <p:ph type="body" idx="4"/>
          </p:nvPr>
        </p:nvSpPr>
        <p:spPr>
          <a:xfrm>
            <a:off x="685800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58" name="Google Shape;158;p12"/>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9" name="Google Shape;159;p12"/>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matchingName="8 Numbers">
  <p:cSld name="8 Numbers">
    <p:bg>
      <p:bgPr>
        <a:solidFill>
          <a:srgbClr val="221F20"/>
        </a:solidFill>
        <a:effectLst/>
      </p:bgPr>
    </p:bg>
    <p:spTree>
      <p:nvGrpSpPr>
        <p:cNvPr id="1" name="Shape 160"/>
        <p:cNvGrpSpPr/>
        <p:nvPr/>
      </p:nvGrpSpPr>
      <p:grpSpPr>
        <a:xfrm>
          <a:off x="0" y="0"/>
          <a:ext cx="0" cy="0"/>
          <a:chOff x="0" y="0"/>
          <a:chExt cx="0" cy="0"/>
        </a:xfrm>
      </p:grpSpPr>
      <p:sp>
        <p:nvSpPr>
          <p:cNvPr id="161" name="Google Shape;161;p13"/>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162" name="Google Shape;162;p13"/>
          <p:cNvCxnSpPr/>
          <p:nvPr/>
        </p:nvCxnSpPr>
        <p:spPr>
          <a:xfrm>
            <a:off x="41148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63" name="Google Shape;163;p13"/>
          <p:cNvSpPr txBox="1"/>
          <p:nvPr/>
        </p:nvSpPr>
        <p:spPr>
          <a:xfrm>
            <a:off x="41148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01</a:t>
            </a:r>
            <a:endParaRPr/>
          </a:p>
        </p:txBody>
      </p:sp>
      <p:sp>
        <p:nvSpPr>
          <p:cNvPr id="164" name="Google Shape;164;p13"/>
          <p:cNvSpPr txBox="1">
            <a:spLocks noGrp="1"/>
          </p:cNvSpPr>
          <p:nvPr>
            <p:ph type="body" idx="1"/>
          </p:nvPr>
        </p:nvSpPr>
        <p:spPr>
          <a:xfrm>
            <a:off x="41148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65" name="Google Shape;165;p13"/>
          <p:cNvCxnSpPr/>
          <p:nvPr/>
        </p:nvCxnSpPr>
        <p:spPr>
          <a:xfrm>
            <a:off x="256032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66" name="Google Shape;166;p13"/>
          <p:cNvSpPr txBox="1"/>
          <p:nvPr/>
        </p:nvSpPr>
        <p:spPr>
          <a:xfrm>
            <a:off x="256032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02</a:t>
            </a:r>
            <a:endParaRPr/>
          </a:p>
        </p:txBody>
      </p:sp>
      <p:sp>
        <p:nvSpPr>
          <p:cNvPr id="167" name="Google Shape;167;p13"/>
          <p:cNvSpPr txBox="1">
            <a:spLocks noGrp="1"/>
          </p:cNvSpPr>
          <p:nvPr>
            <p:ph type="body" idx="2"/>
          </p:nvPr>
        </p:nvSpPr>
        <p:spPr>
          <a:xfrm>
            <a:off x="256032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68" name="Google Shape;168;p13"/>
          <p:cNvCxnSpPr/>
          <p:nvPr/>
        </p:nvCxnSpPr>
        <p:spPr>
          <a:xfrm>
            <a:off x="470916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69" name="Google Shape;169;p13"/>
          <p:cNvSpPr txBox="1"/>
          <p:nvPr/>
        </p:nvSpPr>
        <p:spPr>
          <a:xfrm>
            <a:off x="470916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03</a:t>
            </a:r>
            <a:endParaRPr/>
          </a:p>
        </p:txBody>
      </p:sp>
      <p:sp>
        <p:nvSpPr>
          <p:cNvPr id="170" name="Google Shape;170;p13"/>
          <p:cNvSpPr txBox="1">
            <a:spLocks noGrp="1"/>
          </p:cNvSpPr>
          <p:nvPr>
            <p:ph type="body" idx="3"/>
          </p:nvPr>
        </p:nvSpPr>
        <p:spPr>
          <a:xfrm>
            <a:off x="470916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71" name="Google Shape;171;p13"/>
          <p:cNvCxnSpPr/>
          <p:nvPr/>
        </p:nvCxnSpPr>
        <p:spPr>
          <a:xfrm>
            <a:off x="685800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72" name="Google Shape;172;p13"/>
          <p:cNvSpPr txBox="1"/>
          <p:nvPr/>
        </p:nvSpPr>
        <p:spPr>
          <a:xfrm>
            <a:off x="685800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04</a:t>
            </a:r>
            <a:endParaRPr/>
          </a:p>
        </p:txBody>
      </p:sp>
      <p:sp>
        <p:nvSpPr>
          <p:cNvPr id="173" name="Google Shape;173;p13"/>
          <p:cNvSpPr txBox="1">
            <a:spLocks noGrp="1"/>
          </p:cNvSpPr>
          <p:nvPr>
            <p:ph type="body" idx="4"/>
          </p:nvPr>
        </p:nvSpPr>
        <p:spPr>
          <a:xfrm>
            <a:off x="685800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74" name="Google Shape;174;p13"/>
          <p:cNvCxnSpPr/>
          <p:nvPr/>
        </p:nvCxnSpPr>
        <p:spPr>
          <a:xfrm>
            <a:off x="411480" y="29146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75" name="Google Shape;175;p13"/>
          <p:cNvSpPr txBox="1"/>
          <p:nvPr/>
        </p:nvSpPr>
        <p:spPr>
          <a:xfrm>
            <a:off x="41148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05</a:t>
            </a:r>
            <a:endParaRPr/>
          </a:p>
        </p:txBody>
      </p:sp>
      <p:sp>
        <p:nvSpPr>
          <p:cNvPr id="176" name="Google Shape;176;p13"/>
          <p:cNvSpPr txBox="1">
            <a:spLocks noGrp="1"/>
          </p:cNvSpPr>
          <p:nvPr>
            <p:ph type="body" idx="5"/>
          </p:nvPr>
        </p:nvSpPr>
        <p:spPr>
          <a:xfrm>
            <a:off x="41148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77" name="Google Shape;177;p13"/>
          <p:cNvCxnSpPr/>
          <p:nvPr/>
        </p:nvCxnSpPr>
        <p:spPr>
          <a:xfrm>
            <a:off x="2560320" y="29146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78" name="Google Shape;178;p13"/>
          <p:cNvSpPr txBox="1"/>
          <p:nvPr/>
        </p:nvSpPr>
        <p:spPr>
          <a:xfrm>
            <a:off x="256032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06</a:t>
            </a:r>
            <a:endParaRPr/>
          </a:p>
        </p:txBody>
      </p:sp>
      <p:sp>
        <p:nvSpPr>
          <p:cNvPr id="179" name="Google Shape;179;p13"/>
          <p:cNvSpPr txBox="1">
            <a:spLocks noGrp="1"/>
          </p:cNvSpPr>
          <p:nvPr>
            <p:ph type="body" idx="6"/>
          </p:nvPr>
        </p:nvSpPr>
        <p:spPr>
          <a:xfrm>
            <a:off x="256032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80" name="Google Shape;180;p13"/>
          <p:cNvCxnSpPr/>
          <p:nvPr/>
        </p:nvCxnSpPr>
        <p:spPr>
          <a:xfrm>
            <a:off x="4709160" y="29146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81" name="Google Shape;181;p13"/>
          <p:cNvSpPr txBox="1"/>
          <p:nvPr/>
        </p:nvSpPr>
        <p:spPr>
          <a:xfrm>
            <a:off x="470916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07</a:t>
            </a:r>
            <a:endParaRPr/>
          </a:p>
        </p:txBody>
      </p:sp>
      <p:sp>
        <p:nvSpPr>
          <p:cNvPr id="182" name="Google Shape;182;p13"/>
          <p:cNvSpPr txBox="1">
            <a:spLocks noGrp="1"/>
          </p:cNvSpPr>
          <p:nvPr>
            <p:ph type="body" idx="7"/>
          </p:nvPr>
        </p:nvSpPr>
        <p:spPr>
          <a:xfrm>
            <a:off x="470916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83" name="Google Shape;183;p13"/>
          <p:cNvCxnSpPr/>
          <p:nvPr/>
        </p:nvCxnSpPr>
        <p:spPr>
          <a:xfrm>
            <a:off x="6858000" y="29146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84" name="Google Shape;184;p13"/>
          <p:cNvSpPr txBox="1"/>
          <p:nvPr/>
        </p:nvSpPr>
        <p:spPr>
          <a:xfrm>
            <a:off x="685800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08</a:t>
            </a:r>
            <a:endParaRPr/>
          </a:p>
        </p:txBody>
      </p:sp>
      <p:sp>
        <p:nvSpPr>
          <p:cNvPr id="185" name="Google Shape;185;p13"/>
          <p:cNvSpPr txBox="1">
            <a:spLocks noGrp="1"/>
          </p:cNvSpPr>
          <p:nvPr>
            <p:ph type="body" idx="8"/>
          </p:nvPr>
        </p:nvSpPr>
        <p:spPr>
          <a:xfrm>
            <a:off x="685800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sp>
        <p:nvSpPr>
          <p:cNvPr id="186" name="Google Shape;186;p13"/>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7" name="Google Shape;187;p13"/>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188" name="Google Shape;188;p13"/>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sp>
        <p:nvSpPr>
          <p:cNvPr id="189" name="Google Shape;189;p13"/>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pic>
        <p:nvPicPr>
          <p:cNvPr id="190" name="Google Shape;190;p13"/>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3888">
          <p15:clr>
            <a:srgbClr val="A4A3A4"/>
          </p15:clr>
        </p15:guide>
        <p15:guide id="2" orient="horz" pos="1008">
          <p15:clr>
            <a:srgbClr val="A4A3A4"/>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8 Numbers - White">
  <p:cSld name="8 Numbers - White">
    <p:spTree>
      <p:nvGrpSpPr>
        <p:cNvPr id="1" name="Shape 191"/>
        <p:cNvGrpSpPr/>
        <p:nvPr/>
      </p:nvGrpSpPr>
      <p:grpSpPr>
        <a:xfrm>
          <a:off x="0" y="0"/>
          <a:ext cx="0" cy="0"/>
          <a:chOff x="0" y="0"/>
          <a:chExt cx="0" cy="0"/>
        </a:xfrm>
      </p:grpSpPr>
      <p:sp>
        <p:nvSpPr>
          <p:cNvPr id="192" name="Google Shape;192;p14"/>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193" name="Google Shape;193;p14"/>
          <p:cNvCxnSpPr/>
          <p:nvPr/>
        </p:nvCxnSpPr>
        <p:spPr>
          <a:xfrm>
            <a:off x="41148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194" name="Google Shape;194;p14"/>
          <p:cNvSpPr txBox="1"/>
          <p:nvPr/>
        </p:nvSpPr>
        <p:spPr>
          <a:xfrm>
            <a:off x="41148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01</a:t>
            </a:r>
            <a:endParaRPr/>
          </a:p>
        </p:txBody>
      </p:sp>
      <p:sp>
        <p:nvSpPr>
          <p:cNvPr id="195" name="Google Shape;195;p14"/>
          <p:cNvSpPr txBox="1">
            <a:spLocks noGrp="1"/>
          </p:cNvSpPr>
          <p:nvPr>
            <p:ph type="body" idx="1"/>
          </p:nvPr>
        </p:nvSpPr>
        <p:spPr>
          <a:xfrm>
            <a:off x="41148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196" name="Google Shape;196;p14"/>
          <p:cNvCxnSpPr/>
          <p:nvPr/>
        </p:nvCxnSpPr>
        <p:spPr>
          <a:xfrm>
            <a:off x="256032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197" name="Google Shape;197;p14"/>
          <p:cNvSpPr txBox="1"/>
          <p:nvPr/>
        </p:nvSpPr>
        <p:spPr>
          <a:xfrm>
            <a:off x="256032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02</a:t>
            </a:r>
            <a:endParaRPr/>
          </a:p>
        </p:txBody>
      </p:sp>
      <p:sp>
        <p:nvSpPr>
          <p:cNvPr id="198" name="Google Shape;198;p14"/>
          <p:cNvSpPr txBox="1">
            <a:spLocks noGrp="1"/>
          </p:cNvSpPr>
          <p:nvPr>
            <p:ph type="body" idx="2"/>
          </p:nvPr>
        </p:nvSpPr>
        <p:spPr>
          <a:xfrm>
            <a:off x="256032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199" name="Google Shape;199;p14"/>
          <p:cNvCxnSpPr/>
          <p:nvPr/>
        </p:nvCxnSpPr>
        <p:spPr>
          <a:xfrm>
            <a:off x="470916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200" name="Google Shape;200;p14"/>
          <p:cNvSpPr txBox="1"/>
          <p:nvPr/>
        </p:nvSpPr>
        <p:spPr>
          <a:xfrm>
            <a:off x="470916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03</a:t>
            </a:r>
            <a:endParaRPr/>
          </a:p>
        </p:txBody>
      </p:sp>
      <p:sp>
        <p:nvSpPr>
          <p:cNvPr id="201" name="Google Shape;201;p14"/>
          <p:cNvSpPr txBox="1">
            <a:spLocks noGrp="1"/>
          </p:cNvSpPr>
          <p:nvPr>
            <p:ph type="body" idx="3"/>
          </p:nvPr>
        </p:nvSpPr>
        <p:spPr>
          <a:xfrm>
            <a:off x="470916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202" name="Google Shape;202;p14"/>
          <p:cNvCxnSpPr/>
          <p:nvPr/>
        </p:nvCxnSpPr>
        <p:spPr>
          <a:xfrm>
            <a:off x="685800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203" name="Google Shape;203;p14"/>
          <p:cNvSpPr txBox="1"/>
          <p:nvPr/>
        </p:nvSpPr>
        <p:spPr>
          <a:xfrm>
            <a:off x="685800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04</a:t>
            </a:r>
            <a:endParaRPr/>
          </a:p>
        </p:txBody>
      </p:sp>
      <p:sp>
        <p:nvSpPr>
          <p:cNvPr id="204" name="Google Shape;204;p14"/>
          <p:cNvSpPr txBox="1">
            <a:spLocks noGrp="1"/>
          </p:cNvSpPr>
          <p:nvPr>
            <p:ph type="body" idx="4"/>
          </p:nvPr>
        </p:nvSpPr>
        <p:spPr>
          <a:xfrm>
            <a:off x="685800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205" name="Google Shape;205;p14"/>
          <p:cNvCxnSpPr/>
          <p:nvPr/>
        </p:nvCxnSpPr>
        <p:spPr>
          <a:xfrm>
            <a:off x="411480" y="29146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206" name="Google Shape;206;p14"/>
          <p:cNvSpPr txBox="1"/>
          <p:nvPr/>
        </p:nvSpPr>
        <p:spPr>
          <a:xfrm>
            <a:off x="41148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05</a:t>
            </a:r>
            <a:endParaRPr/>
          </a:p>
        </p:txBody>
      </p:sp>
      <p:sp>
        <p:nvSpPr>
          <p:cNvPr id="207" name="Google Shape;207;p14"/>
          <p:cNvSpPr txBox="1">
            <a:spLocks noGrp="1"/>
          </p:cNvSpPr>
          <p:nvPr>
            <p:ph type="body" idx="5"/>
          </p:nvPr>
        </p:nvSpPr>
        <p:spPr>
          <a:xfrm>
            <a:off x="41148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208" name="Google Shape;208;p14"/>
          <p:cNvCxnSpPr/>
          <p:nvPr/>
        </p:nvCxnSpPr>
        <p:spPr>
          <a:xfrm>
            <a:off x="2560320" y="29146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209" name="Google Shape;209;p14"/>
          <p:cNvSpPr txBox="1"/>
          <p:nvPr/>
        </p:nvSpPr>
        <p:spPr>
          <a:xfrm>
            <a:off x="256032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06</a:t>
            </a:r>
            <a:endParaRPr/>
          </a:p>
        </p:txBody>
      </p:sp>
      <p:sp>
        <p:nvSpPr>
          <p:cNvPr id="210" name="Google Shape;210;p14"/>
          <p:cNvSpPr txBox="1">
            <a:spLocks noGrp="1"/>
          </p:cNvSpPr>
          <p:nvPr>
            <p:ph type="body" idx="6"/>
          </p:nvPr>
        </p:nvSpPr>
        <p:spPr>
          <a:xfrm>
            <a:off x="256032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211" name="Google Shape;211;p14"/>
          <p:cNvCxnSpPr/>
          <p:nvPr/>
        </p:nvCxnSpPr>
        <p:spPr>
          <a:xfrm>
            <a:off x="4709160" y="29146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212" name="Google Shape;212;p14"/>
          <p:cNvSpPr txBox="1"/>
          <p:nvPr/>
        </p:nvSpPr>
        <p:spPr>
          <a:xfrm>
            <a:off x="470916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07</a:t>
            </a:r>
            <a:endParaRPr/>
          </a:p>
        </p:txBody>
      </p:sp>
      <p:sp>
        <p:nvSpPr>
          <p:cNvPr id="213" name="Google Shape;213;p14"/>
          <p:cNvSpPr txBox="1">
            <a:spLocks noGrp="1"/>
          </p:cNvSpPr>
          <p:nvPr>
            <p:ph type="body" idx="7"/>
          </p:nvPr>
        </p:nvSpPr>
        <p:spPr>
          <a:xfrm>
            <a:off x="470916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214" name="Google Shape;214;p14"/>
          <p:cNvCxnSpPr/>
          <p:nvPr/>
        </p:nvCxnSpPr>
        <p:spPr>
          <a:xfrm>
            <a:off x="6858000" y="29146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215" name="Google Shape;215;p14"/>
          <p:cNvSpPr txBox="1"/>
          <p:nvPr/>
        </p:nvSpPr>
        <p:spPr>
          <a:xfrm>
            <a:off x="685800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08</a:t>
            </a:r>
            <a:endParaRPr/>
          </a:p>
        </p:txBody>
      </p:sp>
      <p:sp>
        <p:nvSpPr>
          <p:cNvPr id="216" name="Google Shape;216;p14"/>
          <p:cNvSpPr txBox="1">
            <a:spLocks noGrp="1"/>
          </p:cNvSpPr>
          <p:nvPr>
            <p:ph type="body" idx="8"/>
          </p:nvPr>
        </p:nvSpPr>
        <p:spPr>
          <a:xfrm>
            <a:off x="685800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217" name="Google Shape;217;p14"/>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8" name="Google Shape;218;p14"/>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Full Image">
  <p:cSld name="Full Image">
    <p:spTree>
      <p:nvGrpSpPr>
        <p:cNvPr id="1" name="Shape 219"/>
        <p:cNvGrpSpPr/>
        <p:nvPr/>
      </p:nvGrpSpPr>
      <p:grpSpPr>
        <a:xfrm>
          <a:off x="0" y="0"/>
          <a:ext cx="0" cy="0"/>
          <a:chOff x="0" y="0"/>
          <a:chExt cx="0" cy="0"/>
        </a:xfrm>
      </p:grpSpPr>
      <p:sp>
        <p:nvSpPr>
          <p:cNvPr id="220" name="Google Shape;220;p15"/>
          <p:cNvSpPr>
            <a:spLocks noGrp="1"/>
          </p:cNvSpPr>
          <p:nvPr>
            <p:ph type="pic" idx="2"/>
          </p:nvPr>
        </p:nvSpPr>
        <p:spPr>
          <a:xfrm>
            <a:off x="0" y="171450"/>
            <a:ext cx="9144000" cy="4800600"/>
          </a:xfrm>
          <a:prstGeom prst="rect">
            <a:avLst/>
          </a:prstGeom>
          <a:solidFill>
            <a:srgbClr val="D5D5D7"/>
          </a:solidFill>
          <a:ln>
            <a:noFill/>
          </a:ln>
        </p:spPr>
      </p:sp>
      <p:sp>
        <p:nvSpPr>
          <p:cNvPr id="221" name="Google Shape;221;p15"/>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2" name="Google Shape;222;p15"/>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3" name="Google Shape;223;p15"/>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pic>
        <p:nvPicPr>
          <p:cNvPr id="224" name="Google Shape;224;p15"/>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Content and Image 01">
  <p:cSld name="Content and Image 01">
    <p:spTree>
      <p:nvGrpSpPr>
        <p:cNvPr id="1" name="Shape 225"/>
        <p:cNvGrpSpPr/>
        <p:nvPr/>
      </p:nvGrpSpPr>
      <p:grpSpPr>
        <a:xfrm>
          <a:off x="0" y="0"/>
          <a:ext cx="0" cy="0"/>
          <a:chOff x="0" y="0"/>
          <a:chExt cx="0" cy="0"/>
        </a:xfrm>
      </p:grpSpPr>
      <p:sp>
        <p:nvSpPr>
          <p:cNvPr id="226" name="Google Shape;226;p16"/>
          <p:cNvSpPr txBox="1">
            <a:spLocks noGrp="1"/>
          </p:cNvSpPr>
          <p:nvPr>
            <p:ph type="title"/>
          </p:nvPr>
        </p:nvSpPr>
        <p:spPr>
          <a:xfrm>
            <a:off x="411480" y="308611"/>
            <a:ext cx="402336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100"/>
              <a:buFont typeface="Arial"/>
              <a:buNone/>
              <a:defRPr sz="21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7" name="Google Shape;227;p16"/>
          <p:cNvSpPr txBox="1">
            <a:spLocks noGrp="1"/>
          </p:cNvSpPr>
          <p:nvPr>
            <p:ph type="body" idx="1"/>
          </p:nvPr>
        </p:nvSpPr>
        <p:spPr>
          <a:xfrm>
            <a:off x="411479" y="1200150"/>
            <a:ext cx="4023360" cy="342900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228" name="Google Shape;228;p16"/>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9" name="Google Shape;229;p16"/>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230" name="Google Shape;230;p16"/>
          <p:cNvSpPr>
            <a:spLocks noGrp="1"/>
          </p:cNvSpPr>
          <p:nvPr>
            <p:ph type="pic" idx="2"/>
          </p:nvPr>
        </p:nvSpPr>
        <p:spPr>
          <a:xfrm>
            <a:off x="4708528" y="807244"/>
            <a:ext cx="4024311" cy="3821906"/>
          </a:xfrm>
          <a:prstGeom prst="rect">
            <a:avLst/>
          </a:prstGeom>
          <a:solidFill>
            <a:srgbClr val="D5D5D7"/>
          </a:solidFill>
          <a:ln>
            <a:noFill/>
          </a:ln>
        </p:spPr>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ontent and Image 02">
  <p:cSld name="Content and Image 02">
    <p:spTree>
      <p:nvGrpSpPr>
        <p:cNvPr id="1" name="Shape 231"/>
        <p:cNvGrpSpPr/>
        <p:nvPr/>
      </p:nvGrpSpPr>
      <p:grpSpPr>
        <a:xfrm>
          <a:off x="0" y="0"/>
          <a:ext cx="0" cy="0"/>
          <a:chOff x="0" y="0"/>
          <a:chExt cx="0" cy="0"/>
        </a:xfrm>
      </p:grpSpPr>
      <p:sp>
        <p:nvSpPr>
          <p:cNvPr id="232" name="Google Shape;232;p17"/>
          <p:cNvSpPr>
            <a:spLocks noGrp="1"/>
          </p:cNvSpPr>
          <p:nvPr>
            <p:ph type="pic" idx="2"/>
          </p:nvPr>
        </p:nvSpPr>
        <p:spPr>
          <a:xfrm>
            <a:off x="411479" y="308610"/>
            <a:ext cx="8321040" cy="2331720"/>
          </a:xfrm>
          <a:prstGeom prst="rect">
            <a:avLst/>
          </a:prstGeom>
          <a:solidFill>
            <a:srgbClr val="D5D5D7"/>
          </a:solidFill>
          <a:ln>
            <a:noFill/>
          </a:ln>
        </p:spPr>
      </p:sp>
      <p:sp>
        <p:nvSpPr>
          <p:cNvPr id="233" name="Google Shape;233;p17"/>
          <p:cNvSpPr txBox="1">
            <a:spLocks noGrp="1"/>
          </p:cNvSpPr>
          <p:nvPr>
            <p:ph type="title"/>
          </p:nvPr>
        </p:nvSpPr>
        <p:spPr>
          <a:xfrm>
            <a:off x="411480" y="2846070"/>
            <a:ext cx="402336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100"/>
              <a:buFont typeface="Arial"/>
              <a:buNone/>
              <a:defRPr sz="21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4" name="Google Shape;234;p17"/>
          <p:cNvSpPr txBox="1">
            <a:spLocks noGrp="1"/>
          </p:cNvSpPr>
          <p:nvPr>
            <p:ph type="body" idx="1"/>
          </p:nvPr>
        </p:nvSpPr>
        <p:spPr>
          <a:xfrm>
            <a:off x="4709159" y="2846070"/>
            <a:ext cx="4023360" cy="178308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235" name="Google Shape;235;p17"/>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6" name="Google Shape;236;p17"/>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2390">
          <p15:clr>
            <a:srgbClr val="A4A3A4"/>
          </p15:clr>
        </p15:guide>
        <p15:guide id="2" orient="horz" pos="3888">
          <p15:clr>
            <a:srgbClr val="A4A3A4"/>
          </p15:clr>
        </p15:guide>
        <p15:guide id="3" orient="horz" pos="2218">
          <p15:clr>
            <a:srgbClr val="A4A3A4"/>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ontent and 2 Images">
  <p:cSld name="Content and 2 Images">
    <p:spTree>
      <p:nvGrpSpPr>
        <p:cNvPr id="1" name="Shape 237"/>
        <p:cNvGrpSpPr/>
        <p:nvPr/>
      </p:nvGrpSpPr>
      <p:grpSpPr>
        <a:xfrm>
          <a:off x="0" y="0"/>
          <a:ext cx="0" cy="0"/>
          <a:chOff x="0" y="0"/>
          <a:chExt cx="0" cy="0"/>
        </a:xfrm>
      </p:grpSpPr>
      <p:sp>
        <p:nvSpPr>
          <p:cNvPr id="238" name="Google Shape;238;p18"/>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9" name="Google Shape;239;p18"/>
          <p:cNvSpPr>
            <a:spLocks noGrp="1"/>
          </p:cNvSpPr>
          <p:nvPr>
            <p:ph type="pic" idx="2"/>
          </p:nvPr>
        </p:nvSpPr>
        <p:spPr>
          <a:xfrm>
            <a:off x="411479" y="1200150"/>
            <a:ext cx="4023360" cy="1714500"/>
          </a:xfrm>
          <a:prstGeom prst="rect">
            <a:avLst/>
          </a:prstGeom>
          <a:solidFill>
            <a:srgbClr val="D5D5D7"/>
          </a:solidFill>
          <a:ln>
            <a:noFill/>
          </a:ln>
        </p:spPr>
      </p:sp>
      <p:sp>
        <p:nvSpPr>
          <p:cNvPr id="240" name="Google Shape;240;p18"/>
          <p:cNvSpPr txBox="1">
            <a:spLocks noGrp="1"/>
          </p:cNvSpPr>
          <p:nvPr>
            <p:ph type="body" idx="1"/>
          </p:nvPr>
        </p:nvSpPr>
        <p:spPr>
          <a:xfrm>
            <a:off x="411478" y="3086100"/>
            <a:ext cx="4023360"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350"/>
              <a:buFont typeface="Arial"/>
              <a:buNone/>
              <a:defRPr sz="1350" b="1"/>
            </a:lvl1pPr>
            <a:lvl2pPr marL="914400" lvl="1" indent="-228600" algn="l">
              <a:lnSpc>
                <a:spcPct val="95000"/>
              </a:lnSpc>
              <a:spcBef>
                <a:spcPts val="0"/>
              </a:spcBef>
              <a:spcAft>
                <a:spcPts val="0"/>
              </a:spcAft>
              <a:buClr>
                <a:schemeClr val="dk1"/>
              </a:buClr>
              <a:buSzPts val="1350"/>
              <a:buFont typeface="Arial"/>
              <a:buNone/>
              <a:defRPr sz="1350" b="1"/>
            </a:lvl2pPr>
            <a:lvl3pPr marL="1371600" lvl="2" indent="-228600" algn="l">
              <a:lnSpc>
                <a:spcPct val="95000"/>
              </a:lnSpc>
              <a:spcBef>
                <a:spcPts val="0"/>
              </a:spcBef>
              <a:spcAft>
                <a:spcPts val="0"/>
              </a:spcAft>
              <a:buClr>
                <a:schemeClr val="dk1"/>
              </a:buClr>
              <a:buSzPts val="1350"/>
              <a:buFont typeface="Arial"/>
              <a:buNone/>
              <a:defRPr sz="1350" b="1"/>
            </a:lvl3pPr>
            <a:lvl4pPr marL="1828800" lvl="3" indent="-228600" algn="l">
              <a:lnSpc>
                <a:spcPct val="95000"/>
              </a:lnSpc>
              <a:spcBef>
                <a:spcPts val="0"/>
              </a:spcBef>
              <a:spcAft>
                <a:spcPts val="0"/>
              </a:spcAft>
              <a:buClr>
                <a:schemeClr val="dk1"/>
              </a:buClr>
              <a:buSzPts val="1350"/>
              <a:buFont typeface="Arial"/>
              <a:buNone/>
              <a:defRPr sz="1350" b="1"/>
            </a:lvl4pPr>
            <a:lvl5pPr marL="2286000" lvl="4" indent="-228600" algn="l">
              <a:lnSpc>
                <a:spcPct val="95000"/>
              </a:lnSpc>
              <a:spcBef>
                <a:spcPts val="0"/>
              </a:spcBef>
              <a:spcAft>
                <a:spcPts val="0"/>
              </a:spcAft>
              <a:buClr>
                <a:schemeClr val="dk1"/>
              </a:buClr>
              <a:buSzPts val="1350"/>
              <a:buFont typeface="Arial"/>
              <a:buNone/>
              <a:defRPr sz="1350" b="1"/>
            </a:lvl5pPr>
            <a:lvl6pPr marL="2743200" lvl="5" indent="-228600" algn="l">
              <a:lnSpc>
                <a:spcPct val="95000"/>
              </a:lnSpc>
              <a:spcBef>
                <a:spcPts val="0"/>
              </a:spcBef>
              <a:spcAft>
                <a:spcPts val="0"/>
              </a:spcAft>
              <a:buClr>
                <a:schemeClr val="dk1"/>
              </a:buClr>
              <a:buSzPts val="1350"/>
              <a:buFont typeface="Arial"/>
              <a:buNone/>
              <a:defRPr sz="1350" b="1"/>
            </a:lvl6pPr>
            <a:lvl7pPr marL="3200400" lvl="6" indent="-228600" algn="l">
              <a:lnSpc>
                <a:spcPct val="95000"/>
              </a:lnSpc>
              <a:spcBef>
                <a:spcPts val="0"/>
              </a:spcBef>
              <a:spcAft>
                <a:spcPts val="0"/>
              </a:spcAft>
              <a:buClr>
                <a:schemeClr val="dk1"/>
              </a:buClr>
              <a:buSzPts val="1350"/>
              <a:buFont typeface="Arial"/>
              <a:buNone/>
              <a:defRPr sz="1350" b="1"/>
            </a:lvl7pPr>
            <a:lvl8pPr marL="3657600" lvl="7" indent="-228600" algn="l">
              <a:lnSpc>
                <a:spcPct val="95000"/>
              </a:lnSpc>
              <a:spcBef>
                <a:spcPts val="0"/>
              </a:spcBef>
              <a:spcAft>
                <a:spcPts val="0"/>
              </a:spcAft>
              <a:buClr>
                <a:schemeClr val="dk1"/>
              </a:buClr>
              <a:buSzPts val="1350"/>
              <a:buFont typeface="Arial"/>
              <a:buNone/>
              <a:defRPr sz="1350" b="1"/>
            </a:lvl8pPr>
            <a:lvl9pPr marL="4114800" lvl="8" indent="-228600" algn="l">
              <a:lnSpc>
                <a:spcPct val="95000"/>
              </a:lnSpc>
              <a:spcBef>
                <a:spcPts val="0"/>
              </a:spcBef>
              <a:spcAft>
                <a:spcPts val="0"/>
              </a:spcAft>
              <a:buClr>
                <a:schemeClr val="dk1"/>
              </a:buClr>
              <a:buSzPts val="1350"/>
              <a:buFont typeface="Arial"/>
              <a:buNone/>
              <a:defRPr sz="1350" b="1"/>
            </a:lvl9pPr>
          </a:lstStyle>
          <a:p>
            <a:endParaRPr/>
          </a:p>
        </p:txBody>
      </p:sp>
      <p:sp>
        <p:nvSpPr>
          <p:cNvPr id="241" name="Google Shape;241;p18"/>
          <p:cNvSpPr txBox="1">
            <a:spLocks noGrp="1"/>
          </p:cNvSpPr>
          <p:nvPr>
            <p:ph type="body" idx="3"/>
          </p:nvPr>
        </p:nvSpPr>
        <p:spPr>
          <a:xfrm>
            <a:off x="411479" y="3394710"/>
            <a:ext cx="4023360" cy="1234440"/>
          </a:xfrm>
          <a:prstGeom prst="rect">
            <a:avLst/>
          </a:prstGeom>
          <a:noFill/>
          <a:ln>
            <a:noFill/>
          </a:ln>
        </p:spPr>
        <p:txBody>
          <a:bodyPr spcFirstLastPara="1" wrap="square" lIns="0" tIns="0" rIns="0" bIns="0" anchor="t" anchorCtr="0">
            <a:noAutofit/>
          </a:bodyPr>
          <a:lstStyle>
            <a:lvl1pPr marL="457200" lvl="0" indent="-300037" algn="l">
              <a:lnSpc>
                <a:spcPct val="95000"/>
              </a:lnSpc>
              <a:spcBef>
                <a:spcPts val="750"/>
              </a:spcBef>
              <a:spcAft>
                <a:spcPts val="0"/>
              </a:spcAft>
              <a:buClr>
                <a:schemeClr val="dk1"/>
              </a:buClr>
              <a:buSzPts val="1125"/>
              <a:buChar char="▪"/>
              <a:defRPr sz="1125"/>
            </a:lvl1pPr>
            <a:lvl2pPr marL="914400" lvl="1" indent="-300037" algn="l">
              <a:lnSpc>
                <a:spcPct val="95000"/>
              </a:lnSpc>
              <a:spcBef>
                <a:spcPts val="375"/>
              </a:spcBef>
              <a:spcAft>
                <a:spcPts val="0"/>
              </a:spcAft>
              <a:buClr>
                <a:schemeClr val="dk1"/>
              </a:buClr>
              <a:buSzPts val="1125"/>
              <a:buChar char="–"/>
              <a:defRPr sz="1125"/>
            </a:lvl2pPr>
            <a:lvl3pPr marL="1371600" lvl="2" indent="-300037" algn="l">
              <a:lnSpc>
                <a:spcPct val="95000"/>
              </a:lnSpc>
              <a:spcBef>
                <a:spcPts val="375"/>
              </a:spcBef>
              <a:spcAft>
                <a:spcPts val="0"/>
              </a:spcAft>
              <a:buClr>
                <a:schemeClr val="dk1"/>
              </a:buClr>
              <a:buSzPts val="1125"/>
              <a:buChar char="–"/>
              <a:defRPr sz="1125"/>
            </a:lvl3pPr>
            <a:lvl4pPr marL="1828800" lvl="3" indent="-300037" algn="l">
              <a:lnSpc>
                <a:spcPct val="95000"/>
              </a:lnSpc>
              <a:spcBef>
                <a:spcPts val="375"/>
              </a:spcBef>
              <a:spcAft>
                <a:spcPts val="0"/>
              </a:spcAft>
              <a:buClr>
                <a:schemeClr val="dk1"/>
              </a:buClr>
              <a:buSzPts val="1125"/>
              <a:buChar char="–"/>
              <a:defRPr sz="1125"/>
            </a:lvl4pPr>
            <a:lvl5pPr marL="2286000" lvl="4" indent="-300037" algn="l">
              <a:lnSpc>
                <a:spcPct val="95000"/>
              </a:lnSpc>
              <a:spcBef>
                <a:spcPts val="375"/>
              </a:spcBef>
              <a:spcAft>
                <a:spcPts val="0"/>
              </a:spcAft>
              <a:buClr>
                <a:schemeClr val="dk1"/>
              </a:buClr>
              <a:buSzPts val="1125"/>
              <a:buChar char="–"/>
              <a:defRPr sz="1125"/>
            </a:lvl5pPr>
            <a:lvl6pPr marL="2743200" lvl="5" indent="-300037" algn="l">
              <a:lnSpc>
                <a:spcPct val="95000"/>
              </a:lnSpc>
              <a:spcBef>
                <a:spcPts val="375"/>
              </a:spcBef>
              <a:spcAft>
                <a:spcPts val="0"/>
              </a:spcAft>
              <a:buClr>
                <a:schemeClr val="dk1"/>
              </a:buClr>
              <a:buSzPts val="1125"/>
              <a:buChar char="–"/>
              <a:defRPr sz="1125"/>
            </a:lvl6pPr>
            <a:lvl7pPr marL="3200400" lvl="6" indent="-300037" algn="l">
              <a:lnSpc>
                <a:spcPct val="95000"/>
              </a:lnSpc>
              <a:spcBef>
                <a:spcPts val="375"/>
              </a:spcBef>
              <a:spcAft>
                <a:spcPts val="0"/>
              </a:spcAft>
              <a:buClr>
                <a:schemeClr val="dk1"/>
              </a:buClr>
              <a:buSzPts val="1125"/>
              <a:buChar char="–"/>
              <a:defRPr sz="1125"/>
            </a:lvl7pPr>
            <a:lvl8pPr marL="3657600" lvl="7" indent="-300037" algn="l">
              <a:lnSpc>
                <a:spcPct val="95000"/>
              </a:lnSpc>
              <a:spcBef>
                <a:spcPts val="375"/>
              </a:spcBef>
              <a:spcAft>
                <a:spcPts val="0"/>
              </a:spcAft>
              <a:buClr>
                <a:schemeClr val="dk1"/>
              </a:buClr>
              <a:buSzPts val="1125"/>
              <a:buChar char="–"/>
              <a:defRPr sz="1125"/>
            </a:lvl8pPr>
            <a:lvl9pPr marL="4114800" lvl="8" indent="-300037" algn="l">
              <a:lnSpc>
                <a:spcPct val="95000"/>
              </a:lnSpc>
              <a:spcBef>
                <a:spcPts val="375"/>
              </a:spcBef>
              <a:spcAft>
                <a:spcPts val="0"/>
              </a:spcAft>
              <a:buClr>
                <a:schemeClr val="dk1"/>
              </a:buClr>
              <a:buSzPts val="1125"/>
              <a:buChar char="–"/>
              <a:defRPr sz="1125"/>
            </a:lvl9pPr>
          </a:lstStyle>
          <a:p>
            <a:endParaRPr/>
          </a:p>
        </p:txBody>
      </p:sp>
      <p:sp>
        <p:nvSpPr>
          <p:cNvPr id="242" name="Google Shape;242;p18"/>
          <p:cNvSpPr>
            <a:spLocks noGrp="1"/>
          </p:cNvSpPr>
          <p:nvPr>
            <p:ph type="pic" idx="4"/>
          </p:nvPr>
        </p:nvSpPr>
        <p:spPr>
          <a:xfrm>
            <a:off x="4709159" y="1200150"/>
            <a:ext cx="4023360" cy="1714500"/>
          </a:xfrm>
          <a:prstGeom prst="rect">
            <a:avLst/>
          </a:prstGeom>
          <a:solidFill>
            <a:srgbClr val="D5D5D7"/>
          </a:solidFill>
          <a:ln>
            <a:noFill/>
          </a:ln>
        </p:spPr>
      </p:sp>
      <p:sp>
        <p:nvSpPr>
          <p:cNvPr id="243" name="Google Shape;243;p18"/>
          <p:cNvSpPr txBox="1">
            <a:spLocks noGrp="1"/>
          </p:cNvSpPr>
          <p:nvPr>
            <p:ph type="body" idx="5"/>
          </p:nvPr>
        </p:nvSpPr>
        <p:spPr>
          <a:xfrm>
            <a:off x="4709159" y="3086100"/>
            <a:ext cx="4023360"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350"/>
              <a:buFont typeface="Arial"/>
              <a:buNone/>
              <a:defRPr sz="1350" b="1"/>
            </a:lvl1pPr>
            <a:lvl2pPr marL="914400" lvl="1" indent="-228600" algn="l">
              <a:lnSpc>
                <a:spcPct val="95000"/>
              </a:lnSpc>
              <a:spcBef>
                <a:spcPts val="0"/>
              </a:spcBef>
              <a:spcAft>
                <a:spcPts val="0"/>
              </a:spcAft>
              <a:buClr>
                <a:schemeClr val="dk1"/>
              </a:buClr>
              <a:buSzPts val="1350"/>
              <a:buFont typeface="Arial"/>
              <a:buNone/>
              <a:defRPr sz="1350" b="1"/>
            </a:lvl2pPr>
            <a:lvl3pPr marL="1371600" lvl="2" indent="-228600" algn="l">
              <a:lnSpc>
                <a:spcPct val="95000"/>
              </a:lnSpc>
              <a:spcBef>
                <a:spcPts val="0"/>
              </a:spcBef>
              <a:spcAft>
                <a:spcPts val="0"/>
              </a:spcAft>
              <a:buClr>
                <a:schemeClr val="dk1"/>
              </a:buClr>
              <a:buSzPts val="1350"/>
              <a:buFont typeface="Arial"/>
              <a:buNone/>
              <a:defRPr sz="1350" b="1"/>
            </a:lvl3pPr>
            <a:lvl4pPr marL="1828800" lvl="3" indent="-228600" algn="l">
              <a:lnSpc>
                <a:spcPct val="95000"/>
              </a:lnSpc>
              <a:spcBef>
                <a:spcPts val="0"/>
              </a:spcBef>
              <a:spcAft>
                <a:spcPts val="0"/>
              </a:spcAft>
              <a:buClr>
                <a:schemeClr val="dk1"/>
              </a:buClr>
              <a:buSzPts val="1350"/>
              <a:buFont typeface="Arial"/>
              <a:buNone/>
              <a:defRPr sz="1350" b="1"/>
            </a:lvl4pPr>
            <a:lvl5pPr marL="2286000" lvl="4" indent="-228600" algn="l">
              <a:lnSpc>
                <a:spcPct val="95000"/>
              </a:lnSpc>
              <a:spcBef>
                <a:spcPts val="0"/>
              </a:spcBef>
              <a:spcAft>
                <a:spcPts val="0"/>
              </a:spcAft>
              <a:buClr>
                <a:schemeClr val="dk1"/>
              </a:buClr>
              <a:buSzPts val="1350"/>
              <a:buFont typeface="Arial"/>
              <a:buNone/>
              <a:defRPr sz="1350" b="1"/>
            </a:lvl5pPr>
            <a:lvl6pPr marL="2743200" lvl="5" indent="-228600" algn="l">
              <a:lnSpc>
                <a:spcPct val="95000"/>
              </a:lnSpc>
              <a:spcBef>
                <a:spcPts val="0"/>
              </a:spcBef>
              <a:spcAft>
                <a:spcPts val="0"/>
              </a:spcAft>
              <a:buClr>
                <a:schemeClr val="dk1"/>
              </a:buClr>
              <a:buSzPts val="1350"/>
              <a:buFont typeface="Arial"/>
              <a:buNone/>
              <a:defRPr sz="1350" b="1"/>
            </a:lvl6pPr>
            <a:lvl7pPr marL="3200400" lvl="6" indent="-228600" algn="l">
              <a:lnSpc>
                <a:spcPct val="95000"/>
              </a:lnSpc>
              <a:spcBef>
                <a:spcPts val="0"/>
              </a:spcBef>
              <a:spcAft>
                <a:spcPts val="0"/>
              </a:spcAft>
              <a:buClr>
                <a:schemeClr val="dk1"/>
              </a:buClr>
              <a:buSzPts val="1350"/>
              <a:buFont typeface="Arial"/>
              <a:buNone/>
              <a:defRPr sz="1350" b="1"/>
            </a:lvl7pPr>
            <a:lvl8pPr marL="3657600" lvl="7" indent="-228600" algn="l">
              <a:lnSpc>
                <a:spcPct val="95000"/>
              </a:lnSpc>
              <a:spcBef>
                <a:spcPts val="0"/>
              </a:spcBef>
              <a:spcAft>
                <a:spcPts val="0"/>
              </a:spcAft>
              <a:buClr>
                <a:schemeClr val="dk1"/>
              </a:buClr>
              <a:buSzPts val="1350"/>
              <a:buFont typeface="Arial"/>
              <a:buNone/>
              <a:defRPr sz="1350" b="1"/>
            </a:lvl8pPr>
            <a:lvl9pPr marL="4114800" lvl="8" indent="-228600" algn="l">
              <a:lnSpc>
                <a:spcPct val="95000"/>
              </a:lnSpc>
              <a:spcBef>
                <a:spcPts val="0"/>
              </a:spcBef>
              <a:spcAft>
                <a:spcPts val="0"/>
              </a:spcAft>
              <a:buClr>
                <a:schemeClr val="dk1"/>
              </a:buClr>
              <a:buSzPts val="1350"/>
              <a:buFont typeface="Arial"/>
              <a:buNone/>
              <a:defRPr sz="1350" b="1"/>
            </a:lvl9pPr>
          </a:lstStyle>
          <a:p>
            <a:endParaRPr/>
          </a:p>
        </p:txBody>
      </p:sp>
      <p:sp>
        <p:nvSpPr>
          <p:cNvPr id="244" name="Google Shape;244;p18"/>
          <p:cNvSpPr txBox="1">
            <a:spLocks noGrp="1"/>
          </p:cNvSpPr>
          <p:nvPr>
            <p:ph type="body" idx="6"/>
          </p:nvPr>
        </p:nvSpPr>
        <p:spPr>
          <a:xfrm>
            <a:off x="4709159" y="3394710"/>
            <a:ext cx="4023360" cy="1234440"/>
          </a:xfrm>
          <a:prstGeom prst="rect">
            <a:avLst/>
          </a:prstGeom>
          <a:noFill/>
          <a:ln>
            <a:noFill/>
          </a:ln>
        </p:spPr>
        <p:txBody>
          <a:bodyPr spcFirstLastPara="1" wrap="square" lIns="0" tIns="0" rIns="0" bIns="0" anchor="t" anchorCtr="0">
            <a:noAutofit/>
          </a:bodyPr>
          <a:lstStyle>
            <a:lvl1pPr marL="457200" lvl="0" indent="-300037" algn="l">
              <a:lnSpc>
                <a:spcPct val="95000"/>
              </a:lnSpc>
              <a:spcBef>
                <a:spcPts val="750"/>
              </a:spcBef>
              <a:spcAft>
                <a:spcPts val="0"/>
              </a:spcAft>
              <a:buClr>
                <a:schemeClr val="dk1"/>
              </a:buClr>
              <a:buSzPts val="1125"/>
              <a:buChar char="▪"/>
              <a:defRPr sz="1125"/>
            </a:lvl1pPr>
            <a:lvl2pPr marL="914400" lvl="1" indent="-300037" algn="l">
              <a:lnSpc>
                <a:spcPct val="95000"/>
              </a:lnSpc>
              <a:spcBef>
                <a:spcPts val="375"/>
              </a:spcBef>
              <a:spcAft>
                <a:spcPts val="0"/>
              </a:spcAft>
              <a:buClr>
                <a:schemeClr val="dk1"/>
              </a:buClr>
              <a:buSzPts val="1125"/>
              <a:buChar char="–"/>
              <a:defRPr sz="1125"/>
            </a:lvl2pPr>
            <a:lvl3pPr marL="1371600" lvl="2" indent="-300037" algn="l">
              <a:lnSpc>
                <a:spcPct val="95000"/>
              </a:lnSpc>
              <a:spcBef>
                <a:spcPts val="375"/>
              </a:spcBef>
              <a:spcAft>
                <a:spcPts val="0"/>
              </a:spcAft>
              <a:buClr>
                <a:schemeClr val="dk1"/>
              </a:buClr>
              <a:buSzPts val="1125"/>
              <a:buChar char="–"/>
              <a:defRPr sz="1125"/>
            </a:lvl3pPr>
            <a:lvl4pPr marL="1828800" lvl="3" indent="-300037" algn="l">
              <a:lnSpc>
                <a:spcPct val="95000"/>
              </a:lnSpc>
              <a:spcBef>
                <a:spcPts val="375"/>
              </a:spcBef>
              <a:spcAft>
                <a:spcPts val="0"/>
              </a:spcAft>
              <a:buClr>
                <a:schemeClr val="dk1"/>
              </a:buClr>
              <a:buSzPts val="1125"/>
              <a:buChar char="–"/>
              <a:defRPr sz="1125"/>
            </a:lvl4pPr>
            <a:lvl5pPr marL="2286000" lvl="4" indent="-300037" algn="l">
              <a:lnSpc>
                <a:spcPct val="95000"/>
              </a:lnSpc>
              <a:spcBef>
                <a:spcPts val="375"/>
              </a:spcBef>
              <a:spcAft>
                <a:spcPts val="0"/>
              </a:spcAft>
              <a:buClr>
                <a:schemeClr val="dk1"/>
              </a:buClr>
              <a:buSzPts val="1125"/>
              <a:buChar char="–"/>
              <a:defRPr sz="1125"/>
            </a:lvl5pPr>
            <a:lvl6pPr marL="2743200" lvl="5" indent="-300037" algn="l">
              <a:lnSpc>
                <a:spcPct val="95000"/>
              </a:lnSpc>
              <a:spcBef>
                <a:spcPts val="375"/>
              </a:spcBef>
              <a:spcAft>
                <a:spcPts val="0"/>
              </a:spcAft>
              <a:buClr>
                <a:schemeClr val="dk1"/>
              </a:buClr>
              <a:buSzPts val="1125"/>
              <a:buChar char="–"/>
              <a:defRPr sz="1125"/>
            </a:lvl6pPr>
            <a:lvl7pPr marL="3200400" lvl="6" indent="-300037" algn="l">
              <a:lnSpc>
                <a:spcPct val="95000"/>
              </a:lnSpc>
              <a:spcBef>
                <a:spcPts val="375"/>
              </a:spcBef>
              <a:spcAft>
                <a:spcPts val="0"/>
              </a:spcAft>
              <a:buClr>
                <a:schemeClr val="dk1"/>
              </a:buClr>
              <a:buSzPts val="1125"/>
              <a:buChar char="–"/>
              <a:defRPr sz="1125"/>
            </a:lvl7pPr>
            <a:lvl8pPr marL="3657600" lvl="7" indent="-300037" algn="l">
              <a:lnSpc>
                <a:spcPct val="95000"/>
              </a:lnSpc>
              <a:spcBef>
                <a:spcPts val="375"/>
              </a:spcBef>
              <a:spcAft>
                <a:spcPts val="0"/>
              </a:spcAft>
              <a:buClr>
                <a:schemeClr val="dk1"/>
              </a:buClr>
              <a:buSzPts val="1125"/>
              <a:buChar char="–"/>
              <a:defRPr sz="1125"/>
            </a:lvl8pPr>
            <a:lvl9pPr marL="4114800" lvl="8" indent="-300037" algn="l">
              <a:lnSpc>
                <a:spcPct val="95000"/>
              </a:lnSpc>
              <a:spcBef>
                <a:spcPts val="375"/>
              </a:spcBef>
              <a:spcAft>
                <a:spcPts val="0"/>
              </a:spcAft>
              <a:buClr>
                <a:schemeClr val="dk1"/>
              </a:buClr>
              <a:buSzPts val="1125"/>
              <a:buChar char="–"/>
              <a:defRPr sz="1125"/>
            </a:lvl9pPr>
          </a:lstStyle>
          <a:p>
            <a:endParaRPr/>
          </a:p>
        </p:txBody>
      </p:sp>
      <p:sp>
        <p:nvSpPr>
          <p:cNvPr id="245" name="Google Shape;245;p18"/>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6" name="Google Shape;246;p18"/>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guide id="3" orient="horz" pos="2592">
          <p15:clr>
            <a:srgbClr val="A4A3A4"/>
          </p15:clr>
        </p15:guide>
        <p15:guide id="4" orient="horz" pos="2448">
          <p15:clr>
            <a:srgbClr val="A4A3A4"/>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ntent and 3 Images">
  <p:cSld name="Content and 3 Images">
    <p:spTree>
      <p:nvGrpSpPr>
        <p:cNvPr id="1" name="Shape 247"/>
        <p:cNvGrpSpPr/>
        <p:nvPr/>
      </p:nvGrpSpPr>
      <p:grpSpPr>
        <a:xfrm>
          <a:off x="0" y="0"/>
          <a:ext cx="0" cy="0"/>
          <a:chOff x="0" y="0"/>
          <a:chExt cx="0" cy="0"/>
        </a:xfrm>
      </p:grpSpPr>
      <p:sp>
        <p:nvSpPr>
          <p:cNvPr id="248" name="Google Shape;248;p19"/>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9" name="Google Shape;249;p19"/>
          <p:cNvSpPr>
            <a:spLocks noGrp="1"/>
          </p:cNvSpPr>
          <p:nvPr>
            <p:ph type="pic" idx="2"/>
          </p:nvPr>
        </p:nvSpPr>
        <p:spPr>
          <a:xfrm>
            <a:off x="411479" y="1200150"/>
            <a:ext cx="2587752" cy="1268730"/>
          </a:xfrm>
          <a:prstGeom prst="rect">
            <a:avLst/>
          </a:prstGeom>
          <a:solidFill>
            <a:srgbClr val="D5D5D7"/>
          </a:solidFill>
          <a:ln>
            <a:noFill/>
          </a:ln>
        </p:spPr>
      </p:sp>
      <p:sp>
        <p:nvSpPr>
          <p:cNvPr id="250" name="Google Shape;250;p19"/>
          <p:cNvSpPr txBox="1">
            <a:spLocks noGrp="1"/>
          </p:cNvSpPr>
          <p:nvPr>
            <p:ph type="body" idx="1"/>
          </p:nvPr>
        </p:nvSpPr>
        <p:spPr>
          <a:xfrm>
            <a:off x="411478" y="2640330"/>
            <a:ext cx="2587752"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350"/>
              <a:buFont typeface="Arial"/>
              <a:buNone/>
              <a:defRPr sz="1350" b="1"/>
            </a:lvl1pPr>
            <a:lvl2pPr marL="914400" lvl="1" indent="-228600" algn="l">
              <a:lnSpc>
                <a:spcPct val="95000"/>
              </a:lnSpc>
              <a:spcBef>
                <a:spcPts val="0"/>
              </a:spcBef>
              <a:spcAft>
                <a:spcPts val="0"/>
              </a:spcAft>
              <a:buClr>
                <a:schemeClr val="dk1"/>
              </a:buClr>
              <a:buSzPts val="1350"/>
              <a:buFont typeface="Arial"/>
              <a:buNone/>
              <a:defRPr sz="1350" b="1"/>
            </a:lvl2pPr>
            <a:lvl3pPr marL="1371600" lvl="2" indent="-228600" algn="l">
              <a:lnSpc>
                <a:spcPct val="95000"/>
              </a:lnSpc>
              <a:spcBef>
                <a:spcPts val="0"/>
              </a:spcBef>
              <a:spcAft>
                <a:spcPts val="0"/>
              </a:spcAft>
              <a:buClr>
                <a:schemeClr val="dk1"/>
              </a:buClr>
              <a:buSzPts val="1350"/>
              <a:buFont typeface="Arial"/>
              <a:buNone/>
              <a:defRPr sz="1350" b="1"/>
            </a:lvl3pPr>
            <a:lvl4pPr marL="1828800" lvl="3" indent="-228600" algn="l">
              <a:lnSpc>
                <a:spcPct val="95000"/>
              </a:lnSpc>
              <a:spcBef>
                <a:spcPts val="0"/>
              </a:spcBef>
              <a:spcAft>
                <a:spcPts val="0"/>
              </a:spcAft>
              <a:buClr>
                <a:schemeClr val="dk1"/>
              </a:buClr>
              <a:buSzPts val="1350"/>
              <a:buFont typeface="Arial"/>
              <a:buNone/>
              <a:defRPr sz="1350" b="1"/>
            </a:lvl4pPr>
            <a:lvl5pPr marL="2286000" lvl="4" indent="-228600" algn="l">
              <a:lnSpc>
                <a:spcPct val="95000"/>
              </a:lnSpc>
              <a:spcBef>
                <a:spcPts val="0"/>
              </a:spcBef>
              <a:spcAft>
                <a:spcPts val="0"/>
              </a:spcAft>
              <a:buClr>
                <a:schemeClr val="dk1"/>
              </a:buClr>
              <a:buSzPts val="1350"/>
              <a:buFont typeface="Arial"/>
              <a:buNone/>
              <a:defRPr sz="1350" b="1"/>
            </a:lvl5pPr>
            <a:lvl6pPr marL="2743200" lvl="5" indent="-228600" algn="l">
              <a:lnSpc>
                <a:spcPct val="95000"/>
              </a:lnSpc>
              <a:spcBef>
                <a:spcPts val="0"/>
              </a:spcBef>
              <a:spcAft>
                <a:spcPts val="0"/>
              </a:spcAft>
              <a:buClr>
                <a:schemeClr val="dk1"/>
              </a:buClr>
              <a:buSzPts val="1350"/>
              <a:buFont typeface="Arial"/>
              <a:buNone/>
              <a:defRPr sz="1350" b="1"/>
            </a:lvl6pPr>
            <a:lvl7pPr marL="3200400" lvl="6" indent="-228600" algn="l">
              <a:lnSpc>
                <a:spcPct val="95000"/>
              </a:lnSpc>
              <a:spcBef>
                <a:spcPts val="0"/>
              </a:spcBef>
              <a:spcAft>
                <a:spcPts val="0"/>
              </a:spcAft>
              <a:buClr>
                <a:schemeClr val="dk1"/>
              </a:buClr>
              <a:buSzPts val="1350"/>
              <a:buFont typeface="Arial"/>
              <a:buNone/>
              <a:defRPr sz="1350" b="1"/>
            </a:lvl7pPr>
            <a:lvl8pPr marL="3657600" lvl="7" indent="-228600" algn="l">
              <a:lnSpc>
                <a:spcPct val="95000"/>
              </a:lnSpc>
              <a:spcBef>
                <a:spcPts val="0"/>
              </a:spcBef>
              <a:spcAft>
                <a:spcPts val="0"/>
              </a:spcAft>
              <a:buClr>
                <a:schemeClr val="dk1"/>
              </a:buClr>
              <a:buSzPts val="1350"/>
              <a:buFont typeface="Arial"/>
              <a:buNone/>
              <a:defRPr sz="1350" b="1"/>
            </a:lvl8pPr>
            <a:lvl9pPr marL="4114800" lvl="8" indent="-228600" algn="l">
              <a:lnSpc>
                <a:spcPct val="95000"/>
              </a:lnSpc>
              <a:spcBef>
                <a:spcPts val="0"/>
              </a:spcBef>
              <a:spcAft>
                <a:spcPts val="0"/>
              </a:spcAft>
              <a:buClr>
                <a:schemeClr val="dk1"/>
              </a:buClr>
              <a:buSzPts val="1350"/>
              <a:buFont typeface="Arial"/>
              <a:buNone/>
              <a:defRPr sz="1350" b="1"/>
            </a:lvl9pPr>
          </a:lstStyle>
          <a:p>
            <a:endParaRPr/>
          </a:p>
        </p:txBody>
      </p:sp>
      <p:sp>
        <p:nvSpPr>
          <p:cNvPr id="251" name="Google Shape;251;p19"/>
          <p:cNvSpPr txBox="1">
            <a:spLocks noGrp="1"/>
          </p:cNvSpPr>
          <p:nvPr>
            <p:ph type="body" idx="3"/>
          </p:nvPr>
        </p:nvSpPr>
        <p:spPr>
          <a:xfrm>
            <a:off x="411479" y="2948940"/>
            <a:ext cx="2587752" cy="1680210"/>
          </a:xfrm>
          <a:prstGeom prst="rect">
            <a:avLst/>
          </a:prstGeom>
          <a:noFill/>
          <a:ln>
            <a:noFill/>
          </a:ln>
        </p:spPr>
        <p:txBody>
          <a:bodyPr spcFirstLastPara="1" wrap="square" lIns="0" tIns="0" rIns="0" bIns="0" anchor="t" anchorCtr="0">
            <a:noAutofit/>
          </a:bodyPr>
          <a:lstStyle>
            <a:lvl1pPr marL="457200" lvl="0" indent="-300037" algn="l">
              <a:lnSpc>
                <a:spcPct val="95000"/>
              </a:lnSpc>
              <a:spcBef>
                <a:spcPts val="750"/>
              </a:spcBef>
              <a:spcAft>
                <a:spcPts val="0"/>
              </a:spcAft>
              <a:buClr>
                <a:schemeClr val="dk1"/>
              </a:buClr>
              <a:buSzPts val="1125"/>
              <a:buChar char="▪"/>
              <a:defRPr sz="1125"/>
            </a:lvl1pPr>
            <a:lvl2pPr marL="914400" lvl="1" indent="-300037" algn="l">
              <a:lnSpc>
                <a:spcPct val="95000"/>
              </a:lnSpc>
              <a:spcBef>
                <a:spcPts val="375"/>
              </a:spcBef>
              <a:spcAft>
                <a:spcPts val="0"/>
              </a:spcAft>
              <a:buClr>
                <a:schemeClr val="dk1"/>
              </a:buClr>
              <a:buSzPts val="1125"/>
              <a:buChar char="–"/>
              <a:defRPr sz="1125"/>
            </a:lvl2pPr>
            <a:lvl3pPr marL="1371600" lvl="2" indent="-300037" algn="l">
              <a:lnSpc>
                <a:spcPct val="95000"/>
              </a:lnSpc>
              <a:spcBef>
                <a:spcPts val="375"/>
              </a:spcBef>
              <a:spcAft>
                <a:spcPts val="0"/>
              </a:spcAft>
              <a:buClr>
                <a:schemeClr val="dk1"/>
              </a:buClr>
              <a:buSzPts val="1125"/>
              <a:buChar char="–"/>
              <a:defRPr sz="1125"/>
            </a:lvl3pPr>
            <a:lvl4pPr marL="1828800" lvl="3" indent="-300037" algn="l">
              <a:lnSpc>
                <a:spcPct val="95000"/>
              </a:lnSpc>
              <a:spcBef>
                <a:spcPts val="375"/>
              </a:spcBef>
              <a:spcAft>
                <a:spcPts val="0"/>
              </a:spcAft>
              <a:buClr>
                <a:schemeClr val="dk1"/>
              </a:buClr>
              <a:buSzPts val="1125"/>
              <a:buChar char="–"/>
              <a:defRPr sz="1125"/>
            </a:lvl4pPr>
            <a:lvl5pPr marL="2286000" lvl="4" indent="-300037" algn="l">
              <a:lnSpc>
                <a:spcPct val="95000"/>
              </a:lnSpc>
              <a:spcBef>
                <a:spcPts val="375"/>
              </a:spcBef>
              <a:spcAft>
                <a:spcPts val="0"/>
              </a:spcAft>
              <a:buClr>
                <a:schemeClr val="dk1"/>
              </a:buClr>
              <a:buSzPts val="1125"/>
              <a:buChar char="–"/>
              <a:defRPr sz="1125"/>
            </a:lvl5pPr>
            <a:lvl6pPr marL="2743200" lvl="5" indent="-300037" algn="l">
              <a:lnSpc>
                <a:spcPct val="95000"/>
              </a:lnSpc>
              <a:spcBef>
                <a:spcPts val="375"/>
              </a:spcBef>
              <a:spcAft>
                <a:spcPts val="0"/>
              </a:spcAft>
              <a:buClr>
                <a:schemeClr val="dk1"/>
              </a:buClr>
              <a:buSzPts val="1125"/>
              <a:buChar char="–"/>
              <a:defRPr sz="1125"/>
            </a:lvl6pPr>
            <a:lvl7pPr marL="3200400" lvl="6" indent="-300037" algn="l">
              <a:lnSpc>
                <a:spcPct val="95000"/>
              </a:lnSpc>
              <a:spcBef>
                <a:spcPts val="375"/>
              </a:spcBef>
              <a:spcAft>
                <a:spcPts val="0"/>
              </a:spcAft>
              <a:buClr>
                <a:schemeClr val="dk1"/>
              </a:buClr>
              <a:buSzPts val="1125"/>
              <a:buChar char="–"/>
              <a:defRPr sz="1125"/>
            </a:lvl7pPr>
            <a:lvl8pPr marL="3657600" lvl="7" indent="-300037" algn="l">
              <a:lnSpc>
                <a:spcPct val="95000"/>
              </a:lnSpc>
              <a:spcBef>
                <a:spcPts val="375"/>
              </a:spcBef>
              <a:spcAft>
                <a:spcPts val="0"/>
              </a:spcAft>
              <a:buClr>
                <a:schemeClr val="dk1"/>
              </a:buClr>
              <a:buSzPts val="1125"/>
              <a:buChar char="–"/>
              <a:defRPr sz="1125"/>
            </a:lvl8pPr>
            <a:lvl9pPr marL="4114800" lvl="8" indent="-300037" algn="l">
              <a:lnSpc>
                <a:spcPct val="95000"/>
              </a:lnSpc>
              <a:spcBef>
                <a:spcPts val="375"/>
              </a:spcBef>
              <a:spcAft>
                <a:spcPts val="0"/>
              </a:spcAft>
              <a:buClr>
                <a:schemeClr val="dk1"/>
              </a:buClr>
              <a:buSzPts val="1125"/>
              <a:buChar char="–"/>
              <a:defRPr sz="1125"/>
            </a:lvl9pPr>
          </a:lstStyle>
          <a:p>
            <a:endParaRPr/>
          </a:p>
        </p:txBody>
      </p:sp>
      <p:sp>
        <p:nvSpPr>
          <p:cNvPr id="252" name="Google Shape;252;p19"/>
          <p:cNvSpPr>
            <a:spLocks noGrp="1"/>
          </p:cNvSpPr>
          <p:nvPr>
            <p:ph type="pic" idx="4"/>
          </p:nvPr>
        </p:nvSpPr>
        <p:spPr>
          <a:xfrm>
            <a:off x="3278123" y="1200150"/>
            <a:ext cx="2587752" cy="1268730"/>
          </a:xfrm>
          <a:prstGeom prst="rect">
            <a:avLst/>
          </a:prstGeom>
          <a:solidFill>
            <a:srgbClr val="D5D5D7"/>
          </a:solidFill>
          <a:ln>
            <a:noFill/>
          </a:ln>
        </p:spPr>
      </p:sp>
      <p:sp>
        <p:nvSpPr>
          <p:cNvPr id="253" name="Google Shape;253;p19"/>
          <p:cNvSpPr txBox="1">
            <a:spLocks noGrp="1"/>
          </p:cNvSpPr>
          <p:nvPr>
            <p:ph type="body" idx="5"/>
          </p:nvPr>
        </p:nvSpPr>
        <p:spPr>
          <a:xfrm>
            <a:off x="3278123" y="2640330"/>
            <a:ext cx="2587752"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350"/>
              <a:buFont typeface="Arial"/>
              <a:buNone/>
              <a:defRPr sz="1350" b="1"/>
            </a:lvl1pPr>
            <a:lvl2pPr marL="914400" lvl="1" indent="-228600" algn="l">
              <a:lnSpc>
                <a:spcPct val="95000"/>
              </a:lnSpc>
              <a:spcBef>
                <a:spcPts val="0"/>
              </a:spcBef>
              <a:spcAft>
                <a:spcPts val="0"/>
              </a:spcAft>
              <a:buClr>
                <a:schemeClr val="dk1"/>
              </a:buClr>
              <a:buSzPts val="1350"/>
              <a:buFont typeface="Arial"/>
              <a:buNone/>
              <a:defRPr sz="1350" b="1"/>
            </a:lvl2pPr>
            <a:lvl3pPr marL="1371600" lvl="2" indent="-228600" algn="l">
              <a:lnSpc>
                <a:spcPct val="95000"/>
              </a:lnSpc>
              <a:spcBef>
                <a:spcPts val="0"/>
              </a:spcBef>
              <a:spcAft>
                <a:spcPts val="0"/>
              </a:spcAft>
              <a:buClr>
                <a:schemeClr val="dk1"/>
              </a:buClr>
              <a:buSzPts val="1350"/>
              <a:buFont typeface="Arial"/>
              <a:buNone/>
              <a:defRPr sz="1350" b="1"/>
            </a:lvl3pPr>
            <a:lvl4pPr marL="1828800" lvl="3" indent="-228600" algn="l">
              <a:lnSpc>
                <a:spcPct val="95000"/>
              </a:lnSpc>
              <a:spcBef>
                <a:spcPts val="0"/>
              </a:spcBef>
              <a:spcAft>
                <a:spcPts val="0"/>
              </a:spcAft>
              <a:buClr>
                <a:schemeClr val="dk1"/>
              </a:buClr>
              <a:buSzPts val="1350"/>
              <a:buFont typeface="Arial"/>
              <a:buNone/>
              <a:defRPr sz="1350" b="1"/>
            </a:lvl4pPr>
            <a:lvl5pPr marL="2286000" lvl="4" indent="-228600" algn="l">
              <a:lnSpc>
                <a:spcPct val="95000"/>
              </a:lnSpc>
              <a:spcBef>
                <a:spcPts val="0"/>
              </a:spcBef>
              <a:spcAft>
                <a:spcPts val="0"/>
              </a:spcAft>
              <a:buClr>
                <a:schemeClr val="dk1"/>
              </a:buClr>
              <a:buSzPts val="1350"/>
              <a:buFont typeface="Arial"/>
              <a:buNone/>
              <a:defRPr sz="1350" b="1"/>
            </a:lvl5pPr>
            <a:lvl6pPr marL="2743200" lvl="5" indent="-228600" algn="l">
              <a:lnSpc>
                <a:spcPct val="95000"/>
              </a:lnSpc>
              <a:spcBef>
                <a:spcPts val="0"/>
              </a:spcBef>
              <a:spcAft>
                <a:spcPts val="0"/>
              </a:spcAft>
              <a:buClr>
                <a:schemeClr val="dk1"/>
              </a:buClr>
              <a:buSzPts val="1350"/>
              <a:buFont typeface="Arial"/>
              <a:buNone/>
              <a:defRPr sz="1350" b="1"/>
            </a:lvl6pPr>
            <a:lvl7pPr marL="3200400" lvl="6" indent="-228600" algn="l">
              <a:lnSpc>
                <a:spcPct val="95000"/>
              </a:lnSpc>
              <a:spcBef>
                <a:spcPts val="0"/>
              </a:spcBef>
              <a:spcAft>
                <a:spcPts val="0"/>
              </a:spcAft>
              <a:buClr>
                <a:schemeClr val="dk1"/>
              </a:buClr>
              <a:buSzPts val="1350"/>
              <a:buFont typeface="Arial"/>
              <a:buNone/>
              <a:defRPr sz="1350" b="1"/>
            </a:lvl7pPr>
            <a:lvl8pPr marL="3657600" lvl="7" indent="-228600" algn="l">
              <a:lnSpc>
                <a:spcPct val="95000"/>
              </a:lnSpc>
              <a:spcBef>
                <a:spcPts val="0"/>
              </a:spcBef>
              <a:spcAft>
                <a:spcPts val="0"/>
              </a:spcAft>
              <a:buClr>
                <a:schemeClr val="dk1"/>
              </a:buClr>
              <a:buSzPts val="1350"/>
              <a:buFont typeface="Arial"/>
              <a:buNone/>
              <a:defRPr sz="1350" b="1"/>
            </a:lvl8pPr>
            <a:lvl9pPr marL="4114800" lvl="8" indent="-228600" algn="l">
              <a:lnSpc>
                <a:spcPct val="95000"/>
              </a:lnSpc>
              <a:spcBef>
                <a:spcPts val="0"/>
              </a:spcBef>
              <a:spcAft>
                <a:spcPts val="0"/>
              </a:spcAft>
              <a:buClr>
                <a:schemeClr val="dk1"/>
              </a:buClr>
              <a:buSzPts val="1350"/>
              <a:buFont typeface="Arial"/>
              <a:buNone/>
              <a:defRPr sz="1350" b="1"/>
            </a:lvl9pPr>
          </a:lstStyle>
          <a:p>
            <a:endParaRPr/>
          </a:p>
        </p:txBody>
      </p:sp>
      <p:sp>
        <p:nvSpPr>
          <p:cNvPr id="254" name="Google Shape;254;p19"/>
          <p:cNvSpPr txBox="1">
            <a:spLocks noGrp="1"/>
          </p:cNvSpPr>
          <p:nvPr>
            <p:ph type="body" idx="6"/>
          </p:nvPr>
        </p:nvSpPr>
        <p:spPr>
          <a:xfrm>
            <a:off x="3278123" y="2948940"/>
            <a:ext cx="2587752" cy="1680210"/>
          </a:xfrm>
          <a:prstGeom prst="rect">
            <a:avLst/>
          </a:prstGeom>
          <a:noFill/>
          <a:ln>
            <a:noFill/>
          </a:ln>
        </p:spPr>
        <p:txBody>
          <a:bodyPr spcFirstLastPara="1" wrap="square" lIns="0" tIns="0" rIns="0" bIns="0" anchor="t" anchorCtr="0">
            <a:noAutofit/>
          </a:bodyPr>
          <a:lstStyle>
            <a:lvl1pPr marL="457200" lvl="0" indent="-300037" algn="l">
              <a:lnSpc>
                <a:spcPct val="95000"/>
              </a:lnSpc>
              <a:spcBef>
                <a:spcPts val="750"/>
              </a:spcBef>
              <a:spcAft>
                <a:spcPts val="0"/>
              </a:spcAft>
              <a:buClr>
                <a:schemeClr val="dk1"/>
              </a:buClr>
              <a:buSzPts val="1125"/>
              <a:buChar char="▪"/>
              <a:defRPr sz="1125"/>
            </a:lvl1pPr>
            <a:lvl2pPr marL="914400" lvl="1" indent="-300037" algn="l">
              <a:lnSpc>
                <a:spcPct val="95000"/>
              </a:lnSpc>
              <a:spcBef>
                <a:spcPts val="375"/>
              </a:spcBef>
              <a:spcAft>
                <a:spcPts val="0"/>
              </a:spcAft>
              <a:buClr>
                <a:schemeClr val="dk1"/>
              </a:buClr>
              <a:buSzPts val="1125"/>
              <a:buChar char="–"/>
              <a:defRPr sz="1125"/>
            </a:lvl2pPr>
            <a:lvl3pPr marL="1371600" lvl="2" indent="-300037" algn="l">
              <a:lnSpc>
                <a:spcPct val="95000"/>
              </a:lnSpc>
              <a:spcBef>
                <a:spcPts val="375"/>
              </a:spcBef>
              <a:spcAft>
                <a:spcPts val="0"/>
              </a:spcAft>
              <a:buClr>
                <a:schemeClr val="dk1"/>
              </a:buClr>
              <a:buSzPts val="1125"/>
              <a:buChar char="–"/>
              <a:defRPr sz="1125"/>
            </a:lvl3pPr>
            <a:lvl4pPr marL="1828800" lvl="3" indent="-300037" algn="l">
              <a:lnSpc>
                <a:spcPct val="95000"/>
              </a:lnSpc>
              <a:spcBef>
                <a:spcPts val="375"/>
              </a:spcBef>
              <a:spcAft>
                <a:spcPts val="0"/>
              </a:spcAft>
              <a:buClr>
                <a:schemeClr val="dk1"/>
              </a:buClr>
              <a:buSzPts val="1125"/>
              <a:buChar char="–"/>
              <a:defRPr sz="1125"/>
            </a:lvl4pPr>
            <a:lvl5pPr marL="2286000" lvl="4" indent="-300037" algn="l">
              <a:lnSpc>
                <a:spcPct val="95000"/>
              </a:lnSpc>
              <a:spcBef>
                <a:spcPts val="375"/>
              </a:spcBef>
              <a:spcAft>
                <a:spcPts val="0"/>
              </a:spcAft>
              <a:buClr>
                <a:schemeClr val="dk1"/>
              </a:buClr>
              <a:buSzPts val="1125"/>
              <a:buChar char="–"/>
              <a:defRPr sz="1125"/>
            </a:lvl5pPr>
            <a:lvl6pPr marL="2743200" lvl="5" indent="-300037" algn="l">
              <a:lnSpc>
                <a:spcPct val="95000"/>
              </a:lnSpc>
              <a:spcBef>
                <a:spcPts val="375"/>
              </a:spcBef>
              <a:spcAft>
                <a:spcPts val="0"/>
              </a:spcAft>
              <a:buClr>
                <a:schemeClr val="dk1"/>
              </a:buClr>
              <a:buSzPts val="1125"/>
              <a:buChar char="–"/>
              <a:defRPr sz="1125"/>
            </a:lvl6pPr>
            <a:lvl7pPr marL="3200400" lvl="6" indent="-300037" algn="l">
              <a:lnSpc>
                <a:spcPct val="95000"/>
              </a:lnSpc>
              <a:spcBef>
                <a:spcPts val="375"/>
              </a:spcBef>
              <a:spcAft>
                <a:spcPts val="0"/>
              </a:spcAft>
              <a:buClr>
                <a:schemeClr val="dk1"/>
              </a:buClr>
              <a:buSzPts val="1125"/>
              <a:buChar char="–"/>
              <a:defRPr sz="1125"/>
            </a:lvl7pPr>
            <a:lvl8pPr marL="3657600" lvl="7" indent="-300037" algn="l">
              <a:lnSpc>
                <a:spcPct val="95000"/>
              </a:lnSpc>
              <a:spcBef>
                <a:spcPts val="375"/>
              </a:spcBef>
              <a:spcAft>
                <a:spcPts val="0"/>
              </a:spcAft>
              <a:buClr>
                <a:schemeClr val="dk1"/>
              </a:buClr>
              <a:buSzPts val="1125"/>
              <a:buChar char="–"/>
              <a:defRPr sz="1125"/>
            </a:lvl8pPr>
            <a:lvl9pPr marL="4114800" lvl="8" indent="-300037" algn="l">
              <a:lnSpc>
                <a:spcPct val="95000"/>
              </a:lnSpc>
              <a:spcBef>
                <a:spcPts val="375"/>
              </a:spcBef>
              <a:spcAft>
                <a:spcPts val="0"/>
              </a:spcAft>
              <a:buClr>
                <a:schemeClr val="dk1"/>
              </a:buClr>
              <a:buSzPts val="1125"/>
              <a:buChar char="–"/>
              <a:defRPr sz="1125"/>
            </a:lvl9pPr>
          </a:lstStyle>
          <a:p>
            <a:endParaRPr/>
          </a:p>
        </p:txBody>
      </p:sp>
      <p:sp>
        <p:nvSpPr>
          <p:cNvPr id="255" name="Google Shape;255;p19"/>
          <p:cNvSpPr>
            <a:spLocks noGrp="1"/>
          </p:cNvSpPr>
          <p:nvPr>
            <p:ph type="pic" idx="7"/>
          </p:nvPr>
        </p:nvSpPr>
        <p:spPr>
          <a:xfrm>
            <a:off x="6144767" y="1200150"/>
            <a:ext cx="2587752" cy="1268730"/>
          </a:xfrm>
          <a:prstGeom prst="rect">
            <a:avLst/>
          </a:prstGeom>
          <a:solidFill>
            <a:srgbClr val="D5D5D7"/>
          </a:solidFill>
          <a:ln>
            <a:noFill/>
          </a:ln>
        </p:spPr>
      </p:sp>
      <p:sp>
        <p:nvSpPr>
          <p:cNvPr id="256" name="Google Shape;256;p19"/>
          <p:cNvSpPr txBox="1">
            <a:spLocks noGrp="1"/>
          </p:cNvSpPr>
          <p:nvPr>
            <p:ph type="body" idx="8"/>
          </p:nvPr>
        </p:nvSpPr>
        <p:spPr>
          <a:xfrm>
            <a:off x="6144767" y="2640330"/>
            <a:ext cx="2587752"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350"/>
              <a:buFont typeface="Arial"/>
              <a:buNone/>
              <a:defRPr sz="1350" b="1"/>
            </a:lvl1pPr>
            <a:lvl2pPr marL="914400" lvl="1" indent="-228600" algn="l">
              <a:lnSpc>
                <a:spcPct val="95000"/>
              </a:lnSpc>
              <a:spcBef>
                <a:spcPts val="0"/>
              </a:spcBef>
              <a:spcAft>
                <a:spcPts val="0"/>
              </a:spcAft>
              <a:buClr>
                <a:schemeClr val="dk1"/>
              </a:buClr>
              <a:buSzPts val="1350"/>
              <a:buFont typeface="Arial"/>
              <a:buNone/>
              <a:defRPr sz="1350" b="1"/>
            </a:lvl2pPr>
            <a:lvl3pPr marL="1371600" lvl="2" indent="-228600" algn="l">
              <a:lnSpc>
                <a:spcPct val="95000"/>
              </a:lnSpc>
              <a:spcBef>
                <a:spcPts val="0"/>
              </a:spcBef>
              <a:spcAft>
                <a:spcPts val="0"/>
              </a:spcAft>
              <a:buClr>
                <a:schemeClr val="dk1"/>
              </a:buClr>
              <a:buSzPts val="1350"/>
              <a:buFont typeface="Arial"/>
              <a:buNone/>
              <a:defRPr sz="1350" b="1"/>
            </a:lvl3pPr>
            <a:lvl4pPr marL="1828800" lvl="3" indent="-228600" algn="l">
              <a:lnSpc>
                <a:spcPct val="95000"/>
              </a:lnSpc>
              <a:spcBef>
                <a:spcPts val="0"/>
              </a:spcBef>
              <a:spcAft>
                <a:spcPts val="0"/>
              </a:spcAft>
              <a:buClr>
                <a:schemeClr val="dk1"/>
              </a:buClr>
              <a:buSzPts val="1350"/>
              <a:buFont typeface="Arial"/>
              <a:buNone/>
              <a:defRPr sz="1350" b="1"/>
            </a:lvl4pPr>
            <a:lvl5pPr marL="2286000" lvl="4" indent="-228600" algn="l">
              <a:lnSpc>
                <a:spcPct val="95000"/>
              </a:lnSpc>
              <a:spcBef>
                <a:spcPts val="0"/>
              </a:spcBef>
              <a:spcAft>
                <a:spcPts val="0"/>
              </a:spcAft>
              <a:buClr>
                <a:schemeClr val="dk1"/>
              </a:buClr>
              <a:buSzPts val="1350"/>
              <a:buFont typeface="Arial"/>
              <a:buNone/>
              <a:defRPr sz="1350" b="1"/>
            </a:lvl5pPr>
            <a:lvl6pPr marL="2743200" lvl="5" indent="-228600" algn="l">
              <a:lnSpc>
                <a:spcPct val="95000"/>
              </a:lnSpc>
              <a:spcBef>
                <a:spcPts val="0"/>
              </a:spcBef>
              <a:spcAft>
                <a:spcPts val="0"/>
              </a:spcAft>
              <a:buClr>
                <a:schemeClr val="dk1"/>
              </a:buClr>
              <a:buSzPts val="1350"/>
              <a:buFont typeface="Arial"/>
              <a:buNone/>
              <a:defRPr sz="1350" b="1"/>
            </a:lvl6pPr>
            <a:lvl7pPr marL="3200400" lvl="6" indent="-228600" algn="l">
              <a:lnSpc>
                <a:spcPct val="95000"/>
              </a:lnSpc>
              <a:spcBef>
                <a:spcPts val="0"/>
              </a:spcBef>
              <a:spcAft>
                <a:spcPts val="0"/>
              </a:spcAft>
              <a:buClr>
                <a:schemeClr val="dk1"/>
              </a:buClr>
              <a:buSzPts val="1350"/>
              <a:buFont typeface="Arial"/>
              <a:buNone/>
              <a:defRPr sz="1350" b="1"/>
            </a:lvl7pPr>
            <a:lvl8pPr marL="3657600" lvl="7" indent="-228600" algn="l">
              <a:lnSpc>
                <a:spcPct val="95000"/>
              </a:lnSpc>
              <a:spcBef>
                <a:spcPts val="0"/>
              </a:spcBef>
              <a:spcAft>
                <a:spcPts val="0"/>
              </a:spcAft>
              <a:buClr>
                <a:schemeClr val="dk1"/>
              </a:buClr>
              <a:buSzPts val="1350"/>
              <a:buFont typeface="Arial"/>
              <a:buNone/>
              <a:defRPr sz="1350" b="1"/>
            </a:lvl8pPr>
            <a:lvl9pPr marL="4114800" lvl="8" indent="-228600" algn="l">
              <a:lnSpc>
                <a:spcPct val="95000"/>
              </a:lnSpc>
              <a:spcBef>
                <a:spcPts val="0"/>
              </a:spcBef>
              <a:spcAft>
                <a:spcPts val="0"/>
              </a:spcAft>
              <a:buClr>
                <a:schemeClr val="dk1"/>
              </a:buClr>
              <a:buSzPts val="1350"/>
              <a:buFont typeface="Arial"/>
              <a:buNone/>
              <a:defRPr sz="1350" b="1"/>
            </a:lvl9pPr>
          </a:lstStyle>
          <a:p>
            <a:endParaRPr/>
          </a:p>
        </p:txBody>
      </p:sp>
      <p:sp>
        <p:nvSpPr>
          <p:cNvPr id="257" name="Google Shape;257;p19"/>
          <p:cNvSpPr txBox="1">
            <a:spLocks noGrp="1"/>
          </p:cNvSpPr>
          <p:nvPr>
            <p:ph type="body" idx="9"/>
          </p:nvPr>
        </p:nvSpPr>
        <p:spPr>
          <a:xfrm>
            <a:off x="6144767" y="2948940"/>
            <a:ext cx="2587752" cy="1680210"/>
          </a:xfrm>
          <a:prstGeom prst="rect">
            <a:avLst/>
          </a:prstGeom>
          <a:noFill/>
          <a:ln>
            <a:noFill/>
          </a:ln>
        </p:spPr>
        <p:txBody>
          <a:bodyPr spcFirstLastPara="1" wrap="square" lIns="0" tIns="0" rIns="0" bIns="0" anchor="t" anchorCtr="0">
            <a:noAutofit/>
          </a:bodyPr>
          <a:lstStyle>
            <a:lvl1pPr marL="457200" lvl="0" indent="-300037" algn="l">
              <a:lnSpc>
                <a:spcPct val="95000"/>
              </a:lnSpc>
              <a:spcBef>
                <a:spcPts val="750"/>
              </a:spcBef>
              <a:spcAft>
                <a:spcPts val="0"/>
              </a:spcAft>
              <a:buClr>
                <a:schemeClr val="dk1"/>
              </a:buClr>
              <a:buSzPts val="1125"/>
              <a:buChar char="▪"/>
              <a:defRPr sz="1125"/>
            </a:lvl1pPr>
            <a:lvl2pPr marL="914400" lvl="1" indent="-300037" algn="l">
              <a:lnSpc>
                <a:spcPct val="95000"/>
              </a:lnSpc>
              <a:spcBef>
                <a:spcPts val="375"/>
              </a:spcBef>
              <a:spcAft>
                <a:spcPts val="0"/>
              </a:spcAft>
              <a:buClr>
                <a:schemeClr val="dk1"/>
              </a:buClr>
              <a:buSzPts val="1125"/>
              <a:buChar char="–"/>
              <a:defRPr sz="1125"/>
            </a:lvl2pPr>
            <a:lvl3pPr marL="1371600" lvl="2" indent="-300037" algn="l">
              <a:lnSpc>
                <a:spcPct val="95000"/>
              </a:lnSpc>
              <a:spcBef>
                <a:spcPts val="375"/>
              </a:spcBef>
              <a:spcAft>
                <a:spcPts val="0"/>
              </a:spcAft>
              <a:buClr>
                <a:schemeClr val="dk1"/>
              </a:buClr>
              <a:buSzPts val="1125"/>
              <a:buChar char="–"/>
              <a:defRPr sz="1125"/>
            </a:lvl3pPr>
            <a:lvl4pPr marL="1828800" lvl="3" indent="-300037" algn="l">
              <a:lnSpc>
                <a:spcPct val="95000"/>
              </a:lnSpc>
              <a:spcBef>
                <a:spcPts val="375"/>
              </a:spcBef>
              <a:spcAft>
                <a:spcPts val="0"/>
              </a:spcAft>
              <a:buClr>
                <a:schemeClr val="dk1"/>
              </a:buClr>
              <a:buSzPts val="1125"/>
              <a:buChar char="–"/>
              <a:defRPr sz="1125"/>
            </a:lvl4pPr>
            <a:lvl5pPr marL="2286000" lvl="4" indent="-300037" algn="l">
              <a:lnSpc>
                <a:spcPct val="95000"/>
              </a:lnSpc>
              <a:spcBef>
                <a:spcPts val="375"/>
              </a:spcBef>
              <a:spcAft>
                <a:spcPts val="0"/>
              </a:spcAft>
              <a:buClr>
                <a:schemeClr val="dk1"/>
              </a:buClr>
              <a:buSzPts val="1125"/>
              <a:buChar char="–"/>
              <a:defRPr sz="1125"/>
            </a:lvl5pPr>
            <a:lvl6pPr marL="2743200" lvl="5" indent="-300037" algn="l">
              <a:lnSpc>
                <a:spcPct val="95000"/>
              </a:lnSpc>
              <a:spcBef>
                <a:spcPts val="375"/>
              </a:spcBef>
              <a:spcAft>
                <a:spcPts val="0"/>
              </a:spcAft>
              <a:buClr>
                <a:schemeClr val="dk1"/>
              </a:buClr>
              <a:buSzPts val="1125"/>
              <a:buChar char="–"/>
              <a:defRPr sz="1125"/>
            </a:lvl6pPr>
            <a:lvl7pPr marL="3200400" lvl="6" indent="-300037" algn="l">
              <a:lnSpc>
                <a:spcPct val="95000"/>
              </a:lnSpc>
              <a:spcBef>
                <a:spcPts val="375"/>
              </a:spcBef>
              <a:spcAft>
                <a:spcPts val="0"/>
              </a:spcAft>
              <a:buClr>
                <a:schemeClr val="dk1"/>
              </a:buClr>
              <a:buSzPts val="1125"/>
              <a:buChar char="–"/>
              <a:defRPr sz="1125"/>
            </a:lvl7pPr>
            <a:lvl8pPr marL="3657600" lvl="7" indent="-300037" algn="l">
              <a:lnSpc>
                <a:spcPct val="95000"/>
              </a:lnSpc>
              <a:spcBef>
                <a:spcPts val="375"/>
              </a:spcBef>
              <a:spcAft>
                <a:spcPts val="0"/>
              </a:spcAft>
              <a:buClr>
                <a:schemeClr val="dk1"/>
              </a:buClr>
              <a:buSzPts val="1125"/>
              <a:buChar char="–"/>
              <a:defRPr sz="1125"/>
            </a:lvl8pPr>
            <a:lvl9pPr marL="4114800" lvl="8" indent="-300037" algn="l">
              <a:lnSpc>
                <a:spcPct val="95000"/>
              </a:lnSpc>
              <a:spcBef>
                <a:spcPts val="375"/>
              </a:spcBef>
              <a:spcAft>
                <a:spcPts val="0"/>
              </a:spcAft>
              <a:buClr>
                <a:schemeClr val="dk1"/>
              </a:buClr>
              <a:buSzPts val="1125"/>
              <a:buChar char="–"/>
              <a:defRPr sz="1125"/>
            </a:lvl9pPr>
          </a:lstStyle>
          <a:p>
            <a:endParaRPr/>
          </a:p>
        </p:txBody>
      </p:sp>
      <p:sp>
        <p:nvSpPr>
          <p:cNvPr id="258" name="Google Shape;258;p19"/>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9" name="Google Shape;259;p19"/>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2218">
          <p15:clr>
            <a:srgbClr val="A4A3A4"/>
          </p15:clr>
        </p15:guide>
        <p15:guide id="3" orient="horz" pos="3888">
          <p15:clr>
            <a:srgbClr val="A4A3A4"/>
          </p15:clr>
        </p15:guide>
        <p15:guide id="4" orient="horz" pos="2074">
          <p15:clr>
            <a:srgbClr val="A4A3A4"/>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Content and 4 Images">
  <p:cSld name="Content and 4 Images">
    <p:spTree>
      <p:nvGrpSpPr>
        <p:cNvPr id="1" name="Shape 260"/>
        <p:cNvGrpSpPr/>
        <p:nvPr/>
      </p:nvGrpSpPr>
      <p:grpSpPr>
        <a:xfrm>
          <a:off x="0" y="0"/>
          <a:ext cx="0" cy="0"/>
          <a:chOff x="0" y="0"/>
          <a:chExt cx="0" cy="0"/>
        </a:xfrm>
      </p:grpSpPr>
      <p:sp>
        <p:nvSpPr>
          <p:cNvPr id="261" name="Google Shape;261;p20"/>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2" name="Google Shape;262;p20"/>
          <p:cNvSpPr>
            <a:spLocks noGrp="1"/>
          </p:cNvSpPr>
          <p:nvPr>
            <p:ph type="pic" idx="2"/>
          </p:nvPr>
        </p:nvSpPr>
        <p:spPr>
          <a:xfrm>
            <a:off x="411481" y="1200150"/>
            <a:ext cx="1874519" cy="925830"/>
          </a:xfrm>
          <a:prstGeom prst="rect">
            <a:avLst/>
          </a:prstGeom>
          <a:solidFill>
            <a:srgbClr val="D5D5D7"/>
          </a:solidFill>
          <a:ln>
            <a:noFill/>
          </a:ln>
        </p:spPr>
      </p:sp>
      <p:sp>
        <p:nvSpPr>
          <p:cNvPr id="263" name="Google Shape;263;p20"/>
          <p:cNvSpPr txBox="1">
            <a:spLocks noGrp="1"/>
          </p:cNvSpPr>
          <p:nvPr>
            <p:ph type="body" idx="1"/>
          </p:nvPr>
        </p:nvSpPr>
        <p:spPr>
          <a:xfrm>
            <a:off x="411480" y="2297430"/>
            <a:ext cx="1874519"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200"/>
              <a:buFont typeface="Arial"/>
              <a:buNone/>
              <a:defRPr sz="1200" b="1"/>
            </a:lvl1pPr>
            <a:lvl2pPr marL="914400" lvl="1" indent="-228600" algn="l">
              <a:lnSpc>
                <a:spcPct val="95000"/>
              </a:lnSpc>
              <a:spcBef>
                <a:spcPts val="0"/>
              </a:spcBef>
              <a:spcAft>
                <a:spcPts val="0"/>
              </a:spcAft>
              <a:buClr>
                <a:schemeClr val="dk1"/>
              </a:buClr>
              <a:buSzPts val="1200"/>
              <a:buFont typeface="Arial"/>
              <a:buNone/>
              <a:defRPr sz="1200" b="1"/>
            </a:lvl2pPr>
            <a:lvl3pPr marL="1371600" lvl="2" indent="-228600" algn="l">
              <a:lnSpc>
                <a:spcPct val="95000"/>
              </a:lnSpc>
              <a:spcBef>
                <a:spcPts val="0"/>
              </a:spcBef>
              <a:spcAft>
                <a:spcPts val="0"/>
              </a:spcAft>
              <a:buClr>
                <a:schemeClr val="dk1"/>
              </a:buClr>
              <a:buSzPts val="1200"/>
              <a:buFont typeface="Arial"/>
              <a:buNone/>
              <a:defRPr sz="1200" b="1"/>
            </a:lvl3pPr>
            <a:lvl4pPr marL="1828800" lvl="3" indent="-228600" algn="l">
              <a:lnSpc>
                <a:spcPct val="95000"/>
              </a:lnSpc>
              <a:spcBef>
                <a:spcPts val="0"/>
              </a:spcBef>
              <a:spcAft>
                <a:spcPts val="0"/>
              </a:spcAft>
              <a:buClr>
                <a:schemeClr val="dk1"/>
              </a:buClr>
              <a:buSzPts val="1200"/>
              <a:buFont typeface="Arial"/>
              <a:buNone/>
              <a:defRPr sz="1200" b="1"/>
            </a:lvl4pPr>
            <a:lvl5pPr marL="2286000" lvl="4" indent="-228600" algn="l">
              <a:lnSpc>
                <a:spcPct val="95000"/>
              </a:lnSpc>
              <a:spcBef>
                <a:spcPts val="0"/>
              </a:spcBef>
              <a:spcAft>
                <a:spcPts val="0"/>
              </a:spcAft>
              <a:buClr>
                <a:schemeClr val="dk1"/>
              </a:buClr>
              <a:buSzPts val="1200"/>
              <a:buFont typeface="Arial"/>
              <a:buNone/>
              <a:defRPr sz="1200" b="1"/>
            </a:lvl5pPr>
            <a:lvl6pPr marL="2743200" lvl="5" indent="-228600" algn="l">
              <a:lnSpc>
                <a:spcPct val="95000"/>
              </a:lnSpc>
              <a:spcBef>
                <a:spcPts val="0"/>
              </a:spcBef>
              <a:spcAft>
                <a:spcPts val="0"/>
              </a:spcAft>
              <a:buClr>
                <a:schemeClr val="dk1"/>
              </a:buClr>
              <a:buSzPts val="1200"/>
              <a:buFont typeface="Arial"/>
              <a:buNone/>
              <a:defRPr sz="1200" b="1"/>
            </a:lvl6pPr>
            <a:lvl7pPr marL="3200400" lvl="6" indent="-228600" algn="l">
              <a:lnSpc>
                <a:spcPct val="95000"/>
              </a:lnSpc>
              <a:spcBef>
                <a:spcPts val="0"/>
              </a:spcBef>
              <a:spcAft>
                <a:spcPts val="0"/>
              </a:spcAft>
              <a:buClr>
                <a:schemeClr val="dk1"/>
              </a:buClr>
              <a:buSzPts val="1200"/>
              <a:buFont typeface="Arial"/>
              <a:buNone/>
              <a:defRPr sz="1200" b="1"/>
            </a:lvl7pPr>
            <a:lvl8pPr marL="3657600" lvl="7" indent="-228600" algn="l">
              <a:lnSpc>
                <a:spcPct val="95000"/>
              </a:lnSpc>
              <a:spcBef>
                <a:spcPts val="0"/>
              </a:spcBef>
              <a:spcAft>
                <a:spcPts val="0"/>
              </a:spcAft>
              <a:buClr>
                <a:schemeClr val="dk1"/>
              </a:buClr>
              <a:buSzPts val="1200"/>
              <a:buFont typeface="Arial"/>
              <a:buNone/>
              <a:defRPr sz="1200" b="1"/>
            </a:lvl8pPr>
            <a:lvl9pPr marL="4114800" lvl="8" indent="-228600" algn="l">
              <a:lnSpc>
                <a:spcPct val="95000"/>
              </a:lnSpc>
              <a:spcBef>
                <a:spcPts val="0"/>
              </a:spcBef>
              <a:spcAft>
                <a:spcPts val="0"/>
              </a:spcAft>
              <a:buClr>
                <a:schemeClr val="dk1"/>
              </a:buClr>
              <a:buSzPts val="1200"/>
              <a:buFont typeface="Arial"/>
              <a:buNone/>
              <a:defRPr sz="1200" b="1"/>
            </a:lvl9pPr>
          </a:lstStyle>
          <a:p>
            <a:endParaRPr/>
          </a:p>
        </p:txBody>
      </p:sp>
      <p:sp>
        <p:nvSpPr>
          <p:cNvPr id="264" name="Google Shape;264;p20"/>
          <p:cNvSpPr txBox="1">
            <a:spLocks noGrp="1"/>
          </p:cNvSpPr>
          <p:nvPr>
            <p:ph type="body" idx="3"/>
          </p:nvPr>
        </p:nvSpPr>
        <p:spPr>
          <a:xfrm>
            <a:off x="411481" y="2606040"/>
            <a:ext cx="1874519" cy="202311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265" name="Google Shape;265;p20"/>
          <p:cNvSpPr>
            <a:spLocks noGrp="1"/>
          </p:cNvSpPr>
          <p:nvPr>
            <p:ph type="pic" idx="4"/>
          </p:nvPr>
        </p:nvSpPr>
        <p:spPr>
          <a:xfrm>
            <a:off x="2571604" y="1200150"/>
            <a:ext cx="1874519" cy="925830"/>
          </a:xfrm>
          <a:prstGeom prst="rect">
            <a:avLst/>
          </a:prstGeom>
          <a:solidFill>
            <a:srgbClr val="D5D5D7"/>
          </a:solidFill>
          <a:ln>
            <a:noFill/>
          </a:ln>
        </p:spPr>
      </p:sp>
      <p:sp>
        <p:nvSpPr>
          <p:cNvPr id="266" name="Google Shape;266;p20"/>
          <p:cNvSpPr txBox="1">
            <a:spLocks noGrp="1"/>
          </p:cNvSpPr>
          <p:nvPr>
            <p:ph type="body" idx="5"/>
          </p:nvPr>
        </p:nvSpPr>
        <p:spPr>
          <a:xfrm>
            <a:off x="2571604" y="2297430"/>
            <a:ext cx="1874519"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200"/>
              <a:buFont typeface="Arial"/>
              <a:buNone/>
              <a:defRPr sz="1200" b="1"/>
            </a:lvl1pPr>
            <a:lvl2pPr marL="914400" lvl="1" indent="-228600" algn="l">
              <a:lnSpc>
                <a:spcPct val="95000"/>
              </a:lnSpc>
              <a:spcBef>
                <a:spcPts val="0"/>
              </a:spcBef>
              <a:spcAft>
                <a:spcPts val="0"/>
              </a:spcAft>
              <a:buClr>
                <a:schemeClr val="dk1"/>
              </a:buClr>
              <a:buSzPts val="1200"/>
              <a:buFont typeface="Arial"/>
              <a:buNone/>
              <a:defRPr sz="1200" b="1"/>
            </a:lvl2pPr>
            <a:lvl3pPr marL="1371600" lvl="2" indent="-228600" algn="l">
              <a:lnSpc>
                <a:spcPct val="95000"/>
              </a:lnSpc>
              <a:spcBef>
                <a:spcPts val="0"/>
              </a:spcBef>
              <a:spcAft>
                <a:spcPts val="0"/>
              </a:spcAft>
              <a:buClr>
                <a:schemeClr val="dk1"/>
              </a:buClr>
              <a:buSzPts val="1200"/>
              <a:buFont typeface="Arial"/>
              <a:buNone/>
              <a:defRPr sz="1200" b="1"/>
            </a:lvl3pPr>
            <a:lvl4pPr marL="1828800" lvl="3" indent="-228600" algn="l">
              <a:lnSpc>
                <a:spcPct val="95000"/>
              </a:lnSpc>
              <a:spcBef>
                <a:spcPts val="0"/>
              </a:spcBef>
              <a:spcAft>
                <a:spcPts val="0"/>
              </a:spcAft>
              <a:buClr>
                <a:schemeClr val="dk1"/>
              </a:buClr>
              <a:buSzPts val="1200"/>
              <a:buFont typeface="Arial"/>
              <a:buNone/>
              <a:defRPr sz="1200" b="1"/>
            </a:lvl4pPr>
            <a:lvl5pPr marL="2286000" lvl="4" indent="-228600" algn="l">
              <a:lnSpc>
                <a:spcPct val="95000"/>
              </a:lnSpc>
              <a:spcBef>
                <a:spcPts val="0"/>
              </a:spcBef>
              <a:spcAft>
                <a:spcPts val="0"/>
              </a:spcAft>
              <a:buClr>
                <a:schemeClr val="dk1"/>
              </a:buClr>
              <a:buSzPts val="1200"/>
              <a:buFont typeface="Arial"/>
              <a:buNone/>
              <a:defRPr sz="1200" b="1"/>
            </a:lvl5pPr>
            <a:lvl6pPr marL="2743200" lvl="5" indent="-228600" algn="l">
              <a:lnSpc>
                <a:spcPct val="95000"/>
              </a:lnSpc>
              <a:spcBef>
                <a:spcPts val="0"/>
              </a:spcBef>
              <a:spcAft>
                <a:spcPts val="0"/>
              </a:spcAft>
              <a:buClr>
                <a:schemeClr val="dk1"/>
              </a:buClr>
              <a:buSzPts val="1200"/>
              <a:buFont typeface="Arial"/>
              <a:buNone/>
              <a:defRPr sz="1200" b="1"/>
            </a:lvl6pPr>
            <a:lvl7pPr marL="3200400" lvl="6" indent="-228600" algn="l">
              <a:lnSpc>
                <a:spcPct val="95000"/>
              </a:lnSpc>
              <a:spcBef>
                <a:spcPts val="0"/>
              </a:spcBef>
              <a:spcAft>
                <a:spcPts val="0"/>
              </a:spcAft>
              <a:buClr>
                <a:schemeClr val="dk1"/>
              </a:buClr>
              <a:buSzPts val="1200"/>
              <a:buFont typeface="Arial"/>
              <a:buNone/>
              <a:defRPr sz="1200" b="1"/>
            </a:lvl7pPr>
            <a:lvl8pPr marL="3657600" lvl="7" indent="-228600" algn="l">
              <a:lnSpc>
                <a:spcPct val="95000"/>
              </a:lnSpc>
              <a:spcBef>
                <a:spcPts val="0"/>
              </a:spcBef>
              <a:spcAft>
                <a:spcPts val="0"/>
              </a:spcAft>
              <a:buClr>
                <a:schemeClr val="dk1"/>
              </a:buClr>
              <a:buSzPts val="1200"/>
              <a:buFont typeface="Arial"/>
              <a:buNone/>
              <a:defRPr sz="1200" b="1"/>
            </a:lvl8pPr>
            <a:lvl9pPr marL="4114800" lvl="8" indent="-228600" algn="l">
              <a:lnSpc>
                <a:spcPct val="95000"/>
              </a:lnSpc>
              <a:spcBef>
                <a:spcPts val="0"/>
              </a:spcBef>
              <a:spcAft>
                <a:spcPts val="0"/>
              </a:spcAft>
              <a:buClr>
                <a:schemeClr val="dk1"/>
              </a:buClr>
              <a:buSzPts val="1200"/>
              <a:buFont typeface="Arial"/>
              <a:buNone/>
              <a:defRPr sz="1200" b="1"/>
            </a:lvl9pPr>
          </a:lstStyle>
          <a:p>
            <a:endParaRPr/>
          </a:p>
        </p:txBody>
      </p:sp>
      <p:sp>
        <p:nvSpPr>
          <p:cNvPr id="267" name="Google Shape;267;p20"/>
          <p:cNvSpPr txBox="1">
            <a:spLocks noGrp="1"/>
          </p:cNvSpPr>
          <p:nvPr>
            <p:ph type="body" idx="6"/>
          </p:nvPr>
        </p:nvSpPr>
        <p:spPr>
          <a:xfrm>
            <a:off x="2571604" y="2606040"/>
            <a:ext cx="1874519" cy="202311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268" name="Google Shape;268;p20"/>
          <p:cNvSpPr>
            <a:spLocks noGrp="1"/>
          </p:cNvSpPr>
          <p:nvPr>
            <p:ph type="pic" idx="7"/>
          </p:nvPr>
        </p:nvSpPr>
        <p:spPr>
          <a:xfrm>
            <a:off x="4697881" y="1200150"/>
            <a:ext cx="1874519" cy="925830"/>
          </a:xfrm>
          <a:prstGeom prst="rect">
            <a:avLst/>
          </a:prstGeom>
          <a:solidFill>
            <a:srgbClr val="D5D5D7"/>
          </a:solidFill>
          <a:ln>
            <a:noFill/>
          </a:ln>
        </p:spPr>
      </p:sp>
      <p:sp>
        <p:nvSpPr>
          <p:cNvPr id="269" name="Google Shape;269;p20"/>
          <p:cNvSpPr txBox="1">
            <a:spLocks noGrp="1"/>
          </p:cNvSpPr>
          <p:nvPr>
            <p:ph type="body" idx="8"/>
          </p:nvPr>
        </p:nvSpPr>
        <p:spPr>
          <a:xfrm>
            <a:off x="4697881" y="2297430"/>
            <a:ext cx="1874519"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200"/>
              <a:buFont typeface="Arial"/>
              <a:buNone/>
              <a:defRPr sz="1200" b="1"/>
            </a:lvl1pPr>
            <a:lvl2pPr marL="914400" lvl="1" indent="-228600" algn="l">
              <a:lnSpc>
                <a:spcPct val="95000"/>
              </a:lnSpc>
              <a:spcBef>
                <a:spcPts val="0"/>
              </a:spcBef>
              <a:spcAft>
                <a:spcPts val="0"/>
              </a:spcAft>
              <a:buClr>
                <a:schemeClr val="dk1"/>
              </a:buClr>
              <a:buSzPts val="1200"/>
              <a:buFont typeface="Arial"/>
              <a:buNone/>
              <a:defRPr sz="1200" b="1"/>
            </a:lvl2pPr>
            <a:lvl3pPr marL="1371600" lvl="2" indent="-228600" algn="l">
              <a:lnSpc>
                <a:spcPct val="95000"/>
              </a:lnSpc>
              <a:spcBef>
                <a:spcPts val="0"/>
              </a:spcBef>
              <a:spcAft>
                <a:spcPts val="0"/>
              </a:spcAft>
              <a:buClr>
                <a:schemeClr val="dk1"/>
              </a:buClr>
              <a:buSzPts val="1200"/>
              <a:buFont typeface="Arial"/>
              <a:buNone/>
              <a:defRPr sz="1200" b="1"/>
            </a:lvl3pPr>
            <a:lvl4pPr marL="1828800" lvl="3" indent="-228600" algn="l">
              <a:lnSpc>
                <a:spcPct val="95000"/>
              </a:lnSpc>
              <a:spcBef>
                <a:spcPts val="0"/>
              </a:spcBef>
              <a:spcAft>
                <a:spcPts val="0"/>
              </a:spcAft>
              <a:buClr>
                <a:schemeClr val="dk1"/>
              </a:buClr>
              <a:buSzPts val="1200"/>
              <a:buFont typeface="Arial"/>
              <a:buNone/>
              <a:defRPr sz="1200" b="1"/>
            </a:lvl4pPr>
            <a:lvl5pPr marL="2286000" lvl="4" indent="-228600" algn="l">
              <a:lnSpc>
                <a:spcPct val="95000"/>
              </a:lnSpc>
              <a:spcBef>
                <a:spcPts val="0"/>
              </a:spcBef>
              <a:spcAft>
                <a:spcPts val="0"/>
              </a:spcAft>
              <a:buClr>
                <a:schemeClr val="dk1"/>
              </a:buClr>
              <a:buSzPts val="1200"/>
              <a:buFont typeface="Arial"/>
              <a:buNone/>
              <a:defRPr sz="1200" b="1"/>
            </a:lvl5pPr>
            <a:lvl6pPr marL="2743200" lvl="5" indent="-228600" algn="l">
              <a:lnSpc>
                <a:spcPct val="95000"/>
              </a:lnSpc>
              <a:spcBef>
                <a:spcPts val="0"/>
              </a:spcBef>
              <a:spcAft>
                <a:spcPts val="0"/>
              </a:spcAft>
              <a:buClr>
                <a:schemeClr val="dk1"/>
              </a:buClr>
              <a:buSzPts val="1200"/>
              <a:buFont typeface="Arial"/>
              <a:buNone/>
              <a:defRPr sz="1200" b="1"/>
            </a:lvl6pPr>
            <a:lvl7pPr marL="3200400" lvl="6" indent="-228600" algn="l">
              <a:lnSpc>
                <a:spcPct val="95000"/>
              </a:lnSpc>
              <a:spcBef>
                <a:spcPts val="0"/>
              </a:spcBef>
              <a:spcAft>
                <a:spcPts val="0"/>
              </a:spcAft>
              <a:buClr>
                <a:schemeClr val="dk1"/>
              </a:buClr>
              <a:buSzPts val="1200"/>
              <a:buFont typeface="Arial"/>
              <a:buNone/>
              <a:defRPr sz="1200" b="1"/>
            </a:lvl7pPr>
            <a:lvl8pPr marL="3657600" lvl="7" indent="-228600" algn="l">
              <a:lnSpc>
                <a:spcPct val="95000"/>
              </a:lnSpc>
              <a:spcBef>
                <a:spcPts val="0"/>
              </a:spcBef>
              <a:spcAft>
                <a:spcPts val="0"/>
              </a:spcAft>
              <a:buClr>
                <a:schemeClr val="dk1"/>
              </a:buClr>
              <a:buSzPts val="1200"/>
              <a:buFont typeface="Arial"/>
              <a:buNone/>
              <a:defRPr sz="1200" b="1"/>
            </a:lvl8pPr>
            <a:lvl9pPr marL="4114800" lvl="8" indent="-228600" algn="l">
              <a:lnSpc>
                <a:spcPct val="95000"/>
              </a:lnSpc>
              <a:spcBef>
                <a:spcPts val="0"/>
              </a:spcBef>
              <a:spcAft>
                <a:spcPts val="0"/>
              </a:spcAft>
              <a:buClr>
                <a:schemeClr val="dk1"/>
              </a:buClr>
              <a:buSzPts val="1200"/>
              <a:buFont typeface="Arial"/>
              <a:buNone/>
              <a:defRPr sz="1200" b="1"/>
            </a:lvl9pPr>
          </a:lstStyle>
          <a:p>
            <a:endParaRPr/>
          </a:p>
        </p:txBody>
      </p:sp>
      <p:sp>
        <p:nvSpPr>
          <p:cNvPr id="270" name="Google Shape;270;p20"/>
          <p:cNvSpPr txBox="1">
            <a:spLocks noGrp="1"/>
          </p:cNvSpPr>
          <p:nvPr>
            <p:ph type="body" idx="9"/>
          </p:nvPr>
        </p:nvSpPr>
        <p:spPr>
          <a:xfrm>
            <a:off x="4697881" y="2606040"/>
            <a:ext cx="1874519" cy="202311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271" name="Google Shape;271;p20"/>
          <p:cNvSpPr>
            <a:spLocks noGrp="1"/>
          </p:cNvSpPr>
          <p:nvPr>
            <p:ph type="pic" idx="13"/>
          </p:nvPr>
        </p:nvSpPr>
        <p:spPr>
          <a:xfrm>
            <a:off x="6858001" y="1200150"/>
            <a:ext cx="1874519" cy="925830"/>
          </a:xfrm>
          <a:prstGeom prst="rect">
            <a:avLst/>
          </a:prstGeom>
          <a:solidFill>
            <a:srgbClr val="D5D5D7"/>
          </a:solidFill>
          <a:ln>
            <a:noFill/>
          </a:ln>
        </p:spPr>
      </p:sp>
      <p:sp>
        <p:nvSpPr>
          <p:cNvPr id="272" name="Google Shape;272;p20"/>
          <p:cNvSpPr txBox="1">
            <a:spLocks noGrp="1"/>
          </p:cNvSpPr>
          <p:nvPr>
            <p:ph type="body" idx="14"/>
          </p:nvPr>
        </p:nvSpPr>
        <p:spPr>
          <a:xfrm>
            <a:off x="6858001" y="2297430"/>
            <a:ext cx="1874519"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200"/>
              <a:buFont typeface="Arial"/>
              <a:buNone/>
              <a:defRPr sz="1200" b="1"/>
            </a:lvl1pPr>
            <a:lvl2pPr marL="914400" lvl="1" indent="-228600" algn="l">
              <a:lnSpc>
                <a:spcPct val="95000"/>
              </a:lnSpc>
              <a:spcBef>
                <a:spcPts val="0"/>
              </a:spcBef>
              <a:spcAft>
                <a:spcPts val="0"/>
              </a:spcAft>
              <a:buClr>
                <a:schemeClr val="dk1"/>
              </a:buClr>
              <a:buSzPts val="1200"/>
              <a:buFont typeface="Arial"/>
              <a:buNone/>
              <a:defRPr sz="1200" b="1"/>
            </a:lvl2pPr>
            <a:lvl3pPr marL="1371600" lvl="2" indent="-228600" algn="l">
              <a:lnSpc>
                <a:spcPct val="95000"/>
              </a:lnSpc>
              <a:spcBef>
                <a:spcPts val="0"/>
              </a:spcBef>
              <a:spcAft>
                <a:spcPts val="0"/>
              </a:spcAft>
              <a:buClr>
                <a:schemeClr val="dk1"/>
              </a:buClr>
              <a:buSzPts val="1200"/>
              <a:buFont typeface="Arial"/>
              <a:buNone/>
              <a:defRPr sz="1200" b="1"/>
            </a:lvl3pPr>
            <a:lvl4pPr marL="1828800" lvl="3" indent="-228600" algn="l">
              <a:lnSpc>
                <a:spcPct val="95000"/>
              </a:lnSpc>
              <a:spcBef>
                <a:spcPts val="0"/>
              </a:spcBef>
              <a:spcAft>
                <a:spcPts val="0"/>
              </a:spcAft>
              <a:buClr>
                <a:schemeClr val="dk1"/>
              </a:buClr>
              <a:buSzPts val="1200"/>
              <a:buFont typeface="Arial"/>
              <a:buNone/>
              <a:defRPr sz="1200" b="1"/>
            </a:lvl4pPr>
            <a:lvl5pPr marL="2286000" lvl="4" indent="-228600" algn="l">
              <a:lnSpc>
                <a:spcPct val="95000"/>
              </a:lnSpc>
              <a:spcBef>
                <a:spcPts val="0"/>
              </a:spcBef>
              <a:spcAft>
                <a:spcPts val="0"/>
              </a:spcAft>
              <a:buClr>
                <a:schemeClr val="dk1"/>
              </a:buClr>
              <a:buSzPts val="1200"/>
              <a:buFont typeface="Arial"/>
              <a:buNone/>
              <a:defRPr sz="1200" b="1"/>
            </a:lvl5pPr>
            <a:lvl6pPr marL="2743200" lvl="5" indent="-228600" algn="l">
              <a:lnSpc>
                <a:spcPct val="95000"/>
              </a:lnSpc>
              <a:spcBef>
                <a:spcPts val="0"/>
              </a:spcBef>
              <a:spcAft>
                <a:spcPts val="0"/>
              </a:spcAft>
              <a:buClr>
                <a:schemeClr val="dk1"/>
              </a:buClr>
              <a:buSzPts val="1200"/>
              <a:buFont typeface="Arial"/>
              <a:buNone/>
              <a:defRPr sz="1200" b="1"/>
            </a:lvl6pPr>
            <a:lvl7pPr marL="3200400" lvl="6" indent="-228600" algn="l">
              <a:lnSpc>
                <a:spcPct val="95000"/>
              </a:lnSpc>
              <a:spcBef>
                <a:spcPts val="0"/>
              </a:spcBef>
              <a:spcAft>
                <a:spcPts val="0"/>
              </a:spcAft>
              <a:buClr>
                <a:schemeClr val="dk1"/>
              </a:buClr>
              <a:buSzPts val="1200"/>
              <a:buFont typeface="Arial"/>
              <a:buNone/>
              <a:defRPr sz="1200" b="1"/>
            </a:lvl7pPr>
            <a:lvl8pPr marL="3657600" lvl="7" indent="-228600" algn="l">
              <a:lnSpc>
                <a:spcPct val="95000"/>
              </a:lnSpc>
              <a:spcBef>
                <a:spcPts val="0"/>
              </a:spcBef>
              <a:spcAft>
                <a:spcPts val="0"/>
              </a:spcAft>
              <a:buClr>
                <a:schemeClr val="dk1"/>
              </a:buClr>
              <a:buSzPts val="1200"/>
              <a:buFont typeface="Arial"/>
              <a:buNone/>
              <a:defRPr sz="1200" b="1"/>
            </a:lvl8pPr>
            <a:lvl9pPr marL="4114800" lvl="8" indent="-228600" algn="l">
              <a:lnSpc>
                <a:spcPct val="95000"/>
              </a:lnSpc>
              <a:spcBef>
                <a:spcPts val="0"/>
              </a:spcBef>
              <a:spcAft>
                <a:spcPts val="0"/>
              </a:spcAft>
              <a:buClr>
                <a:schemeClr val="dk1"/>
              </a:buClr>
              <a:buSzPts val="1200"/>
              <a:buFont typeface="Arial"/>
              <a:buNone/>
              <a:defRPr sz="1200" b="1"/>
            </a:lvl9pPr>
          </a:lstStyle>
          <a:p>
            <a:endParaRPr/>
          </a:p>
        </p:txBody>
      </p:sp>
      <p:sp>
        <p:nvSpPr>
          <p:cNvPr id="273" name="Google Shape;273;p20"/>
          <p:cNvSpPr txBox="1">
            <a:spLocks noGrp="1"/>
          </p:cNvSpPr>
          <p:nvPr>
            <p:ph type="body" idx="15"/>
          </p:nvPr>
        </p:nvSpPr>
        <p:spPr>
          <a:xfrm>
            <a:off x="6858001" y="2606040"/>
            <a:ext cx="1874519" cy="202311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274" name="Google Shape;274;p20"/>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5" name="Google Shape;275;p20"/>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1786">
          <p15:clr>
            <a:srgbClr val="A4A3A4"/>
          </p15:clr>
        </p15:guide>
        <p15:guide id="3" orient="horz" pos="3888">
          <p15:clr>
            <a:srgbClr val="A4A3A4"/>
          </p15:clr>
        </p15:guide>
        <p15:guide id="4" orient="horz" pos="1930">
          <p15:clr>
            <a:srgbClr val="A4A3A4"/>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Section Header">
  <p:cSld name="Section Header">
    <p:bg>
      <p:bgPr>
        <a:solidFill>
          <a:srgbClr val="221F20"/>
        </a:solidFill>
        <a:effectLst/>
      </p:bgPr>
    </p:bg>
    <p:spTree>
      <p:nvGrpSpPr>
        <p:cNvPr id="1" name="Shape 276"/>
        <p:cNvGrpSpPr/>
        <p:nvPr/>
      </p:nvGrpSpPr>
      <p:grpSpPr>
        <a:xfrm>
          <a:off x="0" y="0"/>
          <a:ext cx="0" cy="0"/>
          <a:chOff x="0" y="0"/>
          <a:chExt cx="0" cy="0"/>
        </a:xfrm>
      </p:grpSpPr>
      <p:sp>
        <p:nvSpPr>
          <p:cNvPr id="277" name="Google Shape;277;p21"/>
          <p:cNvSpPr txBox="1">
            <a:spLocks noGrp="1"/>
          </p:cNvSpPr>
          <p:nvPr>
            <p:ph type="title"/>
          </p:nvPr>
        </p:nvSpPr>
        <p:spPr>
          <a:xfrm>
            <a:off x="411480" y="308611"/>
            <a:ext cx="6173470" cy="891778"/>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2"/>
              </a:buClr>
              <a:buSzPts val="3000"/>
              <a:buFont typeface="Arial"/>
              <a:buNone/>
              <a:defRPr sz="3000">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8" name="Google Shape;278;p21"/>
          <p:cNvSpPr txBox="1">
            <a:spLocks noGrp="1"/>
          </p:cNvSpPr>
          <p:nvPr>
            <p:ph type="body" idx="1"/>
          </p:nvPr>
        </p:nvSpPr>
        <p:spPr>
          <a:xfrm>
            <a:off x="411480" y="1611630"/>
            <a:ext cx="5096351" cy="30175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lt1"/>
              </a:buClr>
              <a:buSzPts val="2100"/>
              <a:buFont typeface="Arial"/>
              <a:buNone/>
              <a:defRPr sz="2100"/>
            </a:lvl1pPr>
            <a:lvl2pPr marL="914400" lvl="1" indent="-309562" algn="l">
              <a:lnSpc>
                <a:spcPct val="95000"/>
              </a:lnSpc>
              <a:spcBef>
                <a:spcPts val="750"/>
              </a:spcBef>
              <a:spcAft>
                <a:spcPts val="0"/>
              </a:spcAft>
              <a:buClr>
                <a:schemeClr val="lt1"/>
              </a:buClr>
              <a:buSzPts val="1275"/>
              <a:buFont typeface="Arial"/>
              <a:buChar char="▪"/>
              <a:defRPr/>
            </a:lvl2pPr>
            <a:lvl3pPr marL="1371600" lvl="2" indent="-309562" algn="l">
              <a:lnSpc>
                <a:spcPct val="95000"/>
              </a:lnSpc>
              <a:spcBef>
                <a:spcPts val="375"/>
              </a:spcBef>
              <a:spcAft>
                <a:spcPts val="0"/>
              </a:spcAft>
              <a:buClr>
                <a:schemeClr val="lt1"/>
              </a:buClr>
              <a:buSzPts val="1275"/>
              <a:buChar char="–"/>
              <a:defRPr/>
            </a:lvl3pPr>
            <a:lvl4pPr marL="1828800" lvl="3" indent="-309562" algn="l">
              <a:lnSpc>
                <a:spcPct val="95000"/>
              </a:lnSpc>
              <a:spcBef>
                <a:spcPts val="375"/>
              </a:spcBef>
              <a:spcAft>
                <a:spcPts val="0"/>
              </a:spcAft>
              <a:buClr>
                <a:schemeClr val="lt1"/>
              </a:buClr>
              <a:buSzPts val="1275"/>
              <a:buChar char="–"/>
              <a:defRPr/>
            </a:lvl4pPr>
            <a:lvl5pPr marL="2286000" lvl="4" indent="-309562" algn="l">
              <a:lnSpc>
                <a:spcPct val="95000"/>
              </a:lnSpc>
              <a:spcBef>
                <a:spcPts val="375"/>
              </a:spcBef>
              <a:spcAft>
                <a:spcPts val="0"/>
              </a:spcAft>
              <a:buClr>
                <a:schemeClr val="lt1"/>
              </a:buClr>
              <a:buSzPts val="1275"/>
              <a:buChar char="–"/>
              <a:defRPr/>
            </a:lvl5pPr>
            <a:lvl6pPr marL="2743200" lvl="5" indent="-309562" algn="l">
              <a:lnSpc>
                <a:spcPct val="95000"/>
              </a:lnSpc>
              <a:spcBef>
                <a:spcPts val="375"/>
              </a:spcBef>
              <a:spcAft>
                <a:spcPts val="0"/>
              </a:spcAft>
              <a:buClr>
                <a:schemeClr val="lt1"/>
              </a:buClr>
              <a:buSzPts val="1275"/>
              <a:buChar char="–"/>
              <a:defRPr/>
            </a:lvl6pPr>
            <a:lvl7pPr marL="3200400" lvl="6" indent="-309562" algn="l">
              <a:lnSpc>
                <a:spcPct val="95000"/>
              </a:lnSpc>
              <a:spcBef>
                <a:spcPts val="375"/>
              </a:spcBef>
              <a:spcAft>
                <a:spcPts val="0"/>
              </a:spcAft>
              <a:buClr>
                <a:schemeClr val="lt1"/>
              </a:buClr>
              <a:buSzPts val="1275"/>
              <a:buChar char="–"/>
              <a:defRPr/>
            </a:lvl7pPr>
            <a:lvl8pPr marL="3657600" lvl="7" indent="-309562" algn="l">
              <a:lnSpc>
                <a:spcPct val="95000"/>
              </a:lnSpc>
              <a:spcBef>
                <a:spcPts val="375"/>
              </a:spcBef>
              <a:spcAft>
                <a:spcPts val="0"/>
              </a:spcAft>
              <a:buClr>
                <a:schemeClr val="lt1"/>
              </a:buClr>
              <a:buSzPts val="1275"/>
              <a:buChar char="–"/>
              <a:defRPr/>
            </a:lvl8pPr>
            <a:lvl9pPr marL="4114800" lvl="8" indent="-309562" algn="l">
              <a:lnSpc>
                <a:spcPct val="95000"/>
              </a:lnSpc>
              <a:spcBef>
                <a:spcPts val="375"/>
              </a:spcBef>
              <a:spcAft>
                <a:spcPts val="0"/>
              </a:spcAft>
              <a:buClr>
                <a:schemeClr val="lt1"/>
              </a:buClr>
              <a:buSzPts val="1275"/>
              <a:buChar char="–"/>
              <a:defRPr/>
            </a:lvl9pPr>
          </a:lstStyle>
          <a:p>
            <a:endParaRPr/>
          </a:p>
        </p:txBody>
      </p:sp>
      <p:sp>
        <p:nvSpPr>
          <p:cNvPr id="279" name="Google Shape;279;p21"/>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0" name="Google Shape;280;p21"/>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pic>
        <p:nvPicPr>
          <p:cNvPr id="283" name="Google Shape;283;p21"/>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Header - Image">
  <p:cSld name="Section Header - Image">
    <p:bg>
      <p:bgPr>
        <a:solidFill>
          <a:schemeClr val="lt1"/>
        </a:solidFill>
        <a:effectLst/>
      </p:bgPr>
    </p:bg>
    <p:spTree>
      <p:nvGrpSpPr>
        <p:cNvPr id="1" name="Shape 284"/>
        <p:cNvGrpSpPr/>
        <p:nvPr/>
      </p:nvGrpSpPr>
      <p:grpSpPr>
        <a:xfrm>
          <a:off x="0" y="0"/>
          <a:ext cx="0" cy="0"/>
          <a:chOff x="0" y="0"/>
          <a:chExt cx="0" cy="0"/>
        </a:xfrm>
      </p:grpSpPr>
      <p:sp>
        <p:nvSpPr>
          <p:cNvPr id="285" name="Google Shape;285;p22"/>
          <p:cNvSpPr>
            <a:spLocks noGrp="1"/>
          </p:cNvSpPr>
          <p:nvPr>
            <p:ph type="pic" idx="2"/>
          </p:nvPr>
        </p:nvSpPr>
        <p:spPr>
          <a:xfrm>
            <a:off x="0" y="171450"/>
            <a:ext cx="9144000" cy="4800600"/>
          </a:xfrm>
          <a:prstGeom prst="rect">
            <a:avLst/>
          </a:prstGeom>
          <a:solidFill>
            <a:srgbClr val="565557"/>
          </a:solidFill>
          <a:ln>
            <a:noFill/>
          </a:ln>
        </p:spPr>
      </p:sp>
      <p:sp>
        <p:nvSpPr>
          <p:cNvPr id="286" name="Google Shape;286;p22"/>
          <p:cNvSpPr txBox="1">
            <a:spLocks noGrp="1"/>
          </p:cNvSpPr>
          <p:nvPr>
            <p:ph type="title"/>
          </p:nvPr>
        </p:nvSpPr>
        <p:spPr>
          <a:xfrm>
            <a:off x="411480" y="308611"/>
            <a:ext cx="6173470" cy="891778"/>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2"/>
              </a:buClr>
              <a:buSzPts val="3000"/>
              <a:buFont typeface="Arial"/>
              <a:buNone/>
              <a:defRPr sz="3000">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7" name="Google Shape;287;p22"/>
          <p:cNvSpPr txBox="1">
            <a:spLocks noGrp="1"/>
          </p:cNvSpPr>
          <p:nvPr>
            <p:ph type="body" idx="1"/>
          </p:nvPr>
        </p:nvSpPr>
        <p:spPr>
          <a:xfrm>
            <a:off x="411480" y="1611630"/>
            <a:ext cx="5096351" cy="68580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lt1"/>
              </a:buClr>
              <a:buSzPts val="2100"/>
              <a:buFont typeface="Arial"/>
              <a:buNone/>
              <a:defRPr sz="2100"/>
            </a:lvl1pPr>
            <a:lvl2pPr marL="914400" lvl="1" indent="-309562" algn="l">
              <a:lnSpc>
                <a:spcPct val="95000"/>
              </a:lnSpc>
              <a:spcBef>
                <a:spcPts val="750"/>
              </a:spcBef>
              <a:spcAft>
                <a:spcPts val="0"/>
              </a:spcAft>
              <a:buClr>
                <a:schemeClr val="lt1"/>
              </a:buClr>
              <a:buSzPts val="1275"/>
              <a:buFont typeface="Arial"/>
              <a:buChar char="▪"/>
              <a:defRPr/>
            </a:lvl2pPr>
            <a:lvl3pPr marL="1371600" lvl="2" indent="-309562" algn="l">
              <a:lnSpc>
                <a:spcPct val="95000"/>
              </a:lnSpc>
              <a:spcBef>
                <a:spcPts val="375"/>
              </a:spcBef>
              <a:spcAft>
                <a:spcPts val="0"/>
              </a:spcAft>
              <a:buClr>
                <a:schemeClr val="lt1"/>
              </a:buClr>
              <a:buSzPts val="1275"/>
              <a:buChar char="–"/>
              <a:defRPr/>
            </a:lvl3pPr>
            <a:lvl4pPr marL="1828800" lvl="3" indent="-309562" algn="l">
              <a:lnSpc>
                <a:spcPct val="95000"/>
              </a:lnSpc>
              <a:spcBef>
                <a:spcPts val="375"/>
              </a:spcBef>
              <a:spcAft>
                <a:spcPts val="0"/>
              </a:spcAft>
              <a:buClr>
                <a:schemeClr val="lt1"/>
              </a:buClr>
              <a:buSzPts val="1275"/>
              <a:buChar char="–"/>
              <a:defRPr/>
            </a:lvl4pPr>
            <a:lvl5pPr marL="2286000" lvl="4" indent="-309562" algn="l">
              <a:lnSpc>
                <a:spcPct val="95000"/>
              </a:lnSpc>
              <a:spcBef>
                <a:spcPts val="375"/>
              </a:spcBef>
              <a:spcAft>
                <a:spcPts val="0"/>
              </a:spcAft>
              <a:buClr>
                <a:schemeClr val="lt1"/>
              </a:buClr>
              <a:buSzPts val="1275"/>
              <a:buChar char="–"/>
              <a:defRPr/>
            </a:lvl5pPr>
            <a:lvl6pPr marL="2743200" lvl="5" indent="-309562" algn="l">
              <a:lnSpc>
                <a:spcPct val="95000"/>
              </a:lnSpc>
              <a:spcBef>
                <a:spcPts val="375"/>
              </a:spcBef>
              <a:spcAft>
                <a:spcPts val="0"/>
              </a:spcAft>
              <a:buClr>
                <a:schemeClr val="lt1"/>
              </a:buClr>
              <a:buSzPts val="1275"/>
              <a:buChar char="–"/>
              <a:defRPr/>
            </a:lvl6pPr>
            <a:lvl7pPr marL="3200400" lvl="6" indent="-309562" algn="l">
              <a:lnSpc>
                <a:spcPct val="95000"/>
              </a:lnSpc>
              <a:spcBef>
                <a:spcPts val="375"/>
              </a:spcBef>
              <a:spcAft>
                <a:spcPts val="0"/>
              </a:spcAft>
              <a:buClr>
                <a:schemeClr val="lt1"/>
              </a:buClr>
              <a:buSzPts val="1275"/>
              <a:buChar char="–"/>
              <a:defRPr/>
            </a:lvl7pPr>
            <a:lvl8pPr marL="3657600" lvl="7" indent="-309562" algn="l">
              <a:lnSpc>
                <a:spcPct val="95000"/>
              </a:lnSpc>
              <a:spcBef>
                <a:spcPts val="375"/>
              </a:spcBef>
              <a:spcAft>
                <a:spcPts val="0"/>
              </a:spcAft>
              <a:buClr>
                <a:schemeClr val="lt1"/>
              </a:buClr>
              <a:buSzPts val="1275"/>
              <a:buChar char="–"/>
              <a:defRPr/>
            </a:lvl8pPr>
            <a:lvl9pPr marL="4114800" lvl="8" indent="-309562" algn="l">
              <a:lnSpc>
                <a:spcPct val="95000"/>
              </a:lnSpc>
              <a:spcBef>
                <a:spcPts val="375"/>
              </a:spcBef>
              <a:spcAft>
                <a:spcPts val="0"/>
              </a:spcAft>
              <a:buClr>
                <a:schemeClr val="lt1"/>
              </a:buClr>
              <a:buSzPts val="1275"/>
              <a:buChar char="–"/>
              <a:defRPr/>
            </a:lvl9pPr>
          </a:lstStyle>
          <a:p>
            <a:endParaRPr/>
          </a:p>
        </p:txBody>
      </p:sp>
      <p:sp>
        <p:nvSpPr>
          <p:cNvPr id="288" name="Google Shape;288;p22"/>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solidFill>
                  <a:schemeClr val="dk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9" name="Google Shape;289;p22"/>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marR="0" lvl="0"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1pPr>
            <a:lvl2pPr marL="0" marR="0" lvl="1"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2pPr>
            <a:lvl3pPr marL="0" marR="0" lvl="2"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3pPr>
            <a:lvl4pPr marL="0" marR="0" lvl="3"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4pPr>
            <a:lvl5pPr marL="0" marR="0" lvl="4"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5pPr>
            <a:lvl6pPr marL="0" marR="0" lvl="5"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6pPr>
            <a:lvl7pPr marL="0" marR="0" lvl="6"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7pPr>
            <a:lvl8pPr marL="0" marR="0" lvl="7"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8pPr>
            <a:lvl9pPr marL="0" marR="0" lvl="8"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290" name="Google Shape;290;p22"/>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Header - White 01">
  <p:cSld name="Section Header - White 01">
    <p:bg>
      <p:bgPr>
        <a:solidFill>
          <a:schemeClr val="lt1"/>
        </a:solidFill>
        <a:effectLst/>
      </p:bgPr>
    </p:bg>
    <p:spTree>
      <p:nvGrpSpPr>
        <p:cNvPr id="1" name="Shape 291"/>
        <p:cNvGrpSpPr/>
        <p:nvPr/>
      </p:nvGrpSpPr>
      <p:grpSpPr>
        <a:xfrm>
          <a:off x="0" y="0"/>
          <a:ext cx="0" cy="0"/>
          <a:chOff x="0" y="0"/>
          <a:chExt cx="0" cy="0"/>
        </a:xfrm>
      </p:grpSpPr>
      <p:sp>
        <p:nvSpPr>
          <p:cNvPr id="292" name="Google Shape;292;p23"/>
          <p:cNvSpPr txBox="1">
            <a:spLocks noGrp="1"/>
          </p:cNvSpPr>
          <p:nvPr>
            <p:ph type="title"/>
          </p:nvPr>
        </p:nvSpPr>
        <p:spPr>
          <a:xfrm>
            <a:off x="411480" y="308611"/>
            <a:ext cx="6173470" cy="891778"/>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2"/>
              </a:buClr>
              <a:buSzPts val="3000"/>
              <a:buFont typeface="Arial"/>
              <a:buNone/>
              <a:defRPr sz="3000">
                <a:solidFill>
                  <a:schemeClr val="dk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3" name="Google Shape;293;p23"/>
          <p:cNvSpPr txBox="1">
            <a:spLocks noGrp="1"/>
          </p:cNvSpPr>
          <p:nvPr>
            <p:ph type="body" idx="1"/>
          </p:nvPr>
        </p:nvSpPr>
        <p:spPr>
          <a:xfrm>
            <a:off x="411480" y="1611630"/>
            <a:ext cx="5096351" cy="30175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2100"/>
              <a:buFont typeface="Arial"/>
              <a:buNone/>
              <a:defRPr sz="2100"/>
            </a:lvl1pPr>
            <a:lvl2pPr marL="914400" lvl="1" indent="-309562" algn="l">
              <a:lnSpc>
                <a:spcPct val="95000"/>
              </a:lnSpc>
              <a:spcBef>
                <a:spcPts val="750"/>
              </a:spcBef>
              <a:spcAft>
                <a:spcPts val="0"/>
              </a:spcAft>
              <a:buClr>
                <a:schemeClr val="dk1"/>
              </a:buClr>
              <a:buSzPts val="1275"/>
              <a:buFont typeface="Arial"/>
              <a:buChar char="▪"/>
              <a:defRPr/>
            </a:lvl2pPr>
            <a:lvl3pPr marL="1371600" lvl="2" indent="-309562" algn="l">
              <a:lnSpc>
                <a:spcPct val="95000"/>
              </a:lnSpc>
              <a:spcBef>
                <a:spcPts val="375"/>
              </a:spcBef>
              <a:spcAft>
                <a:spcPts val="0"/>
              </a:spcAft>
              <a:buClr>
                <a:schemeClr val="dk1"/>
              </a:buClr>
              <a:buSzPts val="1275"/>
              <a:buChar char="–"/>
              <a:defRPr/>
            </a:lvl3pPr>
            <a:lvl4pPr marL="1828800" lvl="3" indent="-309562" algn="l">
              <a:lnSpc>
                <a:spcPct val="95000"/>
              </a:lnSpc>
              <a:spcBef>
                <a:spcPts val="375"/>
              </a:spcBef>
              <a:spcAft>
                <a:spcPts val="0"/>
              </a:spcAft>
              <a:buClr>
                <a:schemeClr val="dk1"/>
              </a:buClr>
              <a:buSzPts val="1275"/>
              <a:buChar char="–"/>
              <a:defRPr/>
            </a:lvl4pPr>
            <a:lvl5pPr marL="2286000" lvl="4" indent="-309562" algn="l">
              <a:lnSpc>
                <a:spcPct val="95000"/>
              </a:lnSpc>
              <a:spcBef>
                <a:spcPts val="375"/>
              </a:spcBef>
              <a:spcAft>
                <a:spcPts val="0"/>
              </a:spcAft>
              <a:buClr>
                <a:schemeClr val="dk1"/>
              </a:buClr>
              <a:buSzPts val="1275"/>
              <a:buChar char="–"/>
              <a:defRPr/>
            </a:lvl5pPr>
            <a:lvl6pPr marL="2743200" lvl="5" indent="-309562" algn="l">
              <a:lnSpc>
                <a:spcPct val="95000"/>
              </a:lnSpc>
              <a:spcBef>
                <a:spcPts val="375"/>
              </a:spcBef>
              <a:spcAft>
                <a:spcPts val="0"/>
              </a:spcAft>
              <a:buClr>
                <a:schemeClr val="dk1"/>
              </a:buClr>
              <a:buSzPts val="1275"/>
              <a:buChar char="–"/>
              <a:defRPr/>
            </a:lvl6pPr>
            <a:lvl7pPr marL="3200400" lvl="6" indent="-309562" algn="l">
              <a:lnSpc>
                <a:spcPct val="95000"/>
              </a:lnSpc>
              <a:spcBef>
                <a:spcPts val="375"/>
              </a:spcBef>
              <a:spcAft>
                <a:spcPts val="0"/>
              </a:spcAft>
              <a:buClr>
                <a:schemeClr val="dk1"/>
              </a:buClr>
              <a:buSzPts val="1275"/>
              <a:buChar char="–"/>
              <a:defRPr/>
            </a:lvl7pPr>
            <a:lvl8pPr marL="3657600" lvl="7" indent="-309562" algn="l">
              <a:lnSpc>
                <a:spcPct val="95000"/>
              </a:lnSpc>
              <a:spcBef>
                <a:spcPts val="375"/>
              </a:spcBef>
              <a:spcAft>
                <a:spcPts val="0"/>
              </a:spcAft>
              <a:buClr>
                <a:schemeClr val="dk1"/>
              </a:buClr>
              <a:buSzPts val="1275"/>
              <a:buChar char="–"/>
              <a:defRPr/>
            </a:lvl8pPr>
            <a:lvl9pPr marL="4114800" lvl="8" indent="-309562" algn="l">
              <a:lnSpc>
                <a:spcPct val="95000"/>
              </a:lnSpc>
              <a:spcBef>
                <a:spcPts val="375"/>
              </a:spcBef>
              <a:spcAft>
                <a:spcPts val="0"/>
              </a:spcAft>
              <a:buClr>
                <a:schemeClr val="dk1"/>
              </a:buClr>
              <a:buSzPts val="1275"/>
              <a:buChar char="–"/>
              <a:defRPr/>
            </a:lvl9pPr>
          </a:lstStyle>
          <a:p>
            <a:endParaRPr/>
          </a:p>
        </p:txBody>
      </p:sp>
      <p:sp>
        <p:nvSpPr>
          <p:cNvPr id="294" name="Google Shape;294;p23"/>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5" name="Google Shape;295;p23"/>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Header - White 02">
  <p:cSld name="Section Header - White 02">
    <p:bg>
      <p:bgPr>
        <a:solidFill>
          <a:schemeClr val="lt1"/>
        </a:solidFill>
        <a:effectLst/>
      </p:bgPr>
    </p:bg>
    <p:spTree>
      <p:nvGrpSpPr>
        <p:cNvPr id="1" name="Shape 296"/>
        <p:cNvGrpSpPr/>
        <p:nvPr/>
      </p:nvGrpSpPr>
      <p:grpSpPr>
        <a:xfrm>
          <a:off x="0" y="0"/>
          <a:ext cx="0" cy="0"/>
          <a:chOff x="0" y="0"/>
          <a:chExt cx="0" cy="0"/>
        </a:xfrm>
      </p:grpSpPr>
      <p:sp>
        <p:nvSpPr>
          <p:cNvPr id="297" name="Google Shape;297;p24"/>
          <p:cNvSpPr txBox="1">
            <a:spLocks noGrp="1"/>
          </p:cNvSpPr>
          <p:nvPr>
            <p:ph type="title"/>
          </p:nvPr>
        </p:nvSpPr>
        <p:spPr>
          <a:xfrm>
            <a:off x="411481" y="308610"/>
            <a:ext cx="4023995"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Font typeface="Arial"/>
              <a:buNone/>
              <a:defRPr sz="1800">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8" name="Google Shape;298;p24"/>
          <p:cNvSpPr txBox="1">
            <a:spLocks noGrp="1"/>
          </p:cNvSpPr>
          <p:nvPr>
            <p:ph type="body" idx="1"/>
          </p:nvPr>
        </p:nvSpPr>
        <p:spPr>
          <a:xfrm>
            <a:off x="411480" y="1200150"/>
            <a:ext cx="5096351" cy="3429000"/>
          </a:xfrm>
          <a:prstGeom prst="rect">
            <a:avLst/>
          </a:prstGeom>
          <a:noFill/>
          <a:ln>
            <a:noFill/>
          </a:ln>
        </p:spPr>
        <p:txBody>
          <a:bodyPr spcFirstLastPara="1" wrap="square" lIns="0" tIns="0" rIns="0" bIns="0" anchor="t" anchorCtr="0">
            <a:noAutofit/>
          </a:bodyPr>
          <a:lstStyle>
            <a:lvl1pPr marL="457200" lvl="0" indent="-228600" algn="l">
              <a:lnSpc>
                <a:spcPct val="90000"/>
              </a:lnSpc>
              <a:spcBef>
                <a:spcPts val="0"/>
              </a:spcBef>
              <a:spcAft>
                <a:spcPts val="0"/>
              </a:spcAft>
              <a:buClr>
                <a:schemeClr val="dk1"/>
              </a:buClr>
              <a:buSzPts val="2700"/>
              <a:buFont typeface="Arial"/>
              <a:buNone/>
              <a:defRPr sz="2700"/>
            </a:lvl1pPr>
            <a:lvl2pPr marL="914400" lvl="1" indent="-309562" algn="l">
              <a:lnSpc>
                <a:spcPct val="95000"/>
              </a:lnSpc>
              <a:spcBef>
                <a:spcPts val="750"/>
              </a:spcBef>
              <a:spcAft>
                <a:spcPts val="0"/>
              </a:spcAft>
              <a:buClr>
                <a:schemeClr val="dk1"/>
              </a:buClr>
              <a:buSzPts val="1275"/>
              <a:buFont typeface="Arial"/>
              <a:buChar char="▪"/>
              <a:defRPr/>
            </a:lvl2pPr>
            <a:lvl3pPr marL="1371600" lvl="2" indent="-309562" algn="l">
              <a:lnSpc>
                <a:spcPct val="95000"/>
              </a:lnSpc>
              <a:spcBef>
                <a:spcPts val="375"/>
              </a:spcBef>
              <a:spcAft>
                <a:spcPts val="0"/>
              </a:spcAft>
              <a:buClr>
                <a:schemeClr val="dk1"/>
              </a:buClr>
              <a:buSzPts val="1275"/>
              <a:buChar char="–"/>
              <a:defRPr/>
            </a:lvl3pPr>
            <a:lvl4pPr marL="1828800" lvl="3" indent="-309562" algn="l">
              <a:lnSpc>
                <a:spcPct val="95000"/>
              </a:lnSpc>
              <a:spcBef>
                <a:spcPts val="375"/>
              </a:spcBef>
              <a:spcAft>
                <a:spcPts val="0"/>
              </a:spcAft>
              <a:buClr>
                <a:schemeClr val="dk1"/>
              </a:buClr>
              <a:buSzPts val="1275"/>
              <a:buChar char="–"/>
              <a:defRPr/>
            </a:lvl4pPr>
            <a:lvl5pPr marL="2286000" lvl="4" indent="-309562" algn="l">
              <a:lnSpc>
                <a:spcPct val="95000"/>
              </a:lnSpc>
              <a:spcBef>
                <a:spcPts val="375"/>
              </a:spcBef>
              <a:spcAft>
                <a:spcPts val="0"/>
              </a:spcAft>
              <a:buClr>
                <a:schemeClr val="dk1"/>
              </a:buClr>
              <a:buSzPts val="1275"/>
              <a:buChar char="–"/>
              <a:defRPr/>
            </a:lvl5pPr>
            <a:lvl6pPr marL="2743200" lvl="5" indent="-309562" algn="l">
              <a:lnSpc>
                <a:spcPct val="95000"/>
              </a:lnSpc>
              <a:spcBef>
                <a:spcPts val="375"/>
              </a:spcBef>
              <a:spcAft>
                <a:spcPts val="0"/>
              </a:spcAft>
              <a:buClr>
                <a:schemeClr val="dk1"/>
              </a:buClr>
              <a:buSzPts val="1275"/>
              <a:buChar char="–"/>
              <a:defRPr/>
            </a:lvl6pPr>
            <a:lvl7pPr marL="3200400" lvl="6" indent="-309562" algn="l">
              <a:lnSpc>
                <a:spcPct val="95000"/>
              </a:lnSpc>
              <a:spcBef>
                <a:spcPts val="375"/>
              </a:spcBef>
              <a:spcAft>
                <a:spcPts val="0"/>
              </a:spcAft>
              <a:buClr>
                <a:schemeClr val="dk1"/>
              </a:buClr>
              <a:buSzPts val="1275"/>
              <a:buChar char="–"/>
              <a:defRPr/>
            </a:lvl7pPr>
            <a:lvl8pPr marL="3657600" lvl="7" indent="-309562" algn="l">
              <a:lnSpc>
                <a:spcPct val="95000"/>
              </a:lnSpc>
              <a:spcBef>
                <a:spcPts val="375"/>
              </a:spcBef>
              <a:spcAft>
                <a:spcPts val="0"/>
              </a:spcAft>
              <a:buClr>
                <a:schemeClr val="dk1"/>
              </a:buClr>
              <a:buSzPts val="1275"/>
              <a:buChar char="–"/>
              <a:defRPr/>
            </a:lvl8pPr>
            <a:lvl9pPr marL="4114800" lvl="8" indent="-309562" algn="l">
              <a:lnSpc>
                <a:spcPct val="95000"/>
              </a:lnSpc>
              <a:spcBef>
                <a:spcPts val="375"/>
              </a:spcBef>
              <a:spcAft>
                <a:spcPts val="0"/>
              </a:spcAft>
              <a:buClr>
                <a:schemeClr val="dk1"/>
              </a:buClr>
              <a:buSzPts val="1275"/>
              <a:buChar char="–"/>
              <a:defRPr/>
            </a:lvl9pPr>
          </a:lstStyle>
          <a:p>
            <a:endParaRPr/>
          </a:p>
        </p:txBody>
      </p:sp>
      <p:sp>
        <p:nvSpPr>
          <p:cNvPr id="299" name="Google Shape;299;p24"/>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0" name="Google Shape;300;p24"/>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Section Header - Half Image">
  <p:cSld name="Section Header - Half Image">
    <p:bg>
      <p:bgPr>
        <a:solidFill>
          <a:srgbClr val="221F20"/>
        </a:solidFill>
        <a:effectLst/>
      </p:bgPr>
    </p:bg>
    <p:spTree>
      <p:nvGrpSpPr>
        <p:cNvPr id="1" name="Shape 301"/>
        <p:cNvGrpSpPr/>
        <p:nvPr/>
      </p:nvGrpSpPr>
      <p:grpSpPr>
        <a:xfrm>
          <a:off x="0" y="0"/>
          <a:ext cx="0" cy="0"/>
          <a:chOff x="0" y="0"/>
          <a:chExt cx="0" cy="0"/>
        </a:xfrm>
      </p:grpSpPr>
      <p:sp>
        <p:nvSpPr>
          <p:cNvPr id="302" name="Google Shape;302;p25"/>
          <p:cNvSpPr txBox="1">
            <a:spLocks noGrp="1"/>
          </p:cNvSpPr>
          <p:nvPr>
            <p:ph type="title"/>
          </p:nvPr>
        </p:nvSpPr>
        <p:spPr>
          <a:xfrm>
            <a:off x="411481" y="308611"/>
            <a:ext cx="4023995" cy="891778"/>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2"/>
              </a:buClr>
              <a:buSzPts val="3000"/>
              <a:buFont typeface="Arial"/>
              <a:buNone/>
              <a:defRPr sz="3000">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3" name="Google Shape;303;p25"/>
          <p:cNvSpPr txBox="1">
            <a:spLocks noGrp="1"/>
          </p:cNvSpPr>
          <p:nvPr>
            <p:ph type="body" idx="1"/>
          </p:nvPr>
        </p:nvSpPr>
        <p:spPr>
          <a:xfrm>
            <a:off x="411480" y="1611630"/>
            <a:ext cx="4023994" cy="30175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1275"/>
              <a:buFont typeface="Arial"/>
              <a:buNone/>
              <a:defRPr/>
            </a:lvl1pPr>
            <a:lvl2pPr marL="914400" lvl="1" indent="-309562" algn="l">
              <a:lnSpc>
                <a:spcPct val="95000"/>
              </a:lnSpc>
              <a:spcBef>
                <a:spcPts val="750"/>
              </a:spcBef>
              <a:spcAft>
                <a:spcPts val="0"/>
              </a:spcAft>
              <a:buClr>
                <a:schemeClr val="lt1"/>
              </a:buClr>
              <a:buSzPts val="1275"/>
              <a:buFont typeface="Arial"/>
              <a:buChar char="▪"/>
              <a:defRPr/>
            </a:lvl2pPr>
            <a:lvl3pPr marL="1371600" lvl="2" indent="-309562" algn="l">
              <a:lnSpc>
                <a:spcPct val="95000"/>
              </a:lnSpc>
              <a:spcBef>
                <a:spcPts val="375"/>
              </a:spcBef>
              <a:spcAft>
                <a:spcPts val="0"/>
              </a:spcAft>
              <a:buClr>
                <a:schemeClr val="lt1"/>
              </a:buClr>
              <a:buSzPts val="1275"/>
              <a:buChar char="–"/>
              <a:defRPr/>
            </a:lvl3pPr>
            <a:lvl4pPr marL="1828800" lvl="3" indent="-309562" algn="l">
              <a:lnSpc>
                <a:spcPct val="95000"/>
              </a:lnSpc>
              <a:spcBef>
                <a:spcPts val="375"/>
              </a:spcBef>
              <a:spcAft>
                <a:spcPts val="0"/>
              </a:spcAft>
              <a:buClr>
                <a:schemeClr val="lt1"/>
              </a:buClr>
              <a:buSzPts val="1275"/>
              <a:buChar char="–"/>
              <a:defRPr/>
            </a:lvl4pPr>
            <a:lvl5pPr marL="2286000" lvl="4" indent="-309562" algn="l">
              <a:lnSpc>
                <a:spcPct val="95000"/>
              </a:lnSpc>
              <a:spcBef>
                <a:spcPts val="375"/>
              </a:spcBef>
              <a:spcAft>
                <a:spcPts val="0"/>
              </a:spcAft>
              <a:buClr>
                <a:schemeClr val="lt1"/>
              </a:buClr>
              <a:buSzPts val="1275"/>
              <a:buChar char="–"/>
              <a:defRPr/>
            </a:lvl5pPr>
            <a:lvl6pPr marL="2743200" lvl="5" indent="-309562" algn="l">
              <a:lnSpc>
                <a:spcPct val="95000"/>
              </a:lnSpc>
              <a:spcBef>
                <a:spcPts val="375"/>
              </a:spcBef>
              <a:spcAft>
                <a:spcPts val="0"/>
              </a:spcAft>
              <a:buClr>
                <a:schemeClr val="lt1"/>
              </a:buClr>
              <a:buSzPts val="1275"/>
              <a:buChar char="–"/>
              <a:defRPr/>
            </a:lvl6pPr>
            <a:lvl7pPr marL="3200400" lvl="6" indent="-309562" algn="l">
              <a:lnSpc>
                <a:spcPct val="95000"/>
              </a:lnSpc>
              <a:spcBef>
                <a:spcPts val="375"/>
              </a:spcBef>
              <a:spcAft>
                <a:spcPts val="0"/>
              </a:spcAft>
              <a:buClr>
                <a:schemeClr val="lt1"/>
              </a:buClr>
              <a:buSzPts val="1275"/>
              <a:buChar char="–"/>
              <a:defRPr/>
            </a:lvl7pPr>
            <a:lvl8pPr marL="3657600" lvl="7" indent="-309562" algn="l">
              <a:lnSpc>
                <a:spcPct val="95000"/>
              </a:lnSpc>
              <a:spcBef>
                <a:spcPts val="375"/>
              </a:spcBef>
              <a:spcAft>
                <a:spcPts val="0"/>
              </a:spcAft>
              <a:buClr>
                <a:schemeClr val="lt1"/>
              </a:buClr>
              <a:buSzPts val="1275"/>
              <a:buChar char="–"/>
              <a:defRPr/>
            </a:lvl8pPr>
            <a:lvl9pPr marL="4114800" lvl="8" indent="-309562" algn="l">
              <a:lnSpc>
                <a:spcPct val="95000"/>
              </a:lnSpc>
              <a:spcBef>
                <a:spcPts val="375"/>
              </a:spcBef>
              <a:spcAft>
                <a:spcPts val="0"/>
              </a:spcAft>
              <a:buClr>
                <a:schemeClr val="lt1"/>
              </a:buClr>
              <a:buSzPts val="1275"/>
              <a:buChar char="–"/>
              <a:defRPr/>
            </a:lvl9pPr>
          </a:lstStyle>
          <a:p>
            <a:endParaRPr/>
          </a:p>
        </p:txBody>
      </p:sp>
      <p:sp>
        <p:nvSpPr>
          <p:cNvPr id="304" name="Google Shape;304;p25"/>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5" name="Google Shape;305;p25"/>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306" name="Google Shape;306;p25"/>
          <p:cNvSpPr>
            <a:spLocks noGrp="1"/>
          </p:cNvSpPr>
          <p:nvPr>
            <p:ph type="pic" idx="2"/>
          </p:nvPr>
        </p:nvSpPr>
        <p:spPr>
          <a:xfrm>
            <a:off x="4708528" y="807244"/>
            <a:ext cx="4024311" cy="3821906"/>
          </a:xfrm>
          <a:prstGeom prst="rect">
            <a:avLst/>
          </a:prstGeom>
          <a:solidFill>
            <a:srgbClr val="D5D5D7"/>
          </a:solidFill>
          <a:ln>
            <a:noFill/>
          </a:ln>
        </p:spPr>
      </p:sp>
      <p:sp>
        <p:nvSpPr>
          <p:cNvPr id="307" name="Google Shape;307;p25"/>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sp>
        <p:nvSpPr>
          <p:cNvPr id="308" name="Google Shape;308;p25"/>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pic>
        <p:nvPicPr>
          <p:cNvPr id="309" name="Google Shape;309;p25"/>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 Header - Half Image - White">
  <p:cSld name="Section Header - Half Image - White">
    <p:bg>
      <p:bgPr>
        <a:solidFill>
          <a:schemeClr val="lt1"/>
        </a:solidFill>
        <a:effectLst/>
      </p:bgPr>
    </p:bg>
    <p:spTree>
      <p:nvGrpSpPr>
        <p:cNvPr id="1" name="Shape 310"/>
        <p:cNvGrpSpPr/>
        <p:nvPr/>
      </p:nvGrpSpPr>
      <p:grpSpPr>
        <a:xfrm>
          <a:off x="0" y="0"/>
          <a:ext cx="0" cy="0"/>
          <a:chOff x="0" y="0"/>
          <a:chExt cx="0" cy="0"/>
        </a:xfrm>
      </p:grpSpPr>
      <p:sp>
        <p:nvSpPr>
          <p:cNvPr id="311" name="Google Shape;311;p26"/>
          <p:cNvSpPr txBox="1">
            <a:spLocks noGrp="1"/>
          </p:cNvSpPr>
          <p:nvPr>
            <p:ph type="title"/>
          </p:nvPr>
        </p:nvSpPr>
        <p:spPr>
          <a:xfrm>
            <a:off x="411481" y="308611"/>
            <a:ext cx="4023995" cy="891778"/>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2"/>
              </a:buClr>
              <a:buSzPts val="3000"/>
              <a:buFont typeface="Arial"/>
              <a:buNone/>
              <a:defRPr sz="3000">
                <a:solidFill>
                  <a:schemeClr val="dk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2" name="Google Shape;312;p26"/>
          <p:cNvSpPr txBox="1">
            <a:spLocks noGrp="1"/>
          </p:cNvSpPr>
          <p:nvPr>
            <p:ph type="body" idx="1"/>
          </p:nvPr>
        </p:nvSpPr>
        <p:spPr>
          <a:xfrm>
            <a:off x="411480" y="1611630"/>
            <a:ext cx="4023994" cy="30175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1275"/>
              <a:buFont typeface="Arial"/>
              <a:buNone/>
              <a:defRPr/>
            </a:lvl1pPr>
            <a:lvl2pPr marL="914400" lvl="1" indent="-309562" algn="l">
              <a:lnSpc>
                <a:spcPct val="95000"/>
              </a:lnSpc>
              <a:spcBef>
                <a:spcPts val="750"/>
              </a:spcBef>
              <a:spcAft>
                <a:spcPts val="0"/>
              </a:spcAft>
              <a:buClr>
                <a:schemeClr val="dk1"/>
              </a:buClr>
              <a:buSzPts val="1275"/>
              <a:buFont typeface="Arial"/>
              <a:buChar char="▪"/>
              <a:defRPr/>
            </a:lvl2pPr>
            <a:lvl3pPr marL="1371600" lvl="2" indent="-309562" algn="l">
              <a:lnSpc>
                <a:spcPct val="95000"/>
              </a:lnSpc>
              <a:spcBef>
                <a:spcPts val="375"/>
              </a:spcBef>
              <a:spcAft>
                <a:spcPts val="0"/>
              </a:spcAft>
              <a:buClr>
                <a:schemeClr val="dk1"/>
              </a:buClr>
              <a:buSzPts val="1275"/>
              <a:buChar char="–"/>
              <a:defRPr/>
            </a:lvl3pPr>
            <a:lvl4pPr marL="1828800" lvl="3" indent="-309562" algn="l">
              <a:lnSpc>
                <a:spcPct val="95000"/>
              </a:lnSpc>
              <a:spcBef>
                <a:spcPts val="375"/>
              </a:spcBef>
              <a:spcAft>
                <a:spcPts val="0"/>
              </a:spcAft>
              <a:buClr>
                <a:schemeClr val="dk1"/>
              </a:buClr>
              <a:buSzPts val="1275"/>
              <a:buChar char="–"/>
              <a:defRPr/>
            </a:lvl4pPr>
            <a:lvl5pPr marL="2286000" lvl="4" indent="-309562" algn="l">
              <a:lnSpc>
                <a:spcPct val="95000"/>
              </a:lnSpc>
              <a:spcBef>
                <a:spcPts val="375"/>
              </a:spcBef>
              <a:spcAft>
                <a:spcPts val="0"/>
              </a:spcAft>
              <a:buClr>
                <a:schemeClr val="dk1"/>
              </a:buClr>
              <a:buSzPts val="1275"/>
              <a:buChar char="–"/>
              <a:defRPr/>
            </a:lvl5pPr>
            <a:lvl6pPr marL="2743200" lvl="5" indent="-309562" algn="l">
              <a:lnSpc>
                <a:spcPct val="95000"/>
              </a:lnSpc>
              <a:spcBef>
                <a:spcPts val="375"/>
              </a:spcBef>
              <a:spcAft>
                <a:spcPts val="0"/>
              </a:spcAft>
              <a:buClr>
                <a:schemeClr val="dk1"/>
              </a:buClr>
              <a:buSzPts val="1275"/>
              <a:buChar char="–"/>
              <a:defRPr/>
            </a:lvl6pPr>
            <a:lvl7pPr marL="3200400" lvl="6" indent="-309562" algn="l">
              <a:lnSpc>
                <a:spcPct val="95000"/>
              </a:lnSpc>
              <a:spcBef>
                <a:spcPts val="375"/>
              </a:spcBef>
              <a:spcAft>
                <a:spcPts val="0"/>
              </a:spcAft>
              <a:buClr>
                <a:schemeClr val="dk1"/>
              </a:buClr>
              <a:buSzPts val="1275"/>
              <a:buChar char="–"/>
              <a:defRPr/>
            </a:lvl7pPr>
            <a:lvl8pPr marL="3657600" lvl="7" indent="-309562" algn="l">
              <a:lnSpc>
                <a:spcPct val="95000"/>
              </a:lnSpc>
              <a:spcBef>
                <a:spcPts val="375"/>
              </a:spcBef>
              <a:spcAft>
                <a:spcPts val="0"/>
              </a:spcAft>
              <a:buClr>
                <a:schemeClr val="dk1"/>
              </a:buClr>
              <a:buSzPts val="1275"/>
              <a:buChar char="–"/>
              <a:defRPr/>
            </a:lvl8pPr>
            <a:lvl9pPr marL="4114800" lvl="8" indent="-309562" algn="l">
              <a:lnSpc>
                <a:spcPct val="95000"/>
              </a:lnSpc>
              <a:spcBef>
                <a:spcPts val="375"/>
              </a:spcBef>
              <a:spcAft>
                <a:spcPts val="0"/>
              </a:spcAft>
              <a:buClr>
                <a:schemeClr val="dk1"/>
              </a:buClr>
              <a:buSzPts val="1275"/>
              <a:buChar char="–"/>
              <a:defRPr/>
            </a:lvl9pPr>
          </a:lstStyle>
          <a:p>
            <a:endParaRPr/>
          </a:p>
        </p:txBody>
      </p:sp>
      <p:sp>
        <p:nvSpPr>
          <p:cNvPr id="313" name="Google Shape;313;p26"/>
          <p:cNvSpPr>
            <a:spLocks noGrp="1"/>
          </p:cNvSpPr>
          <p:nvPr>
            <p:ph type="pic" idx="2"/>
          </p:nvPr>
        </p:nvSpPr>
        <p:spPr>
          <a:xfrm>
            <a:off x="4708528" y="807244"/>
            <a:ext cx="4024311" cy="3821906"/>
          </a:xfrm>
          <a:prstGeom prst="rect">
            <a:avLst/>
          </a:prstGeom>
          <a:solidFill>
            <a:srgbClr val="D5D5D7"/>
          </a:solidFill>
          <a:ln>
            <a:noFill/>
          </a:ln>
        </p:spPr>
      </p:sp>
      <p:sp>
        <p:nvSpPr>
          <p:cNvPr id="314" name="Google Shape;314;p26"/>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5" name="Google Shape;315;p26"/>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316"/>
        <p:cNvGrpSpPr/>
        <p:nvPr/>
      </p:nvGrpSpPr>
      <p:grpSpPr>
        <a:xfrm>
          <a:off x="0" y="0"/>
          <a:ext cx="0" cy="0"/>
          <a:chOff x="0" y="0"/>
          <a:chExt cx="0" cy="0"/>
        </a:xfrm>
      </p:grpSpPr>
      <p:sp>
        <p:nvSpPr>
          <p:cNvPr id="317" name="Google Shape;317;p27"/>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8" name="Google Shape;318;p27"/>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9" name="Google Shape;319;p27"/>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matchingName="Title Only - Black">
  <p:cSld name="Title Only - Black">
    <p:bg>
      <p:bgPr>
        <a:solidFill>
          <a:srgbClr val="221F20"/>
        </a:solidFill>
        <a:effectLst/>
      </p:bgPr>
    </p:bg>
    <p:spTree>
      <p:nvGrpSpPr>
        <p:cNvPr id="1" name="Shape 320"/>
        <p:cNvGrpSpPr/>
        <p:nvPr/>
      </p:nvGrpSpPr>
      <p:grpSpPr>
        <a:xfrm>
          <a:off x="0" y="0"/>
          <a:ext cx="0" cy="0"/>
          <a:chOff x="0" y="0"/>
          <a:chExt cx="0" cy="0"/>
        </a:xfrm>
      </p:grpSpPr>
      <p:sp>
        <p:nvSpPr>
          <p:cNvPr id="321" name="Google Shape;321;p28"/>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2" name="Google Shape;322;p28"/>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3" name="Google Shape;323;p28"/>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324" name="Google Shape;324;p28"/>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sp>
        <p:nvSpPr>
          <p:cNvPr id="325" name="Google Shape;325;p28"/>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pic>
        <p:nvPicPr>
          <p:cNvPr id="326" name="Google Shape;326;p28"/>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327"/>
        <p:cNvGrpSpPr/>
        <p:nvPr/>
      </p:nvGrpSpPr>
      <p:grpSpPr>
        <a:xfrm>
          <a:off x="0" y="0"/>
          <a:ext cx="0" cy="0"/>
          <a:chOff x="0" y="0"/>
          <a:chExt cx="0" cy="0"/>
        </a:xfrm>
      </p:grpSpPr>
      <p:sp>
        <p:nvSpPr>
          <p:cNvPr id="328" name="Google Shape;328;p29"/>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9" name="Google Shape;329;p29"/>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3888">
          <p15:clr>
            <a:srgbClr val="A4A3A4"/>
          </p15:clr>
        </p15:guide>
        <p15:guide id="2" orient="horz" pos="1008">
          <p15:clr>
            <a:srgbClr val="A4A3A4"/>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matchingName="Blank - Black">
  <p:cSld name="Blank - Black">
    <p:bg>
      <p:bgPr>
        <a:solidFill>
          <a:srgbClr val="221F20"/>
        </a:solidFill>
        <a:effectLst/>
      </p:bgPr>
    </p:bg>
    <p:spTree>
      <p:nvGrpSpPr>
        <p:cNvPr id="1" name="Shape 330"/>
        <p:cNvGrpSpPr/>
        <p:nvPr/>
      </p:nvGrpSpPr>
      <p:grpSpPr>
        <a:xfrm>
          <a:off x="0" y="0"/>
          <a:ext cx="0" cy="0"/>
          <a:chOff x="0" y="0"/>
          <a:chExt cx="0" cy="0"/>
        </a:xfrm>
      </p:grpSpPr>
      <p:sp>
        <p:nvSpPr>
          <p:cNvPr id="331" name="Google Shape;331;p30"/>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2" name="Google Shape;332;p30"/>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333" name="Google Shape;333;p30"/>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sp>
        <p:nvSpPr>
          <p:cNvPr id="334" name="Google Shape;334;p30"/>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pic>
        <p:nvPicPr>
          <p:cNvPr id="335" name="Google Shape;335;p30"/>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3888">
          <p15:clr>
            <a:srgbClr val="A4A3A4"/>
          </p15:clr>
        </p15:guide>
        <p15:guide id="2" orient="horz" pos="1008">
          <p15:clr>
            <a:srgbClr val="A4A3A4"/>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matchingName="Thank You">
  <p:cSld name="Thank You">
    <p:bg>
      <p:bgPr>
        <a:solidFill>
          <a:srgbClr val="221F20"/>
        </a:solidFill>
        <a:effectLst/>
      </p:bgPr>
    </p:bg>
    <p:spTree>
      <p:nvGrpSpPr>
        <p:cNvPr id="1" name="Shape 336"/>
        <p:cNvGrpSpPr/>
        <p:nvPr/>
      </p:nvGrpSpPr>
      <p:grpSpPr>
        <a:xfrm>
          <a:off x="0" y="0"/>
          <a:ext cx="0" cy="0"/>
          <a:chOff x="0" y="0"/>
          <a:chExt cx="0" cy="0"/>
        </a:xfrm>
      </p:grpSpPr>
      <p:sp>
        <p:nvSpPr>
          <p:cNvPr id="337" name="Google Shape;337;p31"/>
          <p:cNvSpPr txBox="1"/>
          <p:nvPr/>
        </p:nvSpPr>
        <p:spPr>
          <a:xfrm>
            <a:off x="411162" y="1611630"/>
            <a:ext cx="8321040" cy="1028700"/>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rgbClr val="FFCC01"/>
              </a:buClr>
              <a:buSzPts val="3600"/>
              <a:buFont typeface="Arial"/>
              <a:buNone/>
            </a:pPr>
            <a:r>
              <a:rPr lang="en" sz="3600" b="0" i="0" u="none" strike="noStrike" cap="none">
                <a:solidFill>
                  <a:srgbClr val="FFCC01"/>
                </a:solidFill>
                <a:latin typeface="Arial"/>
                <a:ea typeface="Arial"/>
                <a:cs typeface="Arial"/>
                <a:sym typeface="Arial"/>
              </a:rPr>
              <a:t>THANK YOU.</a:t>
            </a:r>
            <a:endParaRPr/>
          </a:p>
        </p:txBody>
      </p:sp>
      <p:sp>
        <p:nvSpPr>
          <p:cNvPr id="338" name="Google Shape;338;p31"/>
          <p:cNvSpPr txBox="1">
            <a:spLocks noGrp="1"/>
          </p:cNvSpPr>
          <p:nvPr>
            <p:ph type="body" idx="1"/>
          </p:nvPr>
        </p:nvSpPr>
        <p:spPr>
          <a:xfrm>
            <a:off x="411164" y="3614561"/>
            <a:ext cx="4024312" cy="1028699"/>
          </a:xfrm>
          <a:prstGeom prst="rect">
            <a:avLst/>
          </a:prstGeom>
          <a:noFill/>
          <a:ln>
            <a:noFill/>
          </a:ln>
        </p:spPr>
        <p:txBody>
          <a:bodyPr spcFirstLastPara="1" wrap="square" lIns="0" tIns="0" rIns="0" bIns="0" anchor="b" anchorCtr="0">
            <a:noAutofit/>
          </a:bodyPr>
          <a:lstStyle>
            <a:lvl1pPr marL="457200" lvl="0" indent="-228600" algn="l">
              <a:lnSpc>
                <a:spcPct val="95000"/>
              </a:lnSpc>
              <a:spcBef>
                <a:spcPts val="0"/>
              </a:spcBef>
              <a:spcAft>
                <a:spcPts val="0"/>
              </a:spcAft>
              <a:buClr>
                <a:schemeClr val="lt1"/>
              </a:buClr>
              <a:buSzPts val="900"/>
              <a:buFont typeface="Arial"/>
              <a:buNone/>
              <a:defRPr sz="900"/>
            </a:lvl1pPr>
            <a:lvl2pPr marL="914400" lvl="1" indent="-228600" algn="l">
              <a:lnSpc>
                <a:spcPct val="95000"/>
              </a:lnSpc>
              <a:spcBef>
                <a:spcPts val="0"/>
              </a:spcBef>
              <a:spcAft>
                <a:spcPts val="0"/>
              </a:spcAft>
              <a:buClr>
                <a:schemeClr val="lt1"/>
              </a:buClr>
              <a:buSzPts val="900"/>
              <a:buFont typeface="Arial"/>
              <a:buNone/>
              <a:defRPr sz="900"/>
            </a:lvl2pPr>
            <a:lvl3pPr marL="1371600" lvl="2" indent="-228600" algn="l">
              <a:lnSpc>
                <a:spcPct val="95000"/>
              </a:lnSpc>
              <a:spcBef>
                <a:spcPts val="0"/>
              </a:spcBef>
              <a:spcAft>
                <a:spcPts val="0"/>
              </a:spcAft>
              <a:buClr>
                <a:schemeClr val="lt1"/>
              </a:buClr>
              <a:buSzPts val="900"/>
              <a:buFont typeface="Arial"/>
              <a:buNone/>
              <a:defRPr sz="900"/>
            </a:lvl3pPr>
            <a:lvl4pPr marL="1828800" lvl="3" indent="-228600" algn="l">
              <a:lnSpc>
                <a:spcPct val="95000"/>
              </a:lnSpc>
              <a:spcBef>
                <a:spcPts val="0"/>
              </a:spcBef>
              <a:spcAft>
                <a:spcPts val="0"/>
              </a:spcAft>
              <a:buClr>
                <a:schemeClr val="lt1"/>
              </a:buClr>
              <a:buSzPts val="900"/>
              <a:buFont typeface="Arial"/>
              <a:buNone/>
              <a:defRPr sz="900"/>
            </a:lvl4pPr>
            <a:lvl5pPr marL="2286000" lvl="4" indent="-228600" algn="l">
              <a:lnSpc>
                <a:spcPct val="95000"/>
              </a:lnSpc>
              <a:spcBef>
                <a:spcPts val="0"/>
              </a:spcBef>
              <a:spcAft>
                <a:spcPts val="0"/>
              </a:spcAft>
              <a:buClr>
                <a:schemeClr val="lt1"/>
              </a:buClr>
              <a:buSzPts val="900"/>
              <a:buFont typeface="Arial"/>
              <a:buNone/>
              <a:defRPr sz="900"/>
            </a:lvl5pPr>
            <a:lvl6pPr marL="2743200" lvl="5" indent="-228600" algn="l">
              <a:lnSpc>
                <a:spcPct val="95000"/>
              </a:lnSpc>
              <a:spcBef>
                <a:spcPts val="0"/>
              </a:spcBef>
              <a:spcAft>
                <a:spcPts val="0"/>
              </a:spcAft>
              <a:buClr>
                <a:schemeClr val="lt1"/>
              </a:buClr>
              <a:buSzPts val="900"/>
              <a:buFont typeface="Arial"/>
              <a:buNone/>
              <a:defRPr sz="900"/>
            </a:lvl6pPr>
            <a:lvl7pPr marL="3200400" lvl="6" indent="-228600" algn="l">
              <a:lnSpc>
                <a:spcPct val="95000"/>
              </a:lnSpc>
              <a:spcBef>
                <a:spcPts val="0"/>
              </a:spcBef>
              <a:spcAft>
                <a:spcPts val="0"/>
              </a:spcAft>
              <a:buClr>
                <a:schemeClr val="lt1"/>
              </a:buClr>
              <a:buSzPts val="900"/>
              <a:buFont typeface="Arial"/>
              <a:buNone/>
              <a:defRPr sz="900"/>
            </a:lvl7pPr>
            <a:lvl8pPr marL="3657600" lvl="7" indent="-228600" algn="l">
              <a:lnSpc>
                <a:spcPct val="95000"/>
              </a:lnSpc>
              <a:spcBef>
                <a:spcPts val="0"/>
              </a:spcBef>
              <a:spcAft>
                <a:spcPts val="0"/>
              </a:spcAft>
              <a:buClr>
                <a:schemeClr val="lt1"/>
              </a:buClr>
              <a:buSzPts val="900"/>
              <a:buFont typeface="Arial"/>
              <a:buNone/>
              <a:defRPr sz="900"/>
            </a:lvl8pPr>
            <a:lvl9pPr marL="4114800" lvl="8" indent="-228600" algn="l">
              <a:lnSpc>
                <a:spcPct val="95000"/>
              </a:lnSpc>
              <a:spcBef>
                <a:spcPts val="0"/>
              </a:spcBef>
              <a:spcAft>
                <a:spcPts val="0"/>
              </a:spcAft>
              <a:buClr>
                <a:schemeClr val="lt1"/>
              </a:buClr>
              <a:buSzPts val="900"/>
              <a:buFont typeface="Arial"/>
              <a:buNone/>
              <a:defRPr sz="900"/>
            </a:lvl9pPr>
          </a:lstStyle>
          <a:p>
            <a:endParaRPr/>
          </a:p>
        </p:txBody>
      </p:sp>
      <p:sp>
        <p:nvSpPr>
          <p:cNvPr id="339" name="Google Shape;339;p31"/>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0" name="Google Shape;340;p31"/>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pic>
        <p:nvPicPr>
          <p:cNvPr id="341" name="Google Shape;341;p31"/>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matchingName="Logo">
  <p:cSld name="Logo">
    <p:bg>
      <p:bgPr>
        <a:solidFill>
          <a:srgbClr val="221F20"/>
        </a:solidFill>
        <a:effectLst/>
      </p:bgPr>
    </p:bg>
    <p:spTree>
      <p:nvGrpSpPr>
        <p:cNvPr id="1" name="Shape 342"/>
        <p:cNvGrpSpPr/>
        <p:nvPr/>
      </p:nvGrpSpPr>
      <p:grpSpPr>
        <a:xfrm>
          <a:off x="0" y="0"/>
          <a:ext cx="0" cy="0"/>
          <a:chOff x="0" y="0"/>
          <a:chExt cx="0" cy="0"/>
        </a:xfrm>
      </p:grpSpPr>
      <p:pic>
        <p:nvPicPr>
          <p:cNvPr id="343" name="Google Shape;343;p32" descr="U.S. Army"/>
          <p:cNvPicPr preferRelativeResize="0"/>
          <p:nvPr/>
        </p:nvPicPr>
        <p:blipFill rotWithShape="1">
          <a:blip r:embed="rId2">
            <a:alphaModFix/>
          </a:blip>
          <a:srcRect/>
          <a:stretch/>
        </p:blipFill>
        <p:spPr>
          <a:xfrm>
            <a:off x="2120265" y="1645920"/>
            <a:ext cx="4903470" cy="185166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344"/>
        <p:cNvGrpSpPr/>
        <p:nvPr/>
      </p:nvGrpSpPr>
      <p:grpSpPr>
        <a:xfrm>
          <a:off x="0" y="0"/>
          <a:ext cx="0" cy="0"/>
          <a:chOff x="0" y="0"/>
          <a:chExt cx="0" cy="0"/>
        </a:xfrm>
      </p:grpSpPr>
      <p:sp>
        <p:nvSpPr>
          <p:cNvPr id="345" name="Google Shape;345;p33"/>
          <p:cNvSpPr txBox="1">
            <a:spLocks noGrp="1"/>
          </p:cNvSpPr>
          <p:nvPr>
            <p:ph type="title"/>
          </p:nvPr>
        </p:nvSpPr>
        <p:spPr>
          <a:xfrm>
            <a:off x="311700" y="539725"/>
            <a:ext cx="8520600" cy="12825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Clr>
                <a:schemeClr val="dk1"/>
              </a:buClr>
              <a:buSzPts val="3600"/>
              <a:buFont typeface="Arial"/>
              <a:buNone/>
              <a:defRPr sz="3600"/>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346" name="Google Shape;346;p3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47"/>
        <p:cNvGrpSpPr/>
        <p:nvPr/>
      </p:nvGrpSpPr>
      <p:grpSpPr>
        <a:xfrm>
          <a:off x="0" y="0"/>
          <a:ext cx="0" cy="0"/>
          <a:chOff x="0" y="0"/>
          <a:chExt cx="0" cy="0"/>
        </a:xfrm>
      </p:grpSpPr>
      <p:sp>
        <p:nvSpPr>
          <p:cNvPr id="348" name="Google Shape;348;p34"/>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Clr>
                <a:schemeClr val="lt1"/>
              </a:buClr>
              <a:buSzPts val="2800"/>
              <a:buFont typeface="Arial"/>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349" name="Google Shape;349;p3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54"/>
        <p:cNvGrpSpPr/>
        <p:nvPr/>
      </p:nvGrpSpPr>
      <p:grpSpPr>
        <a:xfrm>
          <a:off x="0" y="0"/>
          <a:ext cx="0" cy="0"/>
          <a:chOff x="0" y="0"/>
          <a:chExt cx="0" cy="0"/>
        </a:xfrm>
      </p:grpSpPr>
      <p:sp>
        <p:nvSpPr>
          <p:cNvPr id="355" name="Google Shape;355;p3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[Slide title]</a:t>
            </a:r>
          </a:p>
        </p:txBody>
      </p:sp>
      <p:sp>
        <p:nvSpPr>
          <p:cNvPr id="3" name="Content Placeholder 2"/>
          <p:cNvSpPr>
            <a:spLocks noGrp="1"/>
          </p:cNvSpPr>
          <p:nvPr>
            <p:ph idx="1"/>
          </p:nvPr>
        </p:nvSpPr>
        <p:spPr>
          <a:xfrm>
            <a:off x="411480" y="1200149"/>
            <a:ext cx="5096352" cy="3429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4FBB89F-F200-3967-06C8-C1B71C7F0FF9}"/>
              </a:ext>
            </a:extLst>
          </p:cNvPr>
          <p:cNvSpPr>
            <a:spLocks noGrp="1"/>
          </p:cNvSpPr>
          <p:nvPr>
            <p:ph type="dt" sz="half" idx="10"/>
          </p:nvPr>
        </p:nvSpPr>
        <p:spPr>
          <a:xfrm>
            <a:off x="411480" y="4972050"/>
            <a:ext cx="617220" cy="171450"/>
          </a:xfrm>
        </p:spPr>
        <p:txBody>
          <a:bodyPr lIns="0"/>
          <a:lstStyle/>
          <a:p>
            <a:fld id="{971AFA9C-17DA-4726-B9E3-ADECF7729AF7}" type="datetimeFigureOut">
              <a:rPr lang="en-US" smtClean="0"/>
              <a:t>6/22/2026</a:t>
            </a:fld>
            <a:endParaRPr lang="en-US"/>
          </a:p>
        </p:txBody>
      </p:sp>
      <p:sp>
        <p:nvSpPr>
          <p:cNvPr id="6" name="Slide Number Placeholder 5">
            <a:extLst>
              <a:ext uri="{FF2B5EF4-FFF2-40B4-BE49-F238E27FC236}">
                <a16:creationId xmlns:a16="http://schemas.microsoft.com/office/drawing/2014/main" id="{03C0BAD3-337A-DC60-A7ED-BF13F0826264}"/>
              </a:ext>
            </a:extLst>
          </p:cNvPr>
          <p:cNvSpPr>
            <a:spLocks noGrp="1"/>
          </p:cNvSpPr>
          <p:nvPr>
            <p:ph type="sldNum" sz="quarter" idx="11"/>
          </p:nvPr>
        </p:nvSpPr>
        <p:spPr>
          <a:xfrm>
            <a:off x="8433828" y="4972050"/>
            <a:ext cx="299408" cy="171450"/>
          </a:xfrm>
        </p:spPr>
        <p:txBody>
          <a:bodyPr rIns="0"/>
          <a:lstStyle/>
          <a:p>
            <a:fld id="{79D051F2-C7C4-43BD-B552-C78CE0DE4128}" type="slidenum">
              <a:rPr lang="en-US" smtClean="0"/>
              <a:t>‹#›</a:t>
            </a:fld>
            <a:endParaRPr lang="en-US"/>
          </a:p>
        </p:txBody>
      </p:sp>
    </p:spTree>
    <p:extLst>
      <p:ext uri="{BB962C8B-B14F-4D97-AF65-F5344CB8AC3E}">
        <p14:creationId xmlns:p14="http://schemas.microsoft.com/office/powerpoint/2010/main" val="329811480"/>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image" Target="../media/image2.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image" Target="../media/image1.png"/><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pic>
        <p:nvPicPr>
          <p:cNvPr id="6" name="Google Shape;6;p1"/>
          <p:cNvPicPr preferRelativeResize="0"/>
          <p:nvPr/>
        </p:nvPicPr>
        <p:blipFill rotWithShape="1">
          <a:blip r:embed="rId35">
            <a:alphaModFix/>
          </a:blip>
          <a:srcRect l="26274" t="67"/>
          <a:stretch/>
        </p:blipFill>
        <p:spPr>
          <a:xfrm>
            <a:off x="7821386" y="308611"/>
            <a:ext cx="911133" cy="358278"/>
          </a:xfrm>
          <a:prstGeom prst="rect">
            <a:avLst/>
          </a:prstGeom>
          <a:noFill/>
          <a:ln>
            <a:noFill/>
          </a:ln>
        </p:spPr>
      </p:pic>
      <p:sp>
        <p:nvSpPr>
          <p:cNvPr id="7" name="Google Shape;7;p1"/>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marR="0" lvl="0" algn="l" rtl="0">
              <a:lnSpc>
                <a:spcPct val="9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 name="Google Shape;8;p1"/>
          <p:cNvSpPr txBox="1">
            <a:spLocks noGrp="1"/>
          </p:cNvSpPr>
          <p:nvPr>
            <p:ph type="body" idx="1"/>
          </p:nvPr>
        </p:nvSpPr>
        <p:spPr>
          <a:xfrm>
            <a:off x="411479" y="1200149"/>
            <a:ext cx="8321040" cy="3429000"/>
          </a:xfrm>
          <a:prstGeom prst="rect">
            <a:avLst/>
          </a:prstGeom>
          <a:noFill/>
          <a:ln>
            <a:noFill/>
          </a:ln>
        </p:spPr>
        <p:txBody>
          <a:bodyPr spcFirstLastPara="1" wrap="square" lIns="0" tIns="0" rIns="0" bIns="0" anchor="t" anchorCtr="0">
            <a:noAutofit/>
          </a:bodyPr>
          <a:lstStyle>
            <a:lvl1pPr marL="457200" marR="0" lvl="0" indent="-309562" algn="l" rtl="0">
              <a:lnSpc>
                <a:spcPct val="95000"/>
              </a:lnSpc>
              <a:spcBef>
                <a:spcPts val="750"/>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1pPr>
            <a:lvl2pPr marL="914400" marR="0" lvl="1"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2pPr>
            <a:lvl3pPr marL="1371600" marR="0" lvl="2"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3pPr>
            <a:lvl4pPr marL="1828800" marR="0" lvl="3"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4pPr>
            <a:lvl5pPr marL="2286000" marR="0" lvl="4"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5pPr>
            <a:lvl6pPr marL="2743200" marR="0" lvl="5"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6pPr>
            <a:lvl7pPr marL="3200400" marR="0" lvl="6"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7pPr>
            <a:lvl8pPr marL="3657600" marR="0" lvl="7"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8pPr>
            <a:lvl9pPr marL="4114800" marR="0" lvl="8"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9pPr>
          </a:lstStyle>
          <a:p>
            <a:endParaRPr/>
          </a:p>
        </p:txBody>
      </p:sp>
      <p:sp>
        <p:nvSpPr>
          <p:cNvPr id="9" name="Google Shape;9;p1"/>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rgbClr val="2DAA27"/>
                </a:solidFill>
                <a:latin typeface="Arial"/>
                <a:ea typeface="Arial"/>
                <a:cs typeface="Arial"/>
                <a:sym typeface="Arial"/>
              </a:rPr>
              <a:t>UNCLASSIFIED / GENERAL</a:t>
            </a:r>
            <a:endParaRPr/>
          </a:p>
        </p:txBody>
      </p:sp>
      <p:sp>
        <p:nvSpPr>
          <p:cNvPr id="10" name="Google Shape;10;p1"/>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rgbClr val="2DAA27"/>
                </a:solidFill>
                <a:latin typeface="Arial"/>
                <a:ea typeface="Arial"/>
                <a:cs typeface="Arial"/>
                <a:sym typeface="Arial"/>
              </a:rPr>
              <a:t>UNCLASSIFIED / GENERAL</a:t>
            </a:r>
            <a:endParaRPr/>
          </a:p>
        </p:txBody>
      </p:sp>
      <p:sp>
        <p:nvSpPr>
          <p:cNvPr id="11" name="Google Shape;11;p1"/>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marR="0" lvl="0" algn="l" rtl="0">
              <a:spcBef>
                <a:spcPts val="0"/>
              </a:spcBef>
              <a:spcAft>
                <a:spcPts val="0"/>
              </a:spcAft>
              <a:buSzPts val="1400"/>
              <a:buNone/>
              <a:defRPr sz="525" b="1"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2" name="Google Shape;12;p1"/>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marR="0" lvl="0"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1pPr>
            <a:lvl2pPr marL="0" marR="0" lvl="1"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2pPr>
            <a:lvl3pPr marL="0" marR="0" lvl="2"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3pPr>
            <a:lvl4pPr marL="0" marR="0" lvl="3"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4pPr>
            <a:lvl5pPr marL="0" marR="0" lvl="4"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5pPr>
            <a:lvl6pPr marL="0" marR="0" lvl="5"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6pPr>
            <a:lvl7pPr marL="0" marR="0" lvl="6"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7pPr>
            <a:lvl8pPr marL="0" marR="0" lvl="7"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8pPr>
            <a:lvl9pPr marL="0" marR="0" lvl="8"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13" name="Google Shape;13;p1" descr="A picture containing icon&#10;&#10;AI-generated content may be incorrect."/>
          <p:cNvPicPr preferRelativeResize="0"/>
          <p:nvPr/>
        </p:nvPicPr>
        <p:blipFill rotWithShape="1">
          <a:blip r:embed="rId36">
            <a:alphaModFix/>
          </a:blip>
          <a:srcRect/>
          <a:stretch/>
        </p:blipFill>
        <p:spPr>
          <a:xfrm>
            <a:off x="7444515" y="318065"/>
            <a:ext cx="376871" cy="358278"/>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 id="2147483662" r:id="rId13"/>
    <p:sldLayoutId id="2147483663" r:id="rId14"/>
    <p:sldLayoutId id="2147483664" r:id="rId15"/>
    <p:sldLayoutId id="2147483665" r:id="rId16"/>
    <p:sldLayoutId id="2147483666" r:id="rId17"/>
    <p:sldLayoutId id="2147483667" r:id="rId18"/>
    <p:sldLayoutId id="2147483668" r:id="rId19"/>
    <p:sldLayoutId id="2147483669" r:id="rId20"/>
    <p:sldLayoutId id="2147483670" r:id="rId21"/>
    <p:sldLayoutId id="2147483671" r:id="rId22"/>
    <p:sldLayoutId id="2147483672" r:id="rId23"/>
    <p:sldLayoutId id="2147483673" r:id="rId24"/>
    <p:sldLayoutId id="2147483674" r:id="rId25"/>
    <p:sldLayoutId id="2147483675" r:id="rId26"/>
    <p:sldLayoutId id="2147483676" r:id="rId27"/>
    <p:sldLayoutId id="2147483677" r:id="rId28"/>
    <p:sldLayoutId id="2147483678" r:id="rId29"/>
    <p:sldLayoutId id="2147483679" r:id="rId30"/>
    <p:sldLayoutId id="2147483680" r:id="rId31"/>
    <p:sldLayoutId id="2147483682" r:id="rId32"/>
    <p:sldLayoutId id="2147483685" r:id="rId3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59">
          <p15:clr>
            <a:srgbClr val="F26B43"/>
          </p15:clr>
        </p15:guide>
        <p15:guide id="2" pos="345">
          <p15:clr>
            <a:srgbClr val="F26B43"/>
          </p15:clr>
        </p15:guide>
        <p15:guide id="3" pos="7335">
          <p15:clr>
            <a:srgbClr val="F26B43"/>
          </p15:clr>
        </p15:guide>
        <p15:guide id="4" orient="horz" pos="4061">
          <p15:clr>
            <a:srgbClr val="F26B43"/>
          </p15:clr>
        </p15:guide>
        <p15:guide id="5" pos="1018">
          <p15:clr>
            <a:srgbClr val="A4A3A4"/>
          </p15:clr>
        </p15:guide>
        <p15:guide id="6" pos="1248">
          <p15:clr>
            <a:srgbClr val="A4A3A4"/>
          </p15:clr>
        </p15:guide>
        <p15:guide id="7" pos="2148">
          <p15:clr>
            <a:srgbClr val="A4A3A4"/>
          </p15:clr>
        </p15:guide>
        <p15:guide id="8" pos="3052">
          <p15:clr>
            <a:srgbClr val="A4A3A4"/>
          </p15:clr>
        </p15:guide>
        <p15:guide id="9" pos="3954">
          <p15:clr>
            <a:srgbClr val="A4A3A4"/>
          </p15:clr>
        </p15:guide>
        <p15:guide id="10" pos="3724">
          <p15:clr>
            <a:srgbClr val="A4A3A4"/>
          </p15:clr>
        </p15:guide>
        <p15:guide id="11" pos="4858">
          <p15:clr>
            <a:srgbClr val="A4A3A4"/>
          </p15:clr>
        </p15:guide>
        <p15:guide id="12" pos="5784">
          <p15:clr>
            <a:srgbClr val="A4A3A4"/>
          </p15:clr>
        </p15:guide>
        <p15:guide id="13" pos="6660">
          <p15:clr>
            <a:srgbClr val="A4A3A4"/>
          </p15:clr>
        </p15:guide>
        <p15:guide id="14" pos="1920">
          <p15:clr>
            <a:srgbClr val="A4A3A4"/>
          </p15:clr>
        </p15:guide>
        <p15:guide id="15" pos="2822">
          <p15:clr>
            <a:srgbClr val="A4A3A4"/>
          </p15:clr>
        </p15:guide>
        <p15:guide id="16" pos="4626">
          <p15:clr>
            <a:srgbClr val="A4A3A4"/>
          </p15:clr>
        </p15:guide>
        <p15:guide id="17" pos="5530">
          <p15:clr>
            <a:srgbClr val="A4A3A4"/>
          </p15:clr>
        </p15:guide>
        <p15:guide id="18" pos="6434">
          <p15:clr>
            <a:srgbClr val="A4A3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3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sp>
        <p:nvSpPr>
          <p:cNvPr id="4" name="Text Placeholder 3">
            <a:extLst>
              <a:ext uri="{FF2B5EF4-FFF2-40B4-BE49-F238E27FC236}">
                <a16:creationId xmlns:a16="http://schemas.microsoft.com/office/drawing/2014/main" id="{3F070E2C-C69B-CF2A-4AFC-23A14A6A0794}"/>
              </a:ext>
            </a:extLst>
          </p:cNvPr>
          <p:cNvSpPr>
            <a:spLocks noGrp="1"/>
          </p:cNvSpPr>
          <p:nvPr>
            <p:ph type="body" idx="1"/>
          </p:nvPr>
        </p:nvSpPr>
        <p:spPr/>
        <p:txBody>
          <a:bodyPr/>
          <a:lstStyle/>
          <a:p>
            <a:endParaRPr lang="en-US"/>
          </a:p>
        </p:txBody>
      </p:sp>
      <p:sp>
        <p:nvSpPr>
          <p:cNvPr id="5" name="Text Placeholder 4">
            <a:extLst>
              <a:ext uri="{FF2B5EF4-FFF2-40B4-BE49-F238E27FC236}">
                <a16:creationId xmlns:a16="http://schemas.microsoft.com/office/drawing/2014/main" id="{6EFD8E2E-8543-A688-763B-E884BB31846B}"/>
              </a:ext>
            </a:extLst>
          </p:cNvPr>
          <p:cNvSpPr>
            <a:spLocks noGrp="1"/>
          </p:cNvSpPr>
          <p:nvPr>
            <p:ph type="body" idx="2"/>
          </p:nvPr>
        </p:nvSpPr>
        <p:spPr/>
        <p:txBody>
          <a:bodyPr/>
          <a:lstStyle/>
          <a:p>
            <a:endParaRPr lang="en-US"/>
          </a:p>
        </p:txBody>
      </p:sp>
      <p:sp>
        <p:nvSpPr>
          <p:cNvPr id="6" name="Text Placeholder 5">
            <a:extLst>
              <a:ext uri="{FF2B5EF4-FFF2-40B4-BE49-F238E27FC236}">
                <a16:creationId xmlns:a16="http://schemas.microsoft.com/office/drawing/2014/main" id="{2230D199-3936-A1F3-B0EB-089330973D56}"/>
              </a:ext>
            </a:extLst>
          </p:cNvPr>
          <p:cNvSpPr>
            <a:spLocks noGrp="1"/>
          </p:cNvSpPr>
          <p:nvPr>
            <p:ph type="body" idx="3"/>
          </p:nvPr>
        </p:nvSpPr>
        <p:spPr/>
        <p:txBody>
          <a:bodyPr/>
          <a:lstStyle/>
          <a:p>
            <a:endParaRPr lang="en-US"/>
          </a:p>
        </p:txBody>
      </p:sp>
      <p:sp>
        <p:nvSpPr>
          <p:cNvPr id="7" name="Text Placeholder 6">
            <a:extLst>
              <a:ext uri="{FF2B5EF4-FFF2-40B4-BE49-F238E27FC236}">
                <a16:creationId xmlns:a16="http://schemas.microsoft.com/office/drawing/2014/main" id="{846C0D10-A9D9-A711-D381-3D00C47E0FBF}"/>
              </a:ext>
            </a:extLst>
          </p:cNvPr>
          <p:cNvSpPr>
            <a:spLocks noGrp="1"/>
          </p:cNvSpPr>
          <p:nvPr>
            <p:ph type="body" idx="4"/>
          </p:nvPr>
        </p:nvSpPr>
        <p:spPr/>
        <p:txBody>
          <a:bodyPr/>
          <a:lstStyle/>
          <a:p>
            <a:endParaRPr lang="en-US"/>
          </a:p>
        </p:txBody>
      </p:sp>
      <p:sp>
        <p:nvSpPr>
          <p:cNvPr id="8" name="Text Placeholder 7">
            <a:extLst>
              <a:ext uri="{FF2B5EF4-FFF2-40B4-BE49-F238E27FC236}">
                <a16:creationId xmlns:a16="http://schemas.microsoft.com/office/drawing/2014/main" id="{48D0B74B-73C2-B2A1-57AF-63998F4A4F49}"/>
              </a:ext>
            </a:extLst>
          </p:cNvPr>
          <p:cNvSpPr>
            <a:spLocks noGrp="1"/>
          </p:cNvSpPr>
          <p:nvPr>
            <p:ph type="body" idx="5"/>
          </p:nvPr>
        </p:nvSpPr>
        <p:spPr/>
        <p:txBody>
          <a:bodyPr/>
          <a:lstStyle/>
          <a:p>
            <a:endParaRPr lang="en-US"/>
          </a:p>
        </p:txBody>
      </p:sp>
      <p:sp>
        <p:nvSpPr>
          <p:cNvPr id="9" name="Text Placeholder 8">
            <a:extLst>
              <a:ext uri="{FF2B5EF4-FFF2-40B4-BE49-F238E27FC236}">
                <a16:creationId xmlns:a16="http://schemas.microsoft.com/office/drawing/2014/main" id="{39903D50-9478-61DD-97EF-868FFEC1A203}"/>
              </a:ext>
            </a:extLst>
          </p:cNvPr>
          <p:cNvSpPr>
            <a:spLocks noGrp="1"/>
          </p:cNvSpPr>
          <p:nvPr>
            <p:ph type="body" idx="6"/>
          </p:nvPr>
        </p:nvSpPr>
        <p:spPr/>
        <p:txBody>
          <a:bodyPr/>
          <a:lstStyle/>
          <a:p>
            <a:endParaRPr lang="en-US"/>
          </a:p>
        </p:txBody>
      </p:sp>
      <p:sp>
        <p:nvSpPr>
          <p:cNvPr id="10" name="Text Placeholder 9">
            <a:extLst>
              <a:ext uri="{FF2B5EF4-FFF2-40B4-BE49-F238E27FC236}">
                <a16:creationId xmlns:a16="http://schemas.microsoft.com/office/drawing/2014/main" id="{AE0195E4-F595-93CB-A46C-7430AD0680AD}"/>
              </a:ext>
            </a:extLst>
          </p:cNvPr>
          <p:cNvSpPr>
            <a:spLocks noGrp="1"/>
          </p:cNvSpPr>
          <p:nvPr>
            <p:ph type="body" idx="7"/>
          </p:nvPr>
        </p:nvSpPr>
        <p:spPr/>
        <p:txBody>
          <a:bodyPr/>
          <a:lstStyle/>
          <a:p>
            <a:endParaRPr lang="en-US"/>
          </a:p>
        </p:txBody>
      </p:sp>
      <p:sp>
        <p:nvSpPr>
          <p:cNvPr id="11" name="Text Placeholder 10">
            <a:extLst>
              <a:ext uri="{FF2B5EF4-FFF2-40B4-BE49-F238E27FC236}">
                <a16:creationId xmlns:a16="http://schemas.microsoft.com/office/drawing/2014/main" id="{5B959FF5-1EE2-7B58-60C8-30418EF2E627}"/>
              </a:ext>
            </a:extLst>
          </p:cNvPr>
          <p:cNvSpPr>
            <a:spLocks noGrp="1"/>
          </p:cNvSpPr>
          <p:nvPr>
            <p:ph type="body" idx="8"/>
          </p:nvPr>
        </p:nvSpPr>
        <p:spPr/>
        <p:txBody>
          <a:bodyPr/>
          <a:lstStyle/>
          <a:p>
            <a:endParaRPr lang="en-US"/>
          </a:p>
        </p:txBody>
      </p:sp>
      <p:sp>
        <p:nvSpPr>
          <p:cNvPr id="12" name="Text Placeholder 11">
            <a:extLst>
              <a:ext uri="{FF2B5EF4-FFF2-40B4-BE49-F238E27FC236}">
                <a16:creationId xmlns:a16="http://schemas.microsoft.com/office/drawing/2014/main" id="{BD2EDCAF-FCD3-27B6-7A7D-482980E30A32}"/>
              </a:ext>
            </a:extLst>
          </p:cNvPr>
          <p:cNvSpPr>
            <a:spLocks noGrp="1"/>
          </p:cNvSpPr>
          <p:nvPr>
            <p:ph type="body" idx="9"/>
          </p:nvPr>
        </p:nvSpPr>
        <p:spPr/>
        <p:txBody>
          <a:bodyPr/>
          <a:lstStyle/>
          <a:p>
            <a:endParaRPr lang="en-US"/>
          </a:p>
        </p:txBody>
      </p:sp>
      <p:sp>
        <p:nvSpPr>
          <p:cNvPr id="13" name="Text Placeholder 12">
            <a:extLst>
              <a:ext uri="{FF2B5EF4-FFF2-40B4-BE49-F238E27FC236}">
                <a16:creationId xmlns:a16="http://schemas.microsoft.com/office/drawing/2014/main" id="{B30A370C-AC35-54DB-180E-CF84A6DE97E5}"/>
              </a:ext>
            </a:extLst>
          </p:cNvPr>
          <p:cNvSpPr>
            <a:spLocks noGrp="1"/>
          </p:cNvSpPr>
          <p:nvPr>
            <p:ph type="body" idx="13"/>
          </p:nvPr>
        </p:nvSpPr>
        <p:spPr/>
        <p:txBody>
          <a:bodyPr/>
          <a:lstStyle/>
          <a:p>
            <a:endParaRPr lang="en-US"/>
          </a:p>
        </p:txBody>
      </p:sp>
      <p:sp>
        <p:nvSpPr>
          <p:cNvPr id="377" name="Google Shape;377;p39"/>
          <p:cNvSpPr txBox="1">
            <a:spLocks noGrp="1"/>
          </p:cNvSpPr>
          <p:nvPr>
            <p:ph type="ctrTitle"/>
          </p:nvPr>
        </p:nvSpPr>
        <p:spPr>
          <a:noFill/>
          <a:ln>
            <a:noFill/>
          </a:ln>
        </p:spPr>
        <p:txBody>
          <a:bodyPr spcFirstLastPara="1" wrap="square" lIns="91425" tIns="91425" rIns="91425" bIns="91425" anchor="t" anchorCtr="0">
            <a:normAutofit/>
          </a:bodyPr>
          <a:lstStyle/>
          <a:p>
            <a:pPr lvl="0"/>
            <a:r>
              <a:rPr lang="en-US">
                <a:solidFill>
                  <a:schemeClr val="bg1"/>
                </a:solidFill>
              </a:rPr>
              <a:t>Error Handling</a:t>
            </a:r>
            <a:endParaRPr lang="en-US" dirty="0">
              <a:solidFill>
                <a:schemeClr val="bg1"/>
              </a:solidFill>
            </a:endParaRPr>
          </a:p>
        </p:txBody>
      </p:sp>
      <p:sp>
        <p:nvSpPr>
          <p:cNvPr id="14" name="Subtitle 13">
            <a:extLst>
              <a:ext uri="{FF2B5EF4-FFF2-40B4-BE49-F238E27FC236}">
                <a16:creationId xmlns:a16="http://schemas.microsoft.com/office/drawing/2014/main" id="{375DF464-1047-E0FE-E481-3664C51B5C5B}"/>
              </a:ext>
            </a:extLst>
          </p:cNvPr>
          <p:cNvSpPr>
            <a:spLocks noGrp="1"/>
          </p:cNvSpPr>
          <p:nvPr>
            <p:ph type="subTitle" idx="14"/>
          </p:nvPr>
        </p:nvSpPr>
        <p:spPr/>
        <p:txBody>
          <a:bodyPr/>
          <a:lstStyle/>
          <a:p>
            <a:endParaRPr lang="en-US" dirty="0"/>
          </a:p>
        </p:txBody>
      </p:sp>
      <p:sp>
        <p:nvSpPr>
          <p:cNvPr id="15" name="Text Placeholder 14">
            <a:extLst>
              <a:ext uri="{FF2B5EF4-FFF2-40B4-BE49-F238E27FC236}">
                <a16:creationId xmlns:a16="http://schemas.microsoft.com/office/drawing/2014/main" id="{ED1E60D9-3A05-7A61-72B6-7F9C21F9F660}"/>
              </a:ext>
            </a:extLst>
          </p:cNvPr>
          <p:cNvSpPr>
            <a:spLocks noGrp="1"/>
          </p:cNvSpPr>
          <p:nvPr>
            <p:ph type="body" idx="15"/>
          </p:nvPr>
        </p:nvSpPr>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D87CF-5E92-D709-ADC1-CD5AB2C3F7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EBB9CF-99E0-34C2-13BD-CE711791B329}"/>
              </a:ext>
            </a:extLst>
          </p:cNvPr>
          <p:cNvSpPr>
            <a:spLocks noGrp="1"/>
          </p:cNvSpPr>
          <p:nvPr>
            <p:ph type="title"/>
          </p:nvPr>
        </p:nvSpPr>
        <p:spPr/>
        <p:txBody>
          <a:bodyPr/>
          <a:lstStyle/>
          <a:p>
            <a:br>
              <a:rPr lang="en-US" dirty="0"/>
            </a:br>
            <a:r>
              <a:rPr lang="en-US" dirty="0"/>
              <a:t>Course Schedule</a:t>
            </a:r>
          </a:p>
        </p:txBody>
      </p:sp>
      <p:pic>
        <p:nvPicPr>
          <p:cNvPr id="7" name="Content Placeholder 6">
            <a:extLst>
              <a:ext uri="{FF2B5EF4-FFF2-40B4-BE49-F238E27FC236}">
                <a16:creationId xmlns:a16="http://schemas.microsoft.com/office/drawing/2014/main" id="{D6C03BA8-C242-A7E3-06B9-2FDDD142A3E2}"/>
              </a:ext>
            </a:extLst>
          </p:cNvPr>
          <p:cNvPicPr>
            <a:picLocks noGrp="1" noChangeAspect="1"/>
          </p:cNvPicPr>
          <p:nvPr>
            <p:ph idx="1"/>
          </p:nvPr>
        </p:nvPicPr>
        <p:blipFill>
          <a:blip r:embed="rId3"/>
          <a:stretch>
            <a:fillRect/>
          </a:stretch>
        </p:blipFill>
        <p:spPr>
          <a:xfrm>
            <a:off x="381000" y="989100"/>
            <a:ext cx="8382000" cy="3716356"/>
          </a:xfrm>
          <a:prstGeom prst="rect">
            <a:avLst/>
          </a:prstGeom>
          <a:noFill/>
          <a:ln>
            <a:noFill/>
          </a:ln>
        </p:spPr>
      </p:pic>
      <p:sp>
        <p:nvSpPr>
          <p:cNvPr id="8" name="Rectangle 7">
            <a:extLst>
              <a:ext uri="{FF2B5EF4-FFF2-40B4-BE49-F238E27FC236}">
                <a16:creationId xmlns:a16="http://schemas.microsoft.com/office/drawing/2014/main" id="{0C366FE1-DAFA-E7EC-025F-E1D1E8686851}"/>
              </a:ext>
            </a:extLst>
          </p:cNvPr>
          <p:cNvSpPr/>
          <p:nvPr/>
        </p:nvSpPr>
        <p:spPr>
          <a:xfrm>
            <a:off x="97505" y="2419351"/>
            <a:ext cx="4713249" cy="22720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Tree>
    <p:extLst>
      <p:ext uri="{BB962C8B-B14F-4D97-AF65-F5344CB8AC3E}">
        <p14:creationId xmlns:p14="http://schemas.microsoft.com/office/powerpoint/2010/main" val="19191854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70">
          <a:extLst>
            <a:ext uri="{FF2B5EF4-FFF2-40B4-BE49-F238E27FC236}">
              <a16:creationId xmlns:a16="http://schemas.microsoft.com/office/drawing/2014/main" id="{331C143A-1CF1-E401-0CB5-D7BA22316B98}"/>
            </a:ext>
          </a:extLst>
        </p:cNvPr>
        <p:cNvGrpSpPr/>
        <p:nvPr/>
      </p:nvGrpSpPr>
      <p:grpSpPr>
        <a:xfrm>
          <a:off x="0" y="0"/>
          <a:ext cx="0" cy="0"/>
          <a:chOff x="0" y="0"/>
          <a:chExt cx="0" cy="0"/>
        </a:xfrm>
      </p:grpSpPr>
      <p:sp>
        <p:nvSpPr>
          <p:cNvPr id="471" name="Google Shape;471;p55">
            <a:extLst>
              <a:ext uri="{FF2B5EF4-FFF2-40B4-BE49-F238E27FC236}">
                <a16:creationId xmlns:a16="http://schemas.microsoft.com/office/drawing/2014/main" id="{55422540-3734-61F7-53F7-602380429E8F}"/>
              </a:ext>
            </a:extLst>
          </p:cNvPr>
          <p:cNvSpPr txBox="1">
            <a:spLocks noGrp="1"/>
          </p:cNvSpPr>
          <p:nvPr>
            <p:ph type="title"/>
          </p:nvPr>
        </p:nvSpPr>
        <p:spPr>
          <a:xfrm>
            <a:off x="3578426" y="2125861"/>
            <a:ext cx="6173470" cy="891778"/>
          </a:xfrm>
          <a:noFill/>
          <a:ln>
            <a:noFill/>
          </a:ln>
        </p:spPr>
        <p:txBody>
          <a:bodyPr spcFirstLastPara="1" wrap="square" lIns="91425" tIns="91425" rIns="91425" bIns="91425" anchor="t" anchorCtr="0">
            <a:normAutofit/>
          </a:bodyPr>
          <a:lstStyle/>
          <a:p>
            <a:pPr lvl="0"/>
            <a:r>
              <a:rPr lang="en-US" dirty="0"/>
              <a:t>Review</a:t>
            </a:r>
          </a:p>
        </p:txBody>
      </p:sp>
    </p:spTree>
    <p:extLst>
      <p:ext uri="{BB962C8B-B14F-4D97-AF65-F5344CB8AC3E}">
        <p14:creationId xmlns:p14="http://schemas.microsoft.com/office/powerpoint/2010/main" val="9346228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70">
          <a:extLst>
            <a:ext uri="{FF2B5EF4-FFF2-40B4-BE49-F238E27FC236}">
              <a16:creationId xmlns:a16="http://schemas.microsoft.com/office/drawing/2014/main" id="{1105E84A-1205-0701-E7F9-9675FAC2D835}"/>
            </a:ext>
          </a:extLst>
        </p:cNvPr>
        <p:cNvGrpSpPr/>
        <p:nvPr/>
      </p:nvGrpSpPr>
      <p:grpSpPr>
        <a:xfrm>
          <a:off x="0" y="0"/>
          <a:ext cx="0" cy="0"/>
          <a:chOff x="0" y="0"/>
          <a:chExt cx="0" cy="0"/>
        </a:xfrm>
      </p:grpSpPr>
      <p:sp>
        <p:nvSpPr>
          <p:cNvPr id="471" name="Google Shape;471;p55">
            <a:extLst>
              <a:ext uri="{FF2B5EF4-FFF2-40B4-BE49-F238E27FC236}">
                <a16:creationId xmlns:a16="http://schemas.microsoft.com/office/drawing/2014/main" id="{CEB7E12F-E2C9-500B-63E1-77AA22B0D1BE}"/>
              </a:ext>
            </a:extLst>
          </p:cNvPr>
          <p:cNvSpPr txBox="1">
            <a:spLocks noGrp="1"/>
          </p:cNvSpPr>
          <p:nvPr>
            <p:ph type="title"/>
          </p:nvPr>
        </p:nvSpPr>
        <p:spPr>
          <a:xfrm>
            <a:off x="2054426" y="2356319"/>
            <a:ext cx="6173470" cy="891778"/>
          </a:xfrm>
          <a:noFill/>
          <a:ln>
            <a:noFill/>
          </a:ln>
        </p:spPr>
        <p:txBody>
          <a:bodyPr spcFirstLastPara="1" wrap="square" lIns="91425" tIns="91425" rIns="91425" bIns="91425" anchor="t" anchorCtr="0">
            <a:normAutofit/>
          </a:bodyPr>
          <a:lstStyle/>
          <a:p>
            <a:pPr lvl="0"/>
            <a:r>
              <a:rPr lang="en-US" dirty="0"/>
              <a:t>What did we do last lesson?</a:t>
            </a:r>
          </a:p>
        </p:txBody>
      </p:sp>
    </p:spTree>
    <p:extLst>
      <p:ext uri="{BB962C8B-B14F-4D97-AF65-F5344CB8AC3E}">
        <p14:creationId xmlns:p14="http://schemas.microsoft.com/office/powerpoint/2010/main" val="18085816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70">
          <a:extLst>
            <a:ext uri="{FF2B5EF4-FFF2-40B4-BE49-F238E27FC236}">
              <a16:creationId xmlns:a16="http://schemas.microsoft.com/office/drawing/2014/main" id="{A69CB039-FD37-0C39-F21F-C7BACD8C7348}"/>
            </a:ext>
          </a:extLst>
        </p:cNvPr>
        <p:cNvGrpSpPr/>
        <p:nvPr/>
      </p:nvGrpSpPr>
      <p:grpSpPr>
        <a:xfrm>
          <a:off x="0" y="0"/>
          <a:ext cx="0" cy="0"/>
          <a:chOff x="0" y="0"/>
          <a:chExt cx="0" cy="0"/>
        </a:xfrm>
      </p:grpSpPr>
      <p:sp>
        <p:nvSpPr>
          <p:cNvPr id="471" name="Google Shape;471;p55">
            <a:extLst>
              <a:ext uri="{FF2B5EF4-FFF2-40B4-BE49-F238E27FC236}">
                <a16:creationId xmlns:a16="http://schemas.microsoft.com/office/drawing/2014/main" id="{9B8D174E-8CC3-13F6-9772-7F086E366F56}"/>
              </a:ext>
            </a:extLst>
          </p:cNvPr>
          <p:cNvSpPr txBox="1">
            <a:spLocks noGrp="1"/>
          </p:cNvSpPr>
          <p:nvPr>
            <p:ph type="title"/>
          </p:nvPr>
        </p:nvSpPr>
        <p:spPr>
          <a:xfrm>
            <a:off x="359440" y="423441"/>
            <a:ext cx="6173470" cy="891778"/>
          </a:xfrm>
          <a:noFill/>
          <a:ln>
            <a:noFill/>
          </a:ln>
        </p:spPr>
        <p:txBody>
          <a:bodyPr spcFirstLastPara="1" wrap="square" lIns="91425" tIns="91425" rIns="91425" bIns="91425" anchor="t" anchorCtr="0">
            <a:normAutofit/>
          </a:bodyPr>
          <a:lstStyle/>
          <a:p>
            <a:pPr lvl="0"/>
            <a:r>
              <a:rPr lang="en-US" dirty="0"/>
              <a:t>Pre Class Problem 1</a:t>
            </a:r>
          </a:p>
        </p:txBody>
      </p:sp>
      <p:sp>
        <p:nvSpPr>
          <p:cNvPr id="3" name="TextBox 2">
            <a:extLst>
              <a:ext uri="{FF2B5EF4-FFF2-40B4-BE49-F238E27FC236}">
                <a16:creationId xmlns:a16="http://schemas.microsoft.com/office/drawing/2014/main" id="{E0392748-B27B-1B59-3E8A-2EF44BD57245}"/>
              </a:ext>
            </a:extLst>
          </p:cNvPr>
          <p:cNvSpPr txBox="1"/>
          <p:nvPr/>
        </p:nvSpPr>
        <p:spPr>
          <a:xfrm>
            <a:off x="195889" y="1247815"/>
            <a:ext cx="8390550" cy="2677656"/>
          </a:xfrm>
          <a:prstGeom prst="rect">
            <a:avLst/>
          </a:prstGeom>
          <a:noFill/>
        </p:spPr>
        <p:txBody>
          <a:bodyPr wrap="square">
            <a:spAutoFit/>
          </a:bodyPr>
          <a:lstStyle/>
          <a:p>
            <a:pPr marL="114300" lvl="0" algn="l" rtl="0">
              <a:spcBef>
                <a:spcPts val="0"/>
              </a:spcBef>
              <a:spcAft>
                <a:spcPts val="0"/>
              </a:spcAft>
              <a:buSzPts val="1800"/>
            </a:pPr>
            <a:r>
              <a:rPr lang="en-US" sz="2400" dirty="0">
                <a:solidFill>
                  <a:schemeClr val="bg1"/>
                </a:solidFill>
              </a:rPr>
              <a:t>Write a Python Script that writes 100 random integer values (from 1 to 1000) to another file (.txt) .  **Only do this once**</a:t>
            </a:r>
          </a:p>
          <a:p>
            <a:pPr marL="114300" lvl="0" algn="l" rtl="0">
              <a:spcBef>
                <a:spcPts val="0"/>
              </a:spcBef>
              <a:spcAft>
                <a:spcPts val="0"/>
              </a:spcAft>
              <a:buSzPts val="1800"/>
            </a:pPr>
            <a:endParaRPr lang="en-US" sz="2400" dirty="0">
              <a:solidFill>
                <a:schemeClr val="bg1"/>
              </a:solidFill>
            </a:endParaRPr>
          </a:p>
          <a:p>
            <a:pPr marL="114300" lvl="0" algn="l" rtl="0">
              <a:spcBef>
                <a:spcPts val="0"/>
              </a:spcBef>
              <a:spcAft>
                <a:spcPts val="0"/>
              </a:spcAft>
              <a:buSzPts val="1800"/>
            </a:pPr>
            <a:endParaRPr lang="en-US" sz="2400" dirty="0">
              <a:solidFill>
                <a:schemeClr val="bg1"/>
              </a:solidFill>
            </a:endParaRPr>
          </a:p>
          <a:p>
            <a:pPr marL="114300" lvl="0" algn="l" rtl="0">
              <a:spcBef>
                <a:spcPts val="0"/>
              </a:spcBef>
              <a:spcAft>
                <a:spcPts val="0"/>
              </a:spcAft>
              <a:buSzPts val="1800"/>
            </a:pPr>
            <a:r>
              <a:rPr lang="en-US" sz="2400" dirty="0">
                <a:solidFill>
                  <a:schemeClr val="bg1"/>
                </a:solidFill>
              </a:rPr>
              <a:t>Write another Python Script that opens that file, displays the highest number in the list, the lowest number in the list, and the average of that list.</a:t>
            </a:r>
          </a:p>
        </p:txBody>
      </p:sp>
    </p:spTree>
    <p:extLst>
      <p:ext uri="{BB962C8B-B14F-4D97-AF65-F5344CB8AC3E}">
        <p14:creationId xmlns:p14="http://schemas.microsoft.com/office/powerpoint/2010/main" val="42260556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70">
          <a:extLst>
            <a:ext uri="{FF2B5EF4-FFF2-40B4-BE49-F238E27FC236}">
              <a16:creationId xmlns:a16="http://schemas.microsoft.com/office/drawing/2014/main" id="{E9656FE8-FD50-A356-0EE5-BBF10756201B}"/>
            </a:ext>
          </a:extLst>
        </p:cNvPr>
        <p:cNvGrpSpPr/>
        <p:nvPr/>
      </p:nvGrpSpPr>
      <p:grpSpPr>
        <a:xfrm>
          <a:off x="0" y="0"/>
          <a:ext cx="0" cy="0"/>
          <a:chOff x="0" y="0"/>
          <a:chExt cx="0" cy="0"/>
        </a:xfrm>
      </p:grpSpPr>
      <p:sp>
        <p:nvSpPr>
          <p:cNvPr id="471" name="Google Shape;471;p55">
            <a:extLst>
              <a:ext uri="{FF2B5EF4-FFF2-40B4-BE49-F238E27FC236}">
                <a16:creationId xmlns:a16="http://schemas.microsoft.com/office/drawing/2014/main" id="{11CF11BC-40F7-7823-BE15-7648E4FEBC84}"/>
              </a:ext>
            </a:extLst>
          </p:cNvPr>
          <p:cNvSpPr txBox="1">
            <a:spLocks noGrp="1"/>
          </p:cNvSpPr>
          <p:nvPr>
            <p:ph type="title"/>
          </p:nvPr>
        </p:nvSpPr>
        <p:spPr>
          <a:xfrm>
            <a:off x="359440" y="423441"/>
            <a:ext cx="6173470" cy="891778"/>
          </a:xfrm>
          <a:noFill/>
          <a:ln>
            <a:noFill/>
          </a:ln>
        </p:spPr>
        <p:txBody>
          <a:bodyPr spcFirstLastPara="1" wrap="square" lIns="91425" tIns="91425" rIns="91425" bIns="91425" anchor="t" anchorCtr="0">
            <a:normAutofit/>
          </a:bodyPr>
          <a:lstStyle/>
          <a:p>
            <a:pPr lvl="0"/>
            <a:r>
              <a:rPr lang="en-US" dirty="0"/>
              <a:t>Pre Class Problem 2</a:t>
            </a:r>
          </a:p>
        </p:txBody>
      </p:sp>
      <p:sp>
        <p:nvSpPr>
          <p:cNvPr id="3" name="TextBox 2">
            <a:extLst>
              <a:ext uri="{FF2B5EF4-FFF2-40B4-BE49-F238E27FC236}">
                <a16:creationId xmlns:a16="http://schemas.microsoft.com/office/drawing/2014/main" id="{6677DEC7-1E2D-6138-2E95-98E16C392A91}"/>
              </a:ext>
            </a:extLst>
          </p:cNvPr>
          <p:cNvSpPr txBox="1"/>
          <p:nvPr/>
        </p:nvSpPr>
        <p:spPr>
          <a:xfrm>
            <a:off x="195889" y="1247815"/>
            <a:ext cx="8390550" cy="3416320"/>
          </a:xfrm>
          <a:prstGeom prst="rect">
            <a:avLst/>
          </a:prstGeom>
          <a:noFill/>
        </p:spPr>
        <p:txBody>
          <a:bodyPr wrap="square">
            <a:spAutoFit/>
          </a:bodyPr>
          <a:lstStyle/>
          <a:p>
            <a:pPr marL="114300" lvl="0">
              <a:buSzPts val="1800"/>
            </a:pPr>
            <a:r>
              <a:rPr lang="en-US" sz="2400" dirty="0">
                <a:solidFill>
                  <a:schemeClr val="bg1"/>
                </a:solidFill>
              </a:rPr>
              <a:t>Write a python script that contains functions for calculating the area of a circle, the area of a square, the area of a rectangle, and the area of a triangle.</a:t>
            </a:r>
          </a:p>
          <a:p>
            <a:pPr marL="114300" lvl="0" algn="l" rtl="0">
              <a:spcBef>
                <a:spcPts val="0"/>
              </a:spcBef>
              <a:spcAft>
                <a:spcPts val="0"/>
              </a:spcAft>
              <a:buSzPts val="1800"/>
            </a:pPr>
            <a:endParaRPr lang="en-US" sz="2400" dirty="0">
              <a:solidFill>
                <a:schemeClr val="bg1"/>
              </a:solidFill>
            </a:endParaRPr>
          </a:p>
          <a:p>
            <a:r>
              <a:rPr lang="en-US" sz="2400" dirty="0">
                <a:solidFill>
                  <a:schemeClr val="bg1"/>
                </a:solidFill>
              </a:rPr>
              <a:t>Import those functions into another python script where you ask the user what shape they would like to calculate the area for, and then prompt the user for necessary information to complete the calculation.  Display the area in a meaningful print statement.</a:t>
            </a:r>
          </a:p>
        </p:txBody>
      </p:sp>
    </p:spTree>
    <p:extLst>
      <p:ext uri="{BB962C8B-B14F-4D97-AF65-F5344CB8AC3E}">
        <p14:creationId xmlns:p14="http://schemas.microsoft.com/office/powerpoint/2010/main" val="21527605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70"/>
        <p:cNvGrpSpPr/>
        <p:nvPr/>
      </p:nvGrpSpPr>
      <p:grpSpPr>
        <a:xfrm>
          <a:off x="0" y="0"/>
          <a:ext cx="0" cy="0"/>
          <a:chOff x="0" y="0"/>
          <a:chExt cx="0" cy="0"/>
        </a:xfrm>
      </p:grpSpPr>
      <p:sp>
        <p:nvSpPr>
          <p:cNvPr id="471" name="Google Shape;471;p55"/>
          <p:cNvSpPr txBox="1">
            <a:spLocks noGrp="1"/>
          </p:cNvSpPr>
          <p:nvPr>
            <p:ph type="title"/>
          </p:nvPr>
        </p:nvSpPr>
        <p:spPr>
          <a:xfrm>
            <a:off x="411480" y="308611"/>
            <a:ext cx="6173470" cy="891778"/>
          </a:xfrm>
          <a:noFill/>
          <a:ln>
            <a:noFill/>
          </a:ln>
        </p:spPr>
        <p:txBody>
          <a:bodyPr spcFirstLastPara="1" wrap="square" lIns="91425" tIns="91425" rIns="91425" bIns="91425" anchor="t" anchorCtr="0">
            <a:normAutofit/>
          </a:bodyPr>
          <a:lstStyle/>
          <a:p>
            <a:pPr lvl="0"/>
            <a:r>
              <a:rPr lang="en-US"/>
              <a:t>PYTHON ERRORS</a:t>
            </a:r>
          </a:p>
        </p:txBody>
      </p:sp>
      <p:sp>
        <p:nvSpPr>
          <p:cNvPr id="472" name="Google Shape;472;p55"/>
          <p:cNvSpPr txBox="1"/>
          <p:nvPr/>
        </p:nvSpPr>
        <p:spPr>
          <a:xfrm>
            <a:off x="616150" y="1580550"/>
            <a:ext cx="7647000" cy="3241500"/>
          </a:xfrm>
          <a:prstGeom prst="rect">
            <a:avLst/>
          </a:prstGeom>
          <a:noFill/>
          <a:ln>
            <a:noFill/>
          </a:ln>
        </p:spPr>
        <p:txBody>
          <a:bodyPr spcFirstLastPara="1" wrap="square" lIns="91425" tIns="91425" rIns="91425" bIns="91425" anchor="t" anchorCtr="0">
            <a:noAutofit/>
          </a:bodyPr>
          <a:lstStyle/>
          <a:p>
            <a:pPr marL="457200" marR="0" lvl="0" indent="-342900" algn="l" rtl="0">
              <a:lnSpc>
                <a:spcPct val="100000"/>
              </a:lnSpc>
              <a:spcBef>
                <a:spcPts val="0"/>
              </a:spcBef>
              <a:spcAft>
                <a:spcPts val="0"/>
              </a:spcAft>
              <a:buClr>
                <a:schemeClr val="dk2"/>
              </a:buClr>
              <a:buSzPts val="1800"/>
              <a:buFont typeface="Roboto"/>
              <a:buChar char="●"/>
            </a:pPr>
            <a:r>
              <a:rPr lang="en" sz="1800" b="0" i="0" u="none" strike="noStrike" cap="none" dirty="0">
                <a:solidFill>
                  <a:schemeClr val="lt1"/>
                </a:solidFill>
                <a:latin typeface="Roboto"/>
                <a:ea typeface="Roboto"/>
                <a:cs typeface="Roboto"/>
                <a:sym typeface="Roboto"/>
              </a:rPr>
              <a:t>Errors are issues in a program that prevent it from running as expected</a:t>
            </a:r>
            <a:endParaRPr sz="1800" b="0" i="0" u="none" strike="noStrike" cap="none" dirty="0">
              <a:solidFill>
                <a:schemeClr val="lt1"/>
              </a:solidFill>
              <a:latin typeface="Roboto"/>
              <a:ea typeface="Roboto"/>
              <a:cs typeface="Roboto"/>
              <a:sym typeface="Roboto"/>
            </a:endParaRPr>
          </a:p>
          <a:p>
            <a:pPr marL="457200" marR="0" lvl="0" indent="-342900" algn="l" rtl="0">
              <a:lnSpc>
                <a:spcPct val="100000"/>
              </a:lnSpc>
              <a:spcBef>
                <a:spcPts val="0"/>
              </a:spcBef>
              <a:spcAft>
                <a:spcPts val="0"/>
              </a:spcAft>
              <a:buClr>
                <a:schemeClr val="dk2"/>
              </a:buClr>
              <a:buSzPts val="1800"/>
              <a:buFont typeface="Roboto"/>
              <a:buChar char="●"/>
            </a:pPr>
            <a:r>
              <a:rPr lang="en" sz="1800" b="0" i="0" u="none" strike="noStrike" cap="none" dirty="0">
                <a:solidFill>
                  <a:schemeClr val="lt1"/>
                </a:solidFill>
                <a:latin typeface="Roboto"/>
                <a:ea typeface="Roboto"/>
                <a:cs typeface="Roboto"/>
                <a:sym typeface="Roboto"/>
              </a:rPr>
              <a:t>They help programmers find and fix mistakes</a:t>
            </a:r>
            <a:endParaRPr sz="1800" b="0" i="0" u="none" strike="noStrike" cap="none" dirty="0">
              <a:solidFill>
                <a:schemeClr val="lt1"/>
              </a:solidFill>
              <a:latin typeface="Roboto"/>
              <a:ea typeface="Roboto"/>
              <a:cs typeface="Roboto"/>
              <a:sym typeface="Roboto"/>
            </a:endParaRPr>
          </a:p>
          <a:p>
            <a:pPr marL="457200" marR="0" lvl="0" indent="-342900" algn="l" rtl="0">
              <a:lnSpc>
                <a:spcPct val="100000"/>
              </a:lnSpc>
              <a:spcBef>
                <a:spcPts val="0"/>
              </a:spcBef>
              <a:spcAft>
                <a:spcPts val="0"/>
              </a:spcAft>
              <a:buClr>
                <a:schemeClr val="dk2"/>
              </a:buClr>
              <a:buSzPts val="1800"/>
              <a:buFont typeface="Roboto"/>
              <a:buChar char="●"/>
            </a:pPr>
            <a:r>
              <a:rPr lang="en" sz="1800" b="0" i="0" u="none" strike="noStrike" cap="none" dirty="0">
                <a:solidFill>
                  <a:schemeClr val="lt1"/>
                </a:solidFill>
                <a:latin typeface="Roboto"/>
                <a:ea typeface="Roboto"/>
                <a:cs typeface="Roboto"/>
                <a:sym typeface="Roboto"/>
              </a:rPr>
              <a:t>Why learn errors?</a:t>
            </a:r>
            <a:endParaRPr sz="1800" b="0" i="0" u="none" strike="noStrike" cap="none" dirty="0">
              <a:solidFill>
                <a:schemeClr val="lt1"/>
              </a:solidFill>
              <a:latin typeface="Roboto"/>
              <a:ea typeface="Roboto"/>
              <a:cs typeface="Roboto"/>
              <a:sym typeface="Roboto"/>
            </a:endParaRPr>
          </a:p>
          <a:p>
            <a:pPr marL="914400" marR="0" lvl="1" indent="-342900" algn="l" rtl="0">
              <a:lnSpc>
                <a:spcPct val="100000"/>
              </a:lnSpc>
              <a:spcBef>
                <a:spcPts val="0"/>
              </a:spcBef>
              <a:spcAft>
                <a:spcPts val="0"/>
              </a:spcAft>
              <a:buClr>
                <a:schemeClr val="dk2"/>
              </a:buClr>
              <a:buSzPts val="1800"/>
              <a:buFont typeface="Roboto"/>
              <a:buChar char="○"/>
            </a:pPr>
            <a:r>
              <a:rPr lang="en" sz="1800" b="0" i="0" u="none" strike="noStrike" cap="none" dirty="0">
                <a:solidFill>
                  <a:schemeClr val="lt1"/>
                </a:solidFill>
                <a:latin typeface="Roboto"/>
                <a:ea typeface="Roboto"/>
                <a:cs typeface="Roboto"/>
                <a:sym typeface="Roboto"/>
              </a:rPr>
              <a:t>Errors help you debug</a:t>
            </a:r>
            <a:endParaRPr sz="1800" b="0" i="0" u="none" strike="noStrike" cap="none" dirty="0">
              <a:solidFill>
                <a:schemeClr val="lt1"/>
              </a:solidFill>
              <a:latin typeface="Roboto"/>
              <a:ea typeface="Roboto"/>
              <a:cs typeface="Roboto"/>
              <a:sym typeface="Roboto"/>
            </a:endParaRPr>
          </a:p>
          <a:p>
            <a:pPr marL="914400" marR="0" lvl="1" indent="-342900" algn="l" rtl="0">
              <a:lnSpc>
                <a:spcPct val="100000"/>
              </a:lnSpc>
              <a:spcBef>
                <a:spcPts val="0"/>
              </a:spcBef>
              <a:spcAft>
                <a:spcPts val="0"/>
              </a:spcAft>
              <a:buClr>
                <a:schemeClr val="dk2"/>
              </a:buClr>
              <a:buSzPts val="1800"/>
              <a:buFont typeface="Roboto"/>
              <a:buChar char="○"/>
            </a:pPr>
            <a:r>
              <a:rPr lang="en" sz="1800" b="0" i="0" u="none" strike="noStrike" cap="none" dirty="0">
                <a:solidFill>
                  <a:schemeClr val="lt1"/>
                </a:solidFill>
                <a:latin typeface="Roboto"/>
                <a:ea typeface="Roboto"/>
                <a:cs typeface="Roboto"/>
                <a:sym typeface="Roboto"/>
              </a:rPr>
              <a:t>Knowing common errors makes writing and fixing code faster</a:t>
            </a:r>
            <a:endParaRPr sz="1800" b="0" i="0" u="none" strike="noStrike" cap="none" dirty="0">
              <a:solidFill>
                <a:schemeClr val="lt1"/>
              </a:solidFill>
              <a:latin typeface="Roboto"/>
              <a:ea typeface="Roboto"/>
              <a:cs typeface="Roboto"/>
              <a:sym typeface="Roboto"/>
            </a:endParaRPr>
          </a:p>
          <a:p>
            <a:pPr marL="914400" marR="0" lvl="1" indent="-342900" algn="l" rtl="0">
              <a:lnSpc>
                <a:spcPct val="100000"/>
              </a:lnSpc>
              <a:spcBef>
                <a:spcPts val="0"/>
              </a:spcBef>
              <a:spcAft>
                <a:spcPts val="0"/>
              </a:spcAft>
              <a:buClr>
                <a:schemeClr val="dk2"/>
              </a:buClr>
              <a:buSzPts val="1800"/>
              <a:buFont typeface="Roboto"/>
              <a:buChar char="○"/>
            </a:pPr>
            <a:r>
              <a:rPr lang="en" sz="1800" b="0" i="0" u="none" strike="noStrike" cap="none" dirty="0">
                <a:solidFill>
                  <a:schemeClr val="lt1"/>
                </a:solidFill>
                <a:latin typeface="Roboto"/>
                <a:ea typeface="Roboto"/>
                <a:cs typeface="Roboto"/>
                <a:sym typeface="Roboto"/>
              </a:rPr>
              <a:t>Good programs handle errors gracefully</a:t>
            </a:r>
            <a:endParaRPr sz="1800" b="0" i="0" u="none" strike="noStrike" cap="none" dirty="0">
              <a:solidFill>
                <a:schemeClr val="lt1"/>
              </a:solidFill>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7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7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7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7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7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Shape 476"/>
        <p:cNvGrpSpPr/>
        <p:nvPr/>
      </p:nvGrpSpPr>
      <p:grpSpPr>
        <a:xfrm>
          <a:off x="0" y="0"/>
          <a:ext cx="0" cy="0"/>
          <a:chOff x="0" y="0"/>
          <a:chExt cx="0" cy="0"/>
        </a:xfrm>
      </p:grpSpPr>
      <p:sp>
        <p:nvSpPr>
          <p:cNvPr id="477" name="Google Shape;477;p56"/>
          <p:cNvSpPr txBox="1">
            <a:spLocks noGrp="1"/>
          </p:cNvSpPr>
          <p:nvPr>
            <p:ph type="title"/>
          </p:nvPr>
        </p:nvSpPr>
        <p:spPr>
          <a:xfrm>
            <a:off x="411480" y="308611"/>
            <a:ext cx="6173470" cy="891778"/>
          </a:xfrm>
          <a:noFill/>
          <a:ln>
            <a:noFill/>
          </a:ln>
        </p:spPr>
        <p:txBody>
          <a:bodyPr spcFirstLastPara="1" wrap="square" lIns="91425" tIns="91425" rIns="91425" bIns="91425" anchor="t" anchorCtr="0">
            <a:normAutofit/>
          </a:bodyPr>
          <a:lstStyle/>
          <a:p>
            <a:pPr lvl="0"/>
            <a:r>
              <a:rPr lang="en-US"/>
              <a:t>EXERCISE - PYTHON ERRORS</a:t>
            </a:r>
          </a:p>
        </p:txBody>
      </p:sp>
      <p:sp>
        <p:nvSpPr>
          <p:cNvPr id="478" name="Google Shape;478;p56"/>
          <p:cNvSpPr txBox="1">
            <a:spLocks noGrp="1"/>
          </p:cNvSpPr>
          <p:nvPr>
            <p:ph type="body" idx="1"/>
          </p:nvPr>
        </p:nvSpPr>
        <p:spPr>
          <a:xfrm>
            <a:off x="411480" y="1611630"/>
            <a:ext cx="5096351" cy="3017520"/>
          </a:xfrm>
          <a:noFill/>
          <a:ln>
            <a:noFill/>
          </a:ln>
        </p:spPr>
        <p:txBody>
          <a:bodyPr spcFirstLastPara="1" wrap="square" lIns="91425" tIns="91425" rIns="91425" bIns="91425" anchor="t" anchorCtr="0">
            <a:normAutofit fontScale="77500" lnSpcReduction="20000"/>
          </a:bodyPr>
          <a:lstStyle/>
          <a:p>
            <a:pPr lvl="0"/>
            <a:r>
              <a:rPr lang="en-US"/>
              <a:t>5 minutes</a:t>
            </a:r>
          </a:p>
          <a:p>
            <a:pPr lvl="0"/>
            <a:endParaRPr lang="en-US"/>
          </a:p>
          <a:p>
            <a:pPr lvl="0"/>
            <a:r>
              <a:rPr lang="en-US"/>
              <a:t>Groups of 2-3</a:t>
            </a:r>
          </a:p>
          <a:p>
            <a:pPr lvl="0"/>
            <a:r>
              <a:rPr lang="en-US"/>
              <a:t>Research each python error and demonstrate an example case of when this error will be raised</a:t>
            </a:r>
          </a:p>
          <a:p>
            <a:pPr lvl="0"/>
            <a:r>
              <a:rPr lang="en-US"/>
              <a:t>SyntaxError</a:t>
            </a:r>
          </a:p>
          <a:p>
            <a:pPr lvl="0"/>
            <a:r>
              <a:rPr lang="en-US"/>
              <a:t>IndentationError</a:t>
            </a:r>
          </a:p>
          <a:p>
            <a:pPr lvl="0"/>
            <a:r>
              <a:rPr lang="en-US"/>
              <a:t>TypeError </a:t>
            </a:r>
          </a:p>
          <a:p>
            <a:pPr lvl="0"/>
            <a:r>
              <a:rPr lang="en-US"/>
              <a:t>ValueError</a:t>
            </a:r>
          </a:p>
          <a:p>
            <a:pPr lvl="0"/>
            <a:r>
              <a:rPr lang="en-US"/>
              <a:t>ZeroDivisionError</a:t>
            </a:r>
          </a:p>
          <a:p>
            <a:pPr lvl="0"/>
            <a:r>
              <a:rPr lang="en-US"/>
              <a:t>IndexError</a:t>
            </a:r>
          </a:p>
          <a:p>
            <a:pPr lvl="0"/>
            <a:r>
              <a:rPr lang="en-US"/>
              <a:t>KeyError</a:t>
            </a:r>
          </a:p>
          <a:p>
            <a:pPr lvl="0"/>
            <a:r>
              <a:rPr lang="en-US"/>
              <a:t>AttributeError</a:t>
            </a:r>
          </a:p>
          <a:p>
            <a:pPr lvl="0"/>
            <a:r>
              <a:rPr lang="en-US"/>
              <a:t>FileNotFoundError</a:t>
            </a:r>
          </a:p>
          <a:p>
            <a:pPr lvl="0"/>
            <a:r>
              <a:rPr lang="en-US"/>
              <a:t>ImportError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graphicFrame>
        <p:nvGraphicFramePr>
          <p:cNvPr id="483" name="Google Shape;483;p57"/>
          <p:cNvGraphicFramePr/>
          <p:nvPr/>
        </p:nvGraphicFramePr>
        <p:xfrm>
          <a:off x="107150" y="712766"/>
          <a:ext cx="8991600" cy="3870630"/>
        </p:xfrm>
        <a:graphic>
          <a:graphicData uri="http://schemas.openxmlformats.org/drawingml/2006/table">
            <a:tbl>
              <a:tblPr>
                <a:noFill/>
                <a:tableStyleId>{5B9063A8-BC75-44AB-A561-BE0A82F3F6A3}</a:tableStyleId>
              </a:tblPr>
              <a:tblGrid>
                <a:gridCol w="2550425">
                  <a:extLst>
                    <a:ext uri="{9D8B030D-6E8A-4147-A177-3AD203B41FA5}">
                      <a16:colId xmlns:a16="http://schemas.microsoft.com/office/drawing/2014/main" val="20000"/>
                    </a:ext>
                  </a:extLst>
                </a:gridCol>
                <a:gridCol w="3909375">
                  <a:extLst>
                    <a:ext uri="{9D8B030D-6E8A-4147-A177-3AD203B41FA5}">
                      <a16:colId xmlns:a16="http://schemas.microsoft.com/office/drawing/2014/main" val="20001"/>
                    </a:ext>
                  </a:extLst>
                </a:gridCol>
                <a:gridCol w="2531800">
                  <a:extLst>
                    <a:ext uri="{9D8B030D-6E8A-4147-A177-3AD203B41FA5}">
                      <a16:colId xmlns:a16="http://schemas.microsoft.com/office/drawing/2014/main" val="20002"/>
                    </a:ext>
                  </a:extLst>
                </a:gridCol>
              </a:tblGrid>
              <a:tr h="328325">
                <a:tc>
                  <a:txBody>
                    <a:bodyPr/>
                    <a:lstStyle/>
                    <a:p>
                      <a:pPr marL="0" marR="0" lvl="0" indent="0" algn="ctr" rtl="0">
                        <a:lnSpc>
                          <a:spcPct val="100000"/>
                        </a:lnSpc>
                        <a:spcBef>
                          <a:spcPts val="0"/>
                        </a:spcBef>
                        <a:spcAft>
                          <a:spcPts val="0"/>
                        </a:spcAft>
                        <a:buClr>
                          <a:schemeClr val="lt1"/>
                        </a:buClr>
                        <a:buSzPts val="1200"/>
                        <a:buFont typeface="Consolas"/>
                        <a:buNone/>
                      </a:pPr>
                      <a:r>
                        <a:rPr lang="en" sz="1200" b="1" u="none" strike="noStrike" cap="none" dirty="0">
                          <a:solidFill>
                            <a:schemeClr val="lt1"/>
                          </a:solidFill>
                          <a:latin typeface="Consolas"/>
                          <a:ea typeface="Consolas"/>
                          <a:cs typeface="Consolas"/>
                          <a:sym typeface="Consolas"/>
                        </a:rPr>
                        <a:t>Type</a:t>
                      </a:r>
                      <a:endParaRPr sz="1200" b="1" u="none" strike="noStrike" cap="none" dirty="0">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lt1"/>
                        </a:buClr>
                        <a:buSzPts val="1200"/>
                        <a:buFont typeface="Consolas"/>
                        <a:buNone/>
                      </a:pPr>
                      <a:r>
                        <a:rPr lang="en" sz="1200" b="1" u="none" strike="noStrike" cap="none">
                          <a:solidFill>
                            <a:schemeClr val="lt1"/>
                          </a:solidFill>
                          <a:latin typeface="Consolas"/>
                          <a:ea typeface="Consolas"/>
                          <a:cs typeface="Consolas"/>
                          <a:sym typeface="Consolas"/>
                        </a:rPr>
                        <a:t>When it Happens</a:t>
                      </a:r>
                      <a:endParaRPr sz="1200" b="1" u="none" strike="noStrike" cap="none">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lt1"/>
                        </a:buClr>
                        <a:buSzPts val="1200"/>
                        <a:buFont typeface="Consolas"/>
                        <a:buNone/>
                      </a:pPr>
                      <a:r>
                        <a:rPr lang="en" sz="1200" b="1" u="none" strike="noStrike" cap="none">
                          <a:solidFill>
                            <a:schemeClr val="lt1"/>
                          </a:solidFill>
                          <a:latin typeface="Consolas"/>
                          <a:ea typeface="Consolas"/>
                          <a:cs typeface="Consolas"/>
                          <a:sym typeface="Consolas"/>
                        </a:rPr>
                        <a:t>Example</a:t>
                      </a:r>
                      <a:endParaRPr sz="1200" b="1" u="none" strike="noStrike" cap="none">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328325">
                <a:tc>
                  <a:txBody>
                    <a:bodyPr/>
                    <a:lstStyle/>
                    <a:p>
                      <a:pPr marL="0" marR="0" lvl="0" indent="0" algn="l" rtl="0">
                        <a:lnSpc>
                          <a:spcPct val="100000"/>
                        </a:lnSpc>
                        <a:spcBef>
                          <a:spcPts val="0"/>
                        </a:spcBef>
                        <a:spcAft>
                          <a:spcPts val="0"/>
                        </a:spcAft>
                        <a:buClr>
                          <a:schemeClr val="lt1"/>
                        </a:buClr>
                        <a:buSzPts val="1100"/>
                        <a:buFont typeface="Consolas"/>
                        <a:buNone/>
                      </a:pPr>
                      <a:r>
                        <a:rPr lang="en" sz="1100" b="1" u="none" strike="noStrike" cap="none">
                          <a:solidFill>
                            <a:schemeClr val="lt1"/>
                          </a:solidFill>
                          <a:latin typeface="Consolas"/>
                          <a:ea typeface="Consolas"/>
                          <a:cs typeface="Consolas"/>
                          <a:sym typeface="Consolas"/>
                        </a:rPr>
                        <a:t>SyntaxError</a:t>
                      </a:r>
                      <a:endParaRPr sz="1100" b="1" u="none" strike="noStrike" cap="none">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1"/>
                        </a:buClr>
                        <a:buSzPts val="1100"/>
                        <a:buFont typeface="Consolas"/>
                        <a:buNone/>
                      </a:pPr>
                      <a:r>
                        <a:rPr lang="en" sz="1100" u="none" strike="noStrike" cap="none">
                          <a:solidFill>
                            <a:schemeClr val="lt1"/>
                          </a:solidFill>
                          <a:latin typeface="Consolas"/>
                          <a:ea typeface="Consolas"/>
                          <a:cs typeface="Consolas"/>
                          <a:sym typeface="Consolas"/>
                        </a:rPr>
                        <a:t>Code violates Python’s rules</a:t>
                      </a:r>
                      <a:endParaRPr sz="1100" u="none" strike="noStrike" cap="none">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1"/>
                        </a:buClr>
                        <a:buSzPts val="1100"/>
                        <a:buFont typeface="Consolas"/>
                        <a:buNone/>
                      </a:pPr>
                      <a:r>
                        <a:rPr lang="en" sz="1100" u="none" strike="noStrike" cap="none" dirty="0">
                          <a:solidFill>
                            <a:schemeClr val="lt1"/>
                          </a:solidFill>
                          <a:latin typeface="Consolas"/>
                          <a:ea typeface="Consolas"/>
                          <a:cs typeface="Consolas"/>
                          <a:sym typeface="Consolas"/>
                        </a:rPr>
                        <a:t>Missing colon :</a:t>
                      </a:r>
                      <a:endParaRPr sz="1100" u="none" strike="noStrike" cap="none" dirty="0">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328325">
                <a:tc>
                  <a:txBody>
                    <a:bodyPr/>
                    <a:lstStyle/>
                    <a:p>
                      <a:pPr marL="0" marR="0" lvl="0" indent="0" algn="l" rtl="0">
                        <a:lnSpc>
                          <a:spcPct val="100000"/>
                        </a:lnSpc>
                        <a:spcBef>
                          <a:spcPts val="0"/>
                        </a:spcBef>
                        <a:spcAft>
                          <a:spcPts val="0"/>
                        </a:spcAft>
                        <a:buClr>
                          <a:schemeClr val="lt1"/>
                        </a:buClr>
                        <a:buSzPts val="1100"/>
                        <a:buFont typeface="Consolas"/>
                        <a:buNone/>
                      </a:pPr>
                      <a:r>
                        <a:rPr lang="en" sz="1100" b="1" u="none" strike="noStrike" cap="none">
                          <a:solidFill>
                            <a:schemeClr val="lt1"/>
                          </a:solidFill>
                          <a:latin typeface="Consolas"/>
                          <a:ea typeface="Consolas"/>
                          <a:cs typeface="Consolas"/>
                          <a:sym typeface="Consolas"/>
                        </a:rPr>
                        <a:t>IndentationError</a:t>
                      </a:r>
                      <a:endParaRPr sz="1100" b="1" u="none" strike="noStrike" cap="none">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1"/>
                        </a:buClr>
                        <a:buSzPts val="1100"/>
                        <a:buFont typeface="Consolas"/>
                        <a:buNone/>
                      </a:pPr>
                      <a:r>
                        <a:rPr lang="en" sz="1100" u="none" strike="noStrike" cap="none">
                          <a:solidFill>
                            <a:schemeClr val="lt1"/>
                          </a:solidFill>
                          <a:latin typeface="Consolas"/>
                          <a:ea typeface="Consolas"/>
                          <a:cs typeface="Consolas"/>
                          <a:sym typeface="Consolas"/>
                        </a:rPr>
                        <a:t>Code has wrong indentation</a:t>
                      </a:r>
                      <a:endParaRPr sz="1100" u="none" strike="noStrike" cap="none">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1"/>
                        </a:buClr>
                        <a:buSzPts val="1100"/>
                        <a:buFont typeface="Consolas"/>
                        <a:buNone/>
                      </a:pPr>
                      <a:r>
                        <a:rPr lang="en" sz="1100" u="none" strike="noStrike" cap="none" dirty="0">
                          <a:solidFill>
                            <a:schemeClr val="lt1"/>
                          </a:solidFill>
                          <a:latin typeface="Consolas"/>
                          <a:ea typeface="Consolas"/>
                          <a:cs typeface="Consolas"/>
                          <a:sym typeface="Consolas"/>
                        </a:rPr>
                        <a:t>Misaligned blocks</a:t>
                      </a:r>
                      <a:endParaRPr sz="1100" u="none" strike="noStrike" cap="none" dirty="0">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328325">
                <a:tc>
                  <a:txBody>
                    <a:bodyPr/>
                    <a:lstStyle/>
                    <a:p>
                      <a:pPr marL="0" marR="0" lvl="0" indent="0" algn="l" rtl="0">
                        <a:lnSpc>
                          <a:spcPct val="100000"/>
                        </a:lnSpc>
                        <a:spcBef>
                          <a:spcPts val="0"/>
                        </a:spcBef>
                        <a:spcAft>
                          <a:spcPts val="0"/>
                        </a:spcAft>
                        <a:buClr>
                          <a:schemeClr val="lt1"/>
                        </a:buClr>
                        <a:buSzPts val="1100"/>
                        <a:buFont typeface="Consolas"/>
                        <a:buNone/>
                      </a:pPr>
                      <a:r>
                        <a:rPr lang="en" sz="1100" b="1" u="none" strike="noStrike" cap="none">
                          <a:solidFill>
                            <a:schemeClr val="lt1"/>
                          </a:solidFill>
                          <a:latin typeface="Consolas"/>
                          <a:ea typeface="Consolas"/>
                          <a:cs typeface="Consolas"/>
                          <a:sym typeface="Consolas"/>
                        </a:rPr>
                        <a:t>TypeError</a:t>
                      </a:r>
                      <a:endParaRPr sz="1100" b="1" u="none" strike="noStrike" cap="none">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1"/>
                        </a:buClr>
                        <a:buSzPts val="1100"/>
                        <a:buFont typeface="Consolas"/>
                        <a:buNone/>
                      </a:pPr>
                      <a:r>
                        <a:rPr lang="en" sz="1100" u="none" strike="noStrike" cap="none">
                          <a:solidFill>
                            <a:schemeClr val="lt1"/>
                          </a:solidFill>
                          <a:latin typeface="Consolas"/>
                          <a:ea typeface="Consolas"/>
                          <a:cs typeface="Consolas"/>
                          <a:sym typeface="Consolas"/>
                        </a:rPr>
                        <a:t>Wrong type used in operation</a:t>
                      </a:r>
                      <a:endParaRPr sz="1100" u="none" strike="noStrike" cap="none">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1"/>
                        </a:buClr>
                        <a:buSzPts val="1100"/>
                        <a:buFont typeface="Consolas"/>
                        <a:buNone/>
                      </a:pPr>
                      <a:r>
                        <a:rPr lang="en" sz="1100" u="none" strike="noStrike" cap="none" dirty="0">
                          <a:solidFill>
                            <a:schemeClr val="lt1"/>
                          </a:solidFill>
                          <a:latin typeface="Consolas"/>
                          <a:ea typeface="Consolas"/>
                          <a:cs typeface="Consolas"/>
                          <a:sym typeface="Consolas"/>
                        </a:rPr>
                        <a:t>Add int to str</a:t>
                      </a:r>
                      <a:endParaRPr sz="1100" u="none" strike="noStrike" cap="none" dirty="0">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328325">
                <a:tc>
                  <a:txBody>
                    <a:bodyPr/>
                    <a:lstStyle/>
                    <a:p>
                      <a:pPr marL="0" marR="0" lvl="0" indent="0" algn="l" rtl="0">
                        <a:lnSpc>
                          <a:spcPct val="100000"/>
                        </a:lnSpc>
                        <a:spcBef>
                          <a:spcPts val="0"/>
                        </a:spcBef>
                        <a:spcAft>
                          <a:spcPts val="0"/>
                        </a:spcAft>
                        <a:buClr>
                          <a:schemeClr val="lt1"/>
                        </a:buClr>
                        <a:buSzPts val="1100"/>
                        <a:buFont typeface="Consolas"/>
                        <a:buNone/>
                      </a:pPr>
                      <a:r>
                        <a:rPr lang="en" sz="1100" b="1" u="none" strike="noStrike" cap="none">
                          <a:solidFill>
                            <a:schemeClr val="lt1"/>
                          </a:solidFill>
                          <a:latin typeface="Consolas"/>
                          <a:ea typeface="Consolas"/>
                          <a:cs typeface="Consolas"/>
                          <a:sym typeface="Consolas"/>
                        </a:rPr>
                        <a:t>ValueError</a:t>
                      </a:r>
                      <a:endParaRPr sz="1100" b="1" u="none" strike="noStrike" cap="none">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1"/>
                        </a:buClr>
                        <a:buSzPts val="1100"/>
                        <a:buFont typeface="Consolas"/>
                        <a:buNone/>
                      </a:pPr>
                      <a:r>
                        <a:rPr lang="en" sz="1100" u="none" strike="noStrike" cap="none">
                          <a:solidFill>
                            <a:schemeClr val="lt1"/>
                          </a:solidFill>
                          <a:latin typeface="Consolas"/>
                          <a:ea typeface="Consolas"/>
                          <a:cs typeface="Consolas"/>
                          <a:sym typeface="Consolas"/>
                        </a:rPr>
                        <a:t>Right type, wrong value</a:t>
                      </a:r>
                      <a:endParaRPr sz="1100" u="none" strike="noStrike" cap="none">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1"/>
                        </a:buClr>
                        <a:buSzPts val="1100"/>
                        <a:buFont typeface="Consolas"/>
                        <a:buNone/>
                      </a:pPr>
                      <a:r>
                        <a:rPr lang="en" sz="1100" u="none" strike="noStrike" cap="none" dirty="0">
                          <a:solidFill>
                            <a:schemeClr val="lt1"/>
                          </a:solidFill>
                          <a:latin typeface="Consolas"/>
                          <a:ea typeface="Consolas"/>
                          <a:cs typeface="Consolas"/>
                          <a:sym typeface="Consolas"/>
                        </a:rPr>
                        <a:t>int("abc")</a:t>
                      </a:r>
                      <a:endParaRPr sz="1100" u="none" strike="noStrike" cap="none" dirty="0">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328325">
                <a:tc>
                  <a:txBody>
                    <a:bodyPr/>
                    <a:lstStyle/>
                    <a:p>
                      <a:pPr marL="0" marR="0" lvl="0" indent="0" algn="l" rtl="0">
                        <a:lnSpc>
                          <a:spcPct val="100000"/>
                        </a:lnSpc>
                        <a:spcBef>
                          <a:spcPts val="0"/>
                        </a:spcBef>
                        <a:spcAft>
                          <a:spcPts val="0"/>
                        </a:spcAft>
                        <a:buClr>
                          <a:schemeClr val="lt1"/>
                        </a:buClr>
                        <a:buSzPts val="1100"/>
                        <a:buFont typeface="Consolas"/>
                        <a:buNone/>
                      </a:pPr>
                      <a:r>
                        <a:rPr lang="en" sz="1100" b="1" u="none" strike="noStrike" cap="none">
                          <a:solidFill>
                            <a:schemeClr val="lt1"/>
                          </a:solidFill>
                          <a:latin typeface="Consolas"/>
                          <a:ea typeface="Consolas"/>
                          <a:cs typeface="Consolas"/>
                          <a:sym typeface="Consolas"/>
                        </a:rPr>
                        <a:t>ZeroDivisionError</a:t>
                      </a:r>
                      <a:endParaRPr sz="1100" b="1" u="none" strike="noStrike" cap="none">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1"/>
                        </a:buClr>
                        <a:buSzPts val="1100"/>
                        <a:buFont typeface="Consolas"/>
                        <a:buNone/>
                      </a:pPr>
                      <a:r>
                        <a:rPr lang="en" sz="1100" u="none" strike="noStrike" cap="none">
                          <a:solidFill>
                            <a:schemeClr val="lt1"/>
                          </a:solidFill>
                          <a:latin typeface="Consolas"/>
                          <a:ea typeface="Consolas"/>
                          <a:cs typeface="Consolas"/>
                          <a:sym typeface="Consolas"/>
                        </a:rPr>
                        <a:t>Dividing by zero</a:t>
                      </a:r>
                      <a:endParaRPr sz="1100" u="none" strike="noStrike" cap="none">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1"/>
                        </a:buClr>
                        <a:buSzPts val="1100"/>
                        <a:buFont typeface="Consolas"/>
                        <a:buNone/>
                      </a:pPr>
                      <a:r>
                        <a:rPr lang="en" sz="1100" u="none" strike="noStrike" cap="none">
                          <a:solidFill>
                            <a:schemeClr val="lt1"/>
                          </a:solidFill>
                          <a:latin typeface="Consolas"/>
                          <a:ea typeface="Consolas"/>
                          <a:cs typeface="Consolas"/>
                          <a:sym typeface="Consolas"/>
                        </a:rPr>
                        <a:t>5 / 0</a:t>
                      </a:r>
                      <a:endParaRPr sz="1100" u="none" strike="noStrike" cap="none">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5"/>
                  </a:ext>
                </a:extLst>
              </a:tr>
              <a:tr h="328325">
                <a:tc>
                  <a:txBody>
                    <a:bodyPr/>
                    <a:lstStyle/>
                    <a:p>
                      <a:pPr marL="0" marR="0" lvl="0" indent="0" algn="l" rtl="0">
                        <a:lnSpc>
                          <a:spcPct val="100000"/>
                        </a:lnSpc>
                        <a:spcBef>
                          <a:spcPts val="0"/>
                        </a:spcBef>
                        <a:spcAft>
                          <a:spcPts val="0"/>
                        </a:spcAft>
                        <a:buClr>
                          <a:schemeClr val="lt1"/>
                        </a:buClr>
                        <a:buSzPts val="1100"/>
                        <a:buFont typeface="Consolas"/>
                        <a:buNone/>
                      </a:pPr>
                      <a:r>
                        <a:rPr lang="en" sz="1100" b="1" u="none" strike="noStrike" cap="none">
                          <a:solidFill>
                            <a:schemeClr val="lt1"/>
                          </a:solidFill>
                          <a:latin typeface="Consolas"/>
                          <a:ea typeface="Consolas"/>
                          <a:cs typeface="Consolas"/>
                          <a:sym typeface="Consolas"/>
                        </a:rPr>
                        <a:t>IndexError</a:t>
                      </a:r>
                      <a:endParaRPr sz="1100" b="1" u="none" strike="noStrike" cap="none">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1"/>
                        </a:buClr>
                        <a:buSzPts val="1100"/>
                        <a:buFont typeface="Consolas"/>
                        <a:buNone/>
                      </a:pPr>
                      <a:r>
                        <a:rPr lang="en" sz="1100" u="none" strike="noStrike" cap="none">
                          <a:solidFill>
                            <a:schemeClr val="lt1"/>
                          </a:solidFill>
                          <a:latin typeface="Consolas"/>
                          <a:ea typeface="Consolas"/>
                          <a:cs typeface="Consolas"/>
                          <a:sym typeface="Consolas"/>
                        </a:rPr>
                        <a:t>Index out of range in a sequence</a:t>
                      </a:r>
                      <a:endParaRPr sz="1100" u="none" strike="noStrike" cap="none">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1"/>
                        </a:buClr>
                        <a:buSzPts val="1100"/>
                        <a:buFont typeface="Consolas"/>
                        <a:buNone/>
                      </a:pPr>
                      <a:r>
                        <a:rPr lang="en" sz="1100" u="none" strike="noStrike" cap="none">
                          <a:solidFill>
                            <a:schemeClr val="lt1"/>
                          </a:solidFill>
                          <a:latin typeface="Consolas"/>
                          <a:ea typeface="Consolas"/>
                          <a:cs typeface="Consolas"/>
                          <a:sym typeface="Consolas"/>
                        </a:rPr>
                        <a:t>list[5] with 3 items</a:t>
                      </a:r>
                      <a:endParaRPr sz="1100" u="none" strike="noStrike" cap="none">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r h="328325">
                <a:tc>
                  <a:txBody>
                    <a:bodyPr/>
                    <a:lstStyle/>
                    <a:p>
                      <a:pPr marL="0" marR="0" lvl="0" indent="0" algn="l" rtl="0">
                        <a:lnSpc>
                          <a:spcPct val="100000"/>
                        </a:lnSpc>
                        <a:spcBef>
                          <a:spcPts val="0"/>
                        </a:spcBef>
                        <a:spcAft>
                          <a:spcPts val="0"/>
                        </a:spcAft>
                        <a:buClr>
                          <a:schemeClr val="lt1"/>
                        </a:buClr>
                        <a:buSzPts val="1100"/>
                        <a:buFont typeface="Consolas"/>
                        <a:buNone/>
                      </a:pPr>
                      <a:r>
                        <a:rPr lang="en" sz="1100" b="1" u="none" strike="noStrike" cap="none">
                          <a:solidFill>
                            <a:schemeClr val="lt1"/>
                          </a:solidFill>
                          <a:latin typeface="Consolas"/>
                          <a:ea typeface="Consolas"/>
                          <a:cs typeface="Consolas"/>
                          <a:sym typeface="Consolas"/>
                        </a:rPr>
                        <a:t>KeyError</a:t>
                      </a:r>
                      <a:endParaRPr sz="1100" b="1" u="none" strike="noStrike" cap="none">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1"/>
                        </a:buClr>
                        <a:buSzPts val="1100"/>
                        <a:buFont typeface="Consolas"/>
                        <a:buNone/>
                      </a:pPr>
                      <a:r>
                        <a:rPr lang="en" sz="1100" u="none" strike="noStrike" cap="none">
                          <a:solidFill>
                            <a:schemeClr val="lt1"/>
                          </a:solidFill>
                          <a:latin typeface="Consolas"/>
                          <a:ea typeface="Consolas"/>
                          <a:cs typeface="Consolas"/>
                          <a:sym typeface="Consolas"/>
                        </a:rPr>
                        <a:t>Missing key in a dictionary</a:t>
                      </a:r>
                      <a:endParaRPr sz="1100" u="none" strike="noStrike" cap="none">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1"/>
                        </a:buClr>
                        <a:buSzPts val="1100"/>
                        <a:buFont typeface="Consolas"/>
                        <a:buNone/>
                      </a:pPr>
                      <a:r>
                        <a:rPr lang="en" sz="1100" u="none" strike="noStrike" cap="none">
                          <a:solidFill>
                            <a:schemeClr val="lt1"/>
                          </a:solidFill>
                          <a:latin typeface="Consolas"/>
                          <a:ea typeface="Consolas"/>
                          <a:cs typeface="Consolas"/>
                          <a:sym typeface="Consolas"/>
                        </a:rPr>
                        <a:t>dict["missing"]</a:t>
                      </a:r>
                      <a:endParaRPr sz="1100" u="none" strike="noStrike" cap="none">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7"/>
                  </a:ext>
                </a:extLst>
              </a:tr>
              <a:tr h="328325">
                <a:tc>
                  <a:txBody>
                    <a:bodyPr/>
                    <a:lstStyle/>
                    <a:p>
                      <a:pPr marL="0" marR="0" lvl="0" indent="0" algn="l" rtl="0">
                        <a:lnSpc>
                          <a:spcPct val="100000"/>
                        </a:lnSpc>
                        <a:spcBef>
                          <a:spcPts val="0"/>
                        </a:spcBef>
                        <a:spcAft>
                          <a:spcPts val="0"/>
                        </a:spcAft>
                        <a:buClr>
                          <a:schemeClr val="lt1"/>
                        </a:buClr>
                        <a:buSzPts val="1100"/>
                        <a:buFont typeface="Consolas"/>
                        <a:buNone/>
                      </a:pPr>
                      <a:r>
                        <a:rPr lang="en" sz="1100" b="1" u="none" strike="noStrike" cap="none">
                          <a:solidFill>
                            <a:schemeClr val="lt1"/>
                          </a:solidFill>
                          <a:latin typeface="Consolas"/>
                          <a:ea typeface="Consolas"/>
                          <a:cs typeface="Consolas"/>
                          <a:sym typeface="Consolas"/>
                        </a:rPr>
                        <a:t>AttributeError</a:t>
                      </a:r>
                      <a:endParaRPr sz="1100" b="1" u="none" strike="noStrike" cap="none">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1"/>
                        </a:buClr>
                        <a:buSzPts val="1100"/>
                        <a:buFont typeface="Consolas"/>
                        <a:buNone/>
                      </a:pPr>
                      <a:r>
                        <a:rPr lang="en" sz="1100" u="none" strike="noStrike" cap="none">
                          <a:solidFill>
                            <a:schemeClr val="lt1"/>
                          </a:solidFill>
                          <a:latin typeface="Consolas"/>
                          <a:ea typeface="Consolas"/>
                          <a:cs typeface="Consolas"/>
                          <a:sym typeface="Consolas"/>
                        </a:rPr>
                        <a:t>Attribute doesn’t exist</a:t>
                      </a:r>
                      <a:endParaRPr sz="1100" u="none" strike="noStrike" cap="none">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1"/>
                        </a:buClr>
                        <a:buSzPts val="1100"/>
                        <a:buFont typeface="Consolas"/>
                        <a:buNone/>
                      </a:pPr>
                      <a:r>
                        <a:rPr lang="en" sz="1100" u="none" strike="noStrike" cap="none">
                          <a:solidFill>
                            <a:schemeClr val="lt1"/>
                          </a:solidFill>
                          <a:latin typeface="Consolas"/>
                          <a:ea typeface="Consolas"/>
                          <a:cs typeface="Consolas"/>
                          <a:sym typeface="Consolas"/>
                        </a:rPr>
                        <a:t>int.append()</a:t>
                      </a:r>
                      <a:endParaRPr sz="1100" u="none" strike="noStrike" cap="none">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8"/>
                  </a:ext>
                </a:extLst>
              </a:tr>
              <a:tr h="328325">
                <a:tc>
                  <a:txBody>
                    <a:bodyPr/>
                    <a:lstStyle/>
                    <a:p>
                      <a:pPr marL="0" marR="0" lvl="0" indent="0" algn="l" rtl="0">
                        <a:lnSpc>
                          <a:spcPct val="100000"/>
                        </a:lnSpc>
                        <a:spcBef>
                          <a:spcPts val="0"/>
                        </a:spcBef>
                        <a:spcAft>
                          <a:spcPts val="0"/>
                        </a:spcAft>
                        <a:buClr>
                          <a:schemeClr val="lt1"/>
                        </a:buClr>
                        <a:buSzPts val="1100"/>
                        <a:buFont typeface="Consolas"/>
                        <a:buNone/>
                      </a:pPr>
                      <a:r>
                        <a:rPr lang="en" sz="1100" b="1" u="none" strike="noStrike" cap="none">
                          <a:solidFill>
                            <a:schemeClr val="lt1"/>
                          </a:solidFill>
                          <a:latin typeface="Consolas"/>
                          <a:ea typeface="Consolas"/>
                          <a:cs typeface="Consolas"/>
                          <a:sym typeface="Consolas"/>
                        </a:rPr>
                        <a:t>FileNotFoundError</a:t>
                      </a:r>
                      <a:endParaRPr sz="1100" b="1" u="none" strike="noStrike" cap="none">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1"/>
                        </a:buClr>
                        <a:buSzPts val="1100"/>
                        <a:buFont typeface="Consolas"/>
                        <a:buNone/>
                      </a:pPr>
                      <a:r>
                        <a:rPr lang="en" sz="1100" u="none" strike="noStrike" cap="none">
                          <a:solidFill>
                            <a:schemeClr val="lt1"/>
                          </a:solidFill>
                          <a:latin typeface="Consolas"/>
                          <a:ea typeface="Consolas"/>
                          <a:cs typeface="Consolas"/>
                          <a:sym typeface="Consolas"/>
                        </a:rPr>
                        <a:t>File does not exist</a:t>
                      </a:r>
                      <a:endParaRPr sz="1100" u="none" strike="noStrike" cap="none">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1"/>
                        </a:buClr>
                        <a:buSzPts val="1100"/>
                        <a:buFont typeface="Consolas"/>
                        <a:buNone/>
                      </a:pPr>
                      <a:r>
                        <a:rPr lang="en" sz="1100" u="none" strike="noStrike" cap="none">
                          <a:solidFill>
                            <a:schemeClr val="lt1"/>
                          </a:solidFill>
                          <a:latin typeface="Consolas"/>
                          <a:ea typeface="Consolas"/>
                          <a:cs typeface="Consolas"/>
                          <a:sym typeface="Consolas"/>
                        </a:rPr>
                        <a:t>Open missing file</a:t>
                      </a:r>
                      <a:endParaRPr sz="1100" u="none" strike="noStrike" cap="none">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9"/>
                  </a:ext>
                </a:extLst>
              </a:tr>
              <a:tr h="328325">
                <a:tc>
                  <a:txBody>
                    <a:bodyPr/>
                    <a:lstStyle/>
                    <a:p>
                      <a:pPr marL="0" marR="0" lvl="0" indent="0" algn="l" rtl="0">
                        <a:lnSpc>
                          <a:spcPct val="100000"/>
                        </a:lnSpc>
                        <a:spcBef>
                          <a:spcPts val="0"/>
                        </a:spcBef>
                        <a:spcAft>
                          <a:spcPts val="0"/>
                        </a:spcAft>
                        <a:buClr>
                          <a:schemeClr val="lt1"/>
                        </a:buClr>
                        <a:buSzPts val="1100"/>
                        <a:buFont typeface="Consolas"/>
                        <a:buNone/>
                      </a:pPr>
                      <a:r>
                        <a:rPr lang="en" sz="1100" b="1" u="none" strike="noStrike" cap="none">
                          <a:solidFill>
                            <a:schemeClr val="lt1"/>
                          </a:solidFill>
                          <a:latin typeface="Consolas"/>
                          <a:ea typeface="Consolas"/>
                          <a:cs typeface="Consolas"/>
                          <a:sym typeface="Consolas"/>
                        </a:rPr>
                        <a:t>ImportError</a:t>
                      </a:r>
                      <a:endParaRPr sz="1100" b="1" u="none" strike="noStrike" cap="none">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1"/>
                        </a:buClr>
                        <a:buSzPts val="1100"/>
                        <a:buFont typeface="Consolas"/>
                        <a:buNone/>
                      </a:pPr>
                      <a:r>
                        <a:rPr lang="en" sz="1100" u="none" strike="noStrike" cap="none">
                          <a:solidFill>
                            <a:schemeClr val="lt1"/>
                          </a:solidFill>
                          <a:latin typeface="Consolas"/>
                          <a:ea typeface="Consolas"/>
                          <a:cs typeface="Consolas"/>
                          <a:sym typeface="Consolas"/>
                        </a:rPr>
                        <a:t>Cannot import a module</a:t>
                      </a:r>
                      <a:endParaRPr sz="1100" u="none" strike="noStrike" cap="none">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1"/>
                        </a:buClr>
                        <a:buSzPts val="1100"/>
                        <a:buFont typeface="Consolas"/>
                        <a:buNone/>
                      </a:pPr>
                      <a:r>
                        <a:rPr lang="en" sz="1100" u="none" strike="noStrike" cap="none" dirty="0">
                          <a:solidFill>
                            <a:schemeClr val="lt1"/>
                          </a:solidFill>
                          <a:latin typeface="Consolas"/>
                          <a:ea typeface="Consolas"/>
                          <a:cs typeface="Consolas"/>
                          <a:sym typeface="Consolas"/>
                        </a:rPr>
                        <a:t>Wrong module name</a:t>
                      </a:r>
                      <a:endParaRPr sz="1100" u="none" strike="noStrike" cap="none" dirty="0">
                        <a:solidFill>
                          <a:schemeClr val="lt1"/>
                        </a:solidFill>
                        <a:latin typeface="Consolas"/>
                        <a:ea typeface="Consolas"/>
                        <a:cs typeface="Consolas"/>
                        <a:sym typeface="Consolas"/>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10"/>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87"/>
        <p:cNvGrpSpPr/>
        <p:nvPr/>
      </p:nvGrpSpPr>
      <p:grpSpPr>
        <a:xfrm>
          <a:off x="0" y="0"/>
          <a:ext cx="0" cy="0"/>
          <a:chOff x="0" y="0"/>
          <a:chExt cx="0" cy="0"/>
        </a:xfrm>
      </p:grpSpPr>
      <p:sp>
        <p:nvSpPr>
          <p:cNvPr id="488" name="Google Shape;488;p58"/>
          <p:cNvSpPr txBox="1">
            <a:spLocks noGrp="1"/>
          </p:cNvSpPr>
          <p:nvPr>
            <p:ph type="title"/>
          </p:nvPr>
        </p:nvSpPr>
        <p:spPr>
          <a:xfrm>
            <a:off x="411480" y="308611"/>
            <a:ext cx="6173470" cy="891778"/>
          </a:xfrm>
          <a:noFill/>
          <a:ln>
            <a:noFill/>
          </a:ln>
        </p:spPr>
        <p:txBody>
          <a:bodyPr spcFirstLastPara="1" wrap="square" lIns="91425" tIns="91425" rIns="91425" bIns="91425" anchor="t" anchorCtr="0">
            <a:normAutofit/>
          </a:bodyPr>
          <a:lstStyle/>
          <a:p>
            <a:pPr lvl="0"/>
            <a:r>
              <a:rPr lang="en-US"/>
              <a:t>ERROR HANDLING</a:t>
            </a:r>
          </a:p>
        </p:txBody>
      </p:sp>
      <p:sp>
        <p:nvSpPr>
          <p:cNvPr id="489" name="Google Shape;489;p58"/>
          <p:cNvSpPr txBox="1"/>
          <p:nvPr/>
        </p:nvSpPr>
        <p:spPr>
          <a:xfrm>
            <a:off x="606210" y="1570610"/>
            <a:ext cx="7647000" cy="3241500"/>
          </a:xfrm>
          <a:prstGeom prst="rect">
            <a:avLst/>
          </a:prstGeom>
          <a:noFill/>
          <a:ln>
            <a:noFill/>
          </a:ln>
        </p:spPr>
        <p:txBody>
          <a:bodyPr spcFirstLastPara="1" wrap="square" lIns="91425" tIns="91425" rIns="91425" bIns="91425" anchor="t" anchorCtr="0">
            <a:noAutofit/>
          </a:bodyPr>
          <a:lstStyle/>
          <a:p>
            <a:pPr marL="457200" marR="0" lvl="0" indent="-342900" algn="l" rtl="0">
              <a:lnSpc>
                <a:spcPct val="100000"/>
              </a:lnSpc>
              <a:spcBef>
                <a:spcPts val="0"/>
              </a:spcBef>
              <a:spcAft>
                <a:spcPts val="0"/>
              </a:spcAft>
              <a:buClr>
                <a:srgbClr val="FFFFFF"/>
              </a:buClr>
              <a:buSzPts val="1800"/>
              <a:buFont typeface="Arial"/>
              <a:buChar char="•"/>
            </a:pPr>
            <a:r>
              <a:rPr lang="en" sz="1800" b="0" i="0" u="none" strike="noStrike" cap="none">
                <a:solidFill>
                  <a:schemeClr val="lt1"/>
                </a:solidFill>
                <a:latin typeface="Roboto"/>
                <a:ea typeface="Roboto"/>
                <a:cs typeface="Roboto"/>
                <a:sym typeface="Roboto"/>
              </a:rPr>
              <a:t>Why Handle Errors?</a:t>
            </a:r>
            <a:endParaRPr sz="1800" b="0" i="0" u="none" strike="noStrike" cap="none">
              <a:solidFill>
                <a:schemeClr val="lt1"/>
              </a:solidFill>
              <a:latin typeface="Roboto"/>
              <a:ea typeface="Roboto"/>
              <a:cs typeface="Roboto"/>
              <a:sym typeface="Roboto"/>
            </a:endParaRPr>
          </a:p>
          <a:p>
            <a:pPr marL="914400" marR="0" lvl="1" indent="-342900" algn="l" rtl="0">
              <a:lnSpc>
                <a:spcPct val="100000"/>
              </a:lnSpc>
              <a:spcBef>
                <a:spcPts val="0"/>
              </a:spcBef>
              <a:spcAft>
                <a:spcPts val="0"/>
              </a:spcAft>
              <a:buClr>
                <a:srgbClr val="FFFFFF"/>
              </a:buClr>
              <a:buSzPts val="1800"/>
              <a:buFont typeface="Arial"/>
              <a:buChar char="•"/>
            </a:pPr>
            <a:r>
              <a:rPr lang="en" sz="1800" b="0" i="0" u="none" strike="noStrike" cap="none">
                <a:solidFill>
                  <a:schemeClr val="lt1"/>
                </a:solidFill>
                <a:latin typeface="Roboto"/>
                <a:ea typeface="Roboto"/>
                <a:cs typeface="Roboto"/>
                <a:sym typeface="Roboto"/>
              </a:rPr>
              <a:t>Prevent your program from crashing</a:t>
            </a:r>
            <a:endParaRPr sz="1800" b="0" i="0" u="none" strike="noStrike" cap="none">
              <a:solidFill>
                <a:schemeClr val="lt1"/>
              </a:solidFill>
              <a:latin typeface="Roboto"/>
              <a:ea typeface="Roboto"/>
              <a:cs typeface="Roboto"/>
              <a:sym typeface="Roboto"/>
            </a:endParaRPr>
          </a:p>
          <a:p>
            <a:pPr marL="914400" marR="0" lvl="1" indent="-342900" algn="l" rtl="0">
              <a:lnSpc>
                <a:spcPct val="100000"/>
              </a:lnSpc>
              <a:spcBef>
                <a:spcPts val="0"/>
              </a:spcBef>
              <a:spcAft>
                <a:spcPts val="0"/>
              </a:spcAft>
              <a:buClr>
                <a:srgbClr val="FFFFFF"/>
              </a:buClr>
              <a:buSzPts val="1800"/>
              <a:buFont typeface="Arial"/>
              <a:buChar char="•"/>
            </a:pPr>
            <a:r>
              <a:rPr lang="en" sz="1800" b="0" i="0" u="none" strike="noStrike" cap="none">
                <a:solidFill>
                  <a:schemeClr val="lt1"/>
                </a:solidFill>
                <a:latin typeface="Roboto"/>
                <a:ea typeface="Roboto"/>
                <a:cs typeface="Roboto"/>
                <a:sym typeface="Roboto"/>
              </a:rPr>
              <a:t>Provide helpful messages to users</a:t>
            </a:r>
            <a:endParaRPr sz="1800" b="0" i="0" u="none" strike="noStrike" cap="none">
              <a:solidFill>
                <a:schemeClr val="lt1"/>
              </a:solidFill>
              <a:latin typeface="Roboto"/>
              <a:ea typeface="Roboto"/>
              <a:cs typeface="Roboto"/>
              <a:sym typeface="Roboto"/>
            </a:endParaRPr>
          </a:p>
          <a:p>
            <a:pPr marL="914400" marR="0" lvl="1" indent="-342900" algn="l" rtl="0">
              <a:lnSpc>
                <a:spcPct val="100000"/>
              </a:lnSpc>
              <a:spcBef>
                <a:spcPts val="0"/>
              </a:spcBef>
              <a:spcAft>
                <a:spcPts val="0"/>
              </a:spcAft>
              <a:buClr>
                <a:srgbClr val="FFFFFF"/>
              </a:buClr>
              <a:buSzPts val="1800"/>
              <a:buFont typeface="Arial"/>
              <a:buChar char="•"/>
            </a:pPr>
            <a:r>
              <a:rPr lang="en" sz="1800" b="0" i="0" u="none" strike="noStrike" cap="none">
                <a:solidFill>
                  <a:schemeClr val="lt1"/>
                </a:solidFill>
                <a:latin typeface="Roboto"/>
                <a:ea typeface="Roboto"/>
                <a:cs typeface="Roboto"/>
                <a:sym typeface="Roboto"/>
              </a:rPr>
              <a:t>Let your code recover from unexpected situations</a:t>
            </a:r>
            <a:endParaRPr sz="1800" b="0" i="0" u="none" strike="noStrike" cap="none">
              <a:solidFill>
                <a:schemeClr val="lt1"/>
              </a:solidFill>
              <a:latin typeface="Roboto"/>
              <a:ea typeface="Roboto"/>
              <a:cs typeface="Roboto"/>
              <a:sym typeface="Robot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93"/>
        <p:cNvGrpSpPr/>
        <p:nvPr/>
      </p:nvGrpSpPr>
      <p:grpSpPr>
        <a:xfrm>
          <a:off x="0" y="0"/>
          <a:ext cx="0" cy="0"/>
          <a:chOff x="0" y="0"/>
          <a:chExt cx="0" cy="0"/>
        </a:xfrm>
      </p:grpSpPr>
      <p:sp>
        <p:nvSpPr>
          <p:cNvPr id="494" name="Google Shape;494;p59"/>
          <p:cNvSpPr txBox="1">
            <a:spLocks noGrp="1"/>
          </p:cNvSpPr>
          <p:nvPr>
            <p:ph type="title"/>
          </p:nvPr>
        </p:nvSpPr>
        <p:spPr>
          <a:xfrm>
            <a:off x="411480" y="308611"/>
            <a:ext cx="6173470" cy="891778"/>
          </a:xfrm>
          <a:noFill/>
          <a:ln>
            <a:noFill/>
          </a:ln>
        </p:spPr>
        <p:txBody>
          <a:bodyPr spcFirstLastPara="1" wrap="square" lIns="91425" tIns="91425" rIns="91425" bIns="91425" anchor="t" anchorCtr="0">
            <a:normAutofit/>
          </a:bodyPr>
          <a:lstStyle/>
          <a:p>
            <a:pPr lvl="0"/>
            <a:r>
              <a:rPr lang="en-US"/>
              <a:t>TRY - EXCEPT</a:t>
            </a:r>
          </a:p>
        </p:txBody>
      </p:sp>
      <p:sp>
        <p:nvSpPr>
          <p:cNvPr id="495" name="Google Shape;495;p59"/>
          <p:cNvSpPr txBox="1">
            <a:spLocks noGrp="1"/>
          </p:cNvSpPr>
          <p:nvPr>
            <p:ph type="body" idx="1"/>
          </p:nvPr>
        </p:nvSpPr>
        <p:spPr>
          <a:xfrm>
            <a:off x="411480" y="1062990"/>
            <a:ext cx="7572793" cy="3017520"/>
          </a:xfrm>
          <a:noFill/>
          <a:ln>
            <a:noFill/>
          </a:ln>
        </p:spPr>
        <p:txBody>
          <a:bodyPr spcFirstLastPara="1" wrap="square" lIns="91425" tIns="91425" rIns="91425" bIns="91425" anchor="t" anchorCtr="0">
            <a:normAutofit/>
          </a:bodyPr>
          <a:lstStyle/>
          <a:p>
            <a:pPr lvl="0"/>
            <a:r>
              <a:rPr lang="en-US" dirty="0">
                <a:solidFill>
                  <a:schemeClr val="bg1"/>
                </a:solidFill>
              </a:rPr>
              <a:t>Tries a block a code and if an error is raised, can handle that error gracefully</a:t>
            </a:r>
          </a:p>
          <a:p>
            <a:pPr lvl="0"/>
            <a:endParaRPr lang="en-US" dirty="0"/>
          </a:p>
        </p:txBody>
      </p:sp>
      <p:sp>
        <p:nvSpPr>
          <p:cNvPr id="3" name="TextBox 2">
            <a:extLst>
              <a:ext uri="{FF2B5EF4-FFF2-40B4-BE49-F238E27FC236}">
                <a16:creationId xmlns:a16="http://schemas.microsoft.com/office/drawing/2014/main" id="{FBB90202-0B70-8588-4936-1142769ECA11}"/>
              </a:ext>
            </a:extLst>
          </p:cNvPr>
          <p:cNvSpPr txBox="1"/>
          <p:nvPr/>
        </p:nvSpPr>
        <p:spPr>
          <a:xfrm>
            <a:off x="553841" y="2099097"/>
            <a:ext cx="5356303" cy="1631216"/>
          </a:xfrm>
          <a:prstGeom prst="rect">
            <a:avLst/>
          </a:prstGeom>
          <a:noFill/>
        </p:spPr>
        <p:txBody>
          <a:bodyPr wrap="square">
            <a:spAutoFit/>
          </a:bodyPr>
          <a:lstStyle/>
          <a:p>
            <a:pPr lvl="0"/>
            <a:r>
              <a:rPr lang="en-US" sz="2000" dirty="0">
                <a:solidFill>
                  <a:schemeClr val="bg1"/>
                </a:solidFill>
                <a:sym typeface="Consolas"/>
              </a:rPr>
              <a:t>try:</a:t>
            </a:r>
          </a:p>
          <a:p>
            <a:pPr lvl="0"/>
            <a:r>
              <a:rPr lang="en-US" sz="2000" dirty="0">
                <a:solidFill>
                  <a:schemeClr val="bg1"/>
                </a:solidFill>
                <a:sym typeface="Consolas"/>
              </a:rPr>
              <a:t>     # code that might cause an error</a:t>
            </a:r>
          </a:p>
          <a:p>
            <a:pPr lvl="0"/>
            <a:r>
              <a:rPr lang="en-US" sz="2000" dirty="0">
                <a:solidFill>
                  <a:schemeClr val="bg1"/>
                </a:solidFill>
                <a:sym typeface="Consolas"/>
              </a:rPr>
              <a:t>     number = int("</a:t>
            </a:r>
            <a:r>
              <a:rPr lang="en-US" sz="2000" dirty="0" err="1">
                <a:solidFill>
                  <a:schemeClr val="bg1"/>
                </a:solidFill>
                <a:sym typeface="Consolas"/>
              </a:rPr>
              <a:t>abc</a:t>
            </a:r>
            <a:r>
              <a:rPr lang="en-US" sz="2000" dirty="0">
                <a:solidFill>
                  <a:schemeClr val="bg1"/>
                </a:solidFill>
                <a:sym typeface="Consolas"/>
              </a:rPr>
              <a:t>")</a:t>
            </a:r>
            <a:endParaRPr lang="en-US" sz="2000" dirty="0">
              <a:solidFill>
                <a:schemeClr val="bg1"/>
              </a:solidFill>
            </a:endParaRPr>
          </a:p>
          <a:p>
            <a:pPr lvl="0"/>
            <a:r>
              <a:rPr lang="en-US" sz="2000" dirty="0">
                <a:solidFill>
                  <a:schemeClr val="bg1"/>
                </a:solidFill>
                <a:sym typeface="Consolas"/>
              </a:rPr>
              <a:t>except </a:t>
            </a:r>
            <a:r>
              <a:rPr lang="en-US" sz="2000" dirty="0" err="1">
                <a:solidFill>
                  <a:schemeClr val="bg1"/>
                </a:solidFill>
                <a:sym typeface="Consolas"/>
              </a:rPr>
              <a:t>ValueError</a:t>
            </a:r>
            <a:r>
              <a:rPr lang="en-US" sz="2000" dirty="0">
                <a:solidFill>
                  <a:schemeClr val="bg1"/>
                </a:solidFill>
                <a:sym typeface="Consolas"/>
              </a:rPr>
              <a:t>:</a:t>
            </a:r>
          </a:p>
          <a:p>
            <a:pPr lvl="0"/>
            <a:r>
              <a:rPr lang="en-US" sz="2000" dirty="0">
                <a:solidFill>
                  <a:schemeClr val="bg1"/>
                </a:solidFill>
                <a:sym typeface="Consolas"/>
              </a:rPr>
              <a:t>     print("Oops! That wasn't a number.")</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99"/>
        <p:cNvGrpSpPr/>
        <p:nvPr/>
      </p:nvGrpSpPr>
      <p:grpSpPr>
        <a:xfrm>
          <a:off x="0" y="0"/>
          <a:ext cx="0" cy="0"/>
          <a:chOff x="0" y="0"/>
          <a:chExt cx="0" cy="0"/>
        </a:xfrm>
      </p:grpSpPr>
      <p:sp>
        <p:nvSpPr>
          <p:cNvPr id="500" name="Google Shape;500;p60"/>
          <p:cNvSpPr txBox="1">
            <a:spLocks noGrp="1"/>
          </p:cNvSpPr>
          <p:nvPr>
            <p:ph type="title"/>
          </p:nvPr>
        </p:nvSpPr>
        <p:spPr>
          <a:xfrm>
            <a:off x="411480" y="308611"/>
            <a:ext cx="6173470" cy="891778"/>
          </a:xfrm>
          <a:noFill/>
          <a:ln>
            <a:noFill/>
          </a:ln>
        </p:spPr>
        <p:txBody>
          <a:bodyPr spcFirstLastPara="1" wrap="square" lIns="91425" tIns="91425" rIns="91425" bIns="91425" anchor="t" anchorCtr="0">
            <a:normAutofit/>
          </a:bodyPr>
          <a:lstStyle/>
          <a:p>
            <a:pPr lvl="0"/>
            <a:r>
              <a:rPr lang="en-US"/>
              <a:t>TRY - EXCEPT CONTINUED</a:t>
            </a:r>
          </a:p>
        </p:txBody>
      </p:sp>
      <p:sp>
        <p:nvSpPr>
          <p:cNvPr id="501" name="Google Shape;501;p60"/>
          <p:cNvSpPr txBox="1">
            <a:spLocks noGrp="1"/>
          </p:cNvSpPr>
          <p:nvPr>
            <p:ph type="body" idx="1"/>
          </p:nvPr>
        </p:nvSpPr>
        <p:spPr>
          <a:xfrm>
            <a:off x="352007" y="914400"/>
            <a:ext cx="5929847" cy="1457093"/>
          </a:xfrm>
          <a:noFill/>
          <a:ln>
            <a:noFill/>
          </a:ln>
        </p:spPr>
        <p:txBody>
          <a:bodyPr spcFirstLastPara="1" wrap="square" lIns="91425" tIns="91425" rIns="91425" bIns="91425" anchor="t" anchorCtr="0">
            <a:normAutofit/>
          </a:bodyPr>
          <a:lstStyle/>
          <a:p>
            <a:pPr lvl="0"/>
            <a:r>
              <a:rPr lang="en-US" sz="2600" dirty="0">
                <a:solidFill>
                  <a:schemeClr val="bg1"/>
                </a:solidFill>
              </a:rPr>
              <a:t>Multiple except statements</a:t>
            </a:r>
            <a:endParaRPr lang="en-US" sz="2100" dirty="0">
              <a:solidFill>
                <a:schemeClr val="bg1"/>
              </a:solidFill>
            </a:endParaRPr>
          </a:p>
          <a:p>
            <a:pPr marL="604838" lvl="1" indent="0">
              <a:buNone/>
            </a:pPr>
            <a:endParaRPr lang="en-US" dirty="0">
              <a:solidFill>
                <a:schemeClr val="bg1"/>
              </a:solidFill>
            </a:endParaRPr>
          </a:p>
          <a:p>
            <a:pPr lvl="0"/>
            <a:endParaRPr lang="en-US" dirty="0">
              <a:sym typeface="Consolas"/>
            </a:endParaRPr>
          </a:p>
          <a:p>
            <a:pPr lvl="0"/>
            <a:endParaRPr lang="en-US" dirty="0"/>
          </a:p>
          <a:p>
            <a:pPr lvl="0"/>
            <a:endParaRPr lang="en-US" dirty="0"/>
          </a:p>
        </p:txBody>
      </p:sp>
      <p:sp>
        <p:nvSpPr>
          <p:cNvPr id="3" name="TextBox 2">
            <a:extLst>
              <a:ext uri="{FF2B5EF4-FFF2-40B4-BE49-F238E27FC236}">
                <a16:creationId xmlns:a16="http://schemas.microsoft.com/office/drawing/2014/main" id="{70A03235-D35B-4026-1609-55A4708471CD}"/>
              </a:ext>
            </a:extLst>
          </p:cNvPr>
          <p:cNvSpPr txBox="1"/>
          <p:nvPr/>
        </p:nvSpPr>
        <p:spPr>
          <a:xfrm>
            <a:off x="702524" y="1642946"/>
            <a:ext cx="5690841" cy="2554545"/>
          </a:xfrm>
          <a:prstGeom prst="rect">
            <a:avLst/>
          </a:prstGeom>
          <a:noFill/>
        </p:spPr>
        <p:txBody>
          <a:bodyPr wrap="square">
            <a:spAutoFit/>
          </a:bodyPr>
          <a:lstStyle/>
          <a:p>
            <a:pPr lvl="0"/>
            <a:r>
              <a:rPr lang="en-US" sz="2000" dirty="0">
                <a:solidFill>
                  <a:schemeClr val="bg1"/>
                </a:solidFill>
                <a:sym typeface="Consolas"/>
              </a:rPr>
              <a:t>try:</a:t>
            </a:r>
          </a:p>
          <a:p>
            <a:pPr lvl="0"/>
            <a:r>
              <a:rPr lang="en-US" sz="2000" dirty="0">
                <a:solidFill>
                  <a:schemeClr val="bg1"/>
                </a:solidFill>
                <a:sym typeface="Consolas"/>
              </a:rPr>
              <a:t>    result = 10 / 2</a:t>
            </a:r>
          </a:p>
          <a:p>
            <a:pPr lvl="0"/>
            <a:r>
              <a:rPr lang="en-US" sz="2000" dirty="0">
                <a:solidFill>
                  <a:schemeClr val="bg1"/>
                </a:solidFill>
                <a:sym typeface="Consolas"/>
              </a:rPr>
              <a:t>except ZeroDivisionError:</a:t>
            </a:r>
          </a:p>
          <a:p>
            <a:pPr lvl="0"/>
            <a:r>
              <a:rPr lang="en-US" sz="2000" dirty="0">
                <a:solidFill>
                  <a:schemeClr val="bg1"/>
                </a:solidFill>
                <a:sym typeface="Consolas"/>
              </a:rPr>
              <a:t>    print("Cannot divide by zero.")</a:t>
            </a:r>
          </a:p>
          <a:p>
            <a:pPr lvl="0"/>
            <a:r>
              <a:rPr lang="en-US" sz="2000" dirty="0">
                <a:solidFill>
                  <a:schemeClr val="bg1"/>
                </a:solidFill>
                <a:sym typeface="Consolas"/>
              </a:rPr>
              <a:t>except </a:t>
            </a:r>
            <a:r>
              <a:rPr lang="en-US" sz="2000" dirty="0" err="1">
                <a:solidFill>
                  <a:schemeClr val="bg1"/>
                </a:solidFill>
                <a:sym typeface="Consolas"/>
              </a:rPr>
              <a:t>ValueError</a:t>
            </a:r>
            <a:r>
              <a:rPr lang="en-US" sz="2000" dirty="0">
                <a:solidFill>
                  <a:schemeClr val="bg1"/>
                </a:solidFill>
                <a:sym typeface="Consolas"/>
              </a:rPr>
              <a:t>:</a:t>
            </a:r>
          </a:p>
          <a:p>
            <a:pPr lvl="0"/>
            <a:r>
              <a:rPr lang="en-US" sz="2000" dirty="0">
                <a:solidFill>
                  <a:schemeClr val="bg1"/>
                </a:solidFill>
                <a:sym typeface="Consolas"/>
              </a:rPr>
              <a:t>    print(“Incorrect conversion”)</a:t>
            </a:r>
          </a:p>
          <a:p>
            <a:pPr lvl="0"/>
            <a:r>
              <a:rPr lang="en-US" sz="2000" dirty="0">
                <a:solidFill>
                  <a:schemeClr val="bg1"/>
                </a:solidFill>
                <a:sym typeface="Consolas"/>
              </a:rPr>
              <a:t>except:</a:t>
            </a:r>
          </a:p>
          <a:p>
            <a:pPr lvl="0"/>
            <a:r>
              <a:rPr lang="en-US" sz="2000" dirty="0">
                <a:solidFill>
                  <a:schemeClr val="bg1"/>
                </a:solidFill>
                <a:sym typeface="Consolas"/>
              </a:rPr>
              <a:t>    print(“You are seeing this message in error!”)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99">
          <a:extLst>
            <a:ext uri="{FF2B5EF4-FFF2-40B4-BE49-F238E27FC236}">
              <a16:creationId xmlns:a16="http://schemas.microsoft.com/office/drawing/2014/main" id="{EEBC8AFD-5F6C-C21C-EC80-EC2EE62AEAA0}"/>
            </a:ext>
          </a:extLst>
        </p:cNvPr>
        <p:cNvGrpSpPr/>
        <p:nvPr/>
      </p:nvGrpSpPr>
      <p:grpSpPr>
        <a:xfrm>
          <a:off x="0" y="0"/>
          <a:ext cx="0" cy="0"/>
          <a:chOff x="0" y="0"/>
          <a:chExt cx="0" cy="0"/>
        </a:xfrm>
      </p:grpSpPr>
      <p:sp>
        <p:nvSpPr>
          <p:cNvPr id="500" name="Google Shape;500;p60">
            <a:extLst>
              <a:ext uri="{FF2B5EF4-FFF2-40B4-BE49-F238E27FC236}">
                <a16:creationId xmlns:a16="http://schemas.microsoft.com/office/drawing/2014/main" id="{F1D83413-65FF-EA44-5CA2-D03B294AE4B2}"/>
              </a:ext>
            </a:extLst>
          </p:cNvPr>
          <p:cNvSpPr txBox="1">
            <a:spLocks noGrp="1"/>
          </p:cNvSpPr>
          <p:nvPr>
            <p:ph type="title"/>
          </p:nvPr>
        </p:nvSpPr>
        <p:spPr>
          <a:xfrm>
            <a:off x="411480" y="308611"/>
            <a:ext cx="6173470" cy="891778"/>
          </a:xfrm>
          <a:noFill/>
          <a:ln>
            <a:noFill/>
          </a:ln>
        </p:spPr>
        <p:txBody>
          <a:bodyPr spcFirstLastPara="1" wrap="square" lIns="91425" tIns="91425" rIns="91425" bIns="91425" anchor="t" anchorCtr="0">
            <a:normAutofit/>
          </a:bodyPr>
          <a:lstStyle/>
          <a:p>
            <a:pPr lvl="0"/>
            <a:r>
              <a:rPr lang="en-US"/>
              <a:t>TRY - EXCEPT CONTINUED</a:t>
            </a:r>
          </a:p>
        </p:txBody>
      </p:sp>
      <p:sp>
        <p:nvSpPr>
          <p:cNvPr id="501" name="Google Shape;501;p60">
            <a:extLst>
              <a:ext uri="{FF2B5EF4-FFF2-40B4-BE49-F238E27FC236}">
                <a16:creationId xmlns:a16="http://schemas.microsoft.com/office/drawing/2014/main" id="{559571E5-1152-2BFE-0A02-FA002AFE9AAB}"/>
              </a:ext>
            </a:extLst>
          </p:cNvPr>
          <p:cNvSpPr txBox="1">
            <a:spLocks noGrp="1"/>
          </p:cNvSpPr>
          <p:nvPr>
            <p:ph type="body" idx="1"/>
          </p:nvPr>
        </p:nvSpPr>
        <p:spPr>
          <a:xfrm>
            <a:off x="352007" y="914400"/>
            <a:ext cx="5929847" cy="1457093"/>
          </a:xfrm>
          <a:noFill/>
          <a:ln>
            <a:noFill/>
          </a:ln>
        </p:spPr>
        <p:txBody>
          <a:bodyPr spcFirstLastPara="1" wrap="square" lIns="91425" tIns="91425" rIns="91425" bIns="91425" anchor="t" anchorCtr="0">
            <a:normAutofit/>
          </a:bodyPr>
          <a:lstStyle/>
          <a:p>
            <a:pPr lvl="0"/>
            <a:r>
              <a:rPr lang="en-US" sz="2600" dirty="0">
                <a:solidFill>
                  <a:schemeClr val="bg1"/>
                </a:solidFill>
              </a:rPr>
              <a:t>Optional</a:t>
            </a:r>
          </a:p>
          <a:p>
            <a:pPr lvl="1"/>
            <a:r>
              <a:rPr lang="en-US" sz="2100" dirty="0">
                <a:solidFill>
                  <a:schemeClr val="bg1"/>
                </a:solidFill>
                <a:sym typeface="Consolas"/>
              </a:rPr>
              <a:t>else</a:t>
            </a:r>
            <a:r>
              <a:rPr lang="en-US" sz="2100" dirty="0">
                <a:solidFill>
                  <a:schemeClr val="bg1"/>
                </a:solidFill>
              </a:rPr>
              <a:t>: Runs if no error occurs</a:t>
            </a:r>
          </a:p>
          <a:p>
            <a:pPr lvl="1"/>
            <a:r>
              <a:rPr lang="en-US" sz="2100" dirty="0">
                <a:solidFill>
                  <a:schemeClr val="bg1"/>
                </a:solidFill>
                <a:sym typeface="Consolas"/>
              </a:rPr>
              <a:t>finally</a:t>
            </a:r>
            <a:r>
              <a:rPr lang="en-US" sz="2100" dirty="0">
                <a:solidFill>
                  <a:schemeClr val="bg1"/>
                </a:solidFill>
              </a:rPr>
              <a:t>: always runs</a:t>
            </a:r>
          </a:p>
          <a:p>
            <a:pPr marL="604838" lvl="1" indent="0">
              <a:buNone/>
            </a:pPr>
            <a:endParaRPr lang="en-US" dirty="0">
              <a:solidFill>
                <a:schemeClr val="bg1"/>
              </a:solidFill>
            </a:endParaRPr>
          </a:p>
          <a:p>
            <a:pPr lvl="0"/>
            <a:endParaRPr lang="en-US" dirty="0">
              <a:sym typeface="Consolas"/>
            </a:endParaRPr>
          </a:p>
          <a:p>
            <a:pPr lvl="0"/>
            <a:endParaRPr lang="en-US" dirty="0"/>
          </a:p>
          <a:p>
            <a:pPr lvl="0"/>
            <a:endParaRPr lang="en-US" dirty="0"/>
          </a:p>
        </p:txBody>
      </p:sp>
      <p:sp>
        <p:nvSpPr>
          <p:cNvPr id="3" name="TextBox 2">
            <a:extLst>
              <a:ext uri="{FF2B5EF4-FFF2-40B4-BE49-F238E27FC236}">
                <a16:creationId xmlns:a16="http://schemas.microsoft.com/office/drawing/2014/main" id="{CD35D585-17CB-A1A3-D712-7F458F86A4FC}"/>
              </a:ext>
            </a:extLst>
          </p:cNvPr>
          <p:cNvSpPr txBox="1"/>
          <p:nvPr/>
        </p:nvSpPr>
        <p:spPr>
          <a:xfrm>
            <a:off x="687657" y="2371493"/>
            <a:ext cx="4572000" cy="2554545"/>
          </a:xfrm>
          <a:prstGeom prst="rect">
            <a:avLst/>
          </a:prstGeom>
          <a:noFill/>
        </p:spPr>
        <p:txBody>
          <a:bodyPr wrap="square">
            <a:spAutoFit/>
          </a:bodyPr>
          <a:lstStyle/>
          <a:p>
            <a:pPr lvl="0"/>
            <a:r>
              <a:rPr lang="en-US" sz="2000" dirty="0">
                <a:solidFill>
                  <a:schemeClr val="bg1"/>
                </a:solidFill>
                <a:sym typeface="Consolas"/>
              </a:rPr>
              <a:t>try:</a:t>
            </a:r>
          </a:p>
          <a:p>
            <a:pPr lvl="0"/>
            <a:r>
              <a:rPr lang="en-US" sz="2000" dirty="0">
                <a:solidFill>
                  <a:schemeClr val="bg1"/>
                </a:solidFill>
                <a:sym typeface="Consolas"/>
              </a:rPr>
              <a:t>    result = 10 / 2</a:t>
            </a:r>
          </a:p>
          <a:p>
            <a:pPr lvl="0"/>
            <a:r>
              <a:rPr lang="en-US" sz="2000" dirty="0">
                <a:solidFill>
                  <a:schemeClr val="bg1"/>
                </a:solidFill>
                <a:sym typeface="Consolas"/>
              </a:rPr>
              <a:t>except ZeroDivisionError:</a:t>
            </a:r>
          </a:p>
          <a:p>
            <a:pPr lvl="0"/>
            <a:r>
              <a:rPr lang="en-US" sz="2000" dirty="0">
                <a:solidFill>
                  <a:schemeClr val="bg1"/>
                </a:solidFill>
                <a:sym typeface="Consolas"/>
              </a:rPr>
              <a:t>    print("Cannot divide by zero.")</a:t>
            </a:r>
          </a:p>
          <a:p>
            <a:pPr lvl="0"/>
            <a:r>
              <a:rPr lang="en-US" sz="2000" dirty="0">
                <a:solidFill>
                  <a:schemeClr val="bg1"/>
                </a:solidFill>
                <a:sym typeface="Consolas"/>
              </a:rPr>
              <a:t>else:</a:t>
            </a:r>
          </a:p>
          <a:p>
            <a:pPr lvl="0"/>
            <a:r>
              <a:rPr lang="en-US" sz="2000" dirty="0">
                <a:solidFill>
                  <a:schemeClr val="bg1"/>
                </a:solidFill>
                <a:sym typeface="Consolas"/>
              </a:rPr>
              <a:t>    print("Division successful.")</a:t>
            </a:r>
          </a:p>
          <a:p>
            <a:pPr lvl="0"/>
            <a:r>
              <a:rPr lang="en-US" sz="2000" dirty="0">
                <a:solidFill>
                  <a:schemeClr val="bg1"/>
                </a:solidFill>
                <a:sym typeface="Consolas"/>
              </a:rPr>
              <a:t>finally:</a:t>
            </a:r>
          </a:p>
          <a:p>
            <a:pPr lvl="0"/>
            <a:r>
              <a:rPr lang="en-US" sz="2000" dirty="0">
                <a:solidFill>
                  <a:schemeClr val="bg1"/>
                </a:solidFill>
                <a:sym typeface="Consolas"/>
              </a:rPr>
              <a:t>    print("Done.")</a:t>
            </a:r>
          </a:p>
        </p:txBody>
      </p:sp>
    </p:spTree>
    <p:extLst>
      <p:ext uri="{BB962C8B-B14F-4D97-AF65-F5344CB8AC3E}">
        <p14:creationId xmlns:p14="http://schemas.microsoft.com/office/powerpoint/2010/main" val="24102377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61"/>
          <p:cNvSpPr txBox="1">
            <a:spLocks noGrp="1"/>
          </p:cNvSpPr>
          <p:nvPr>
            <p:ph type="title"/>
          </p:nvPr>
        </p:nvSpPr>
        <p:spPr>
          <a:xfrm>
            <a:off x="411480" y="308611"/>
            <a:ext cx="6173470" cy="891778"/>
          </a:xfrm>
          <a:noFill/>
          <a:ln>
            <a:noFill/>
          </a:ln>
        </p:spPr>
        <p:txBody>
          <a:bodyPr spcFirstLastPara="1" wrap="square" lIns="91425" tIns="91425" rIns="91425" bIns="91425" anchor="t" anchorCtr="0">
            <a:normAutofit/>
          </a:bodyPr>
          <a:lstStyle/>
          <a:p>
            <a:pPr lvl="0"/>
            <a:r>
              <a:rPr lang="en-US"/>
              <a:t>RAISE</a:t>
            </a:r>
          </a:p>
        </p:txBody>
      </p:sp>
      <p:sp>
        <p:nvSpPr>
          <p:cNvPr id="507" name="Google Shape;507;p61"/>
          <p:cNvSpPr txBox="1">
            <a:spLocks noGrp="1"/>
          </p:cNvSpPr>
          <p:nvPr>
            <p:ph type="body" idx="1"/>
          </p:nvPr>
        </p:nvSpPr>
        <p:spPr>
          <a:xfrm>
            <a:off x="240495" y="860782"/>
            <a:ext cx="8516930" cy="3017520"/>
          </a:xfrm>
          <a:noFill/>
          <a:ln>
            <a:noFill/>
          </a:ln>
        </p:spPr>
        <p:txBody>
          <a:bodyPr spcFirstLastPara="1" wrap="square" lIns="91425" tIns="91425" rIns="91425" bIns="91425" anchor="t" anchorCtr="0">
            <a:normAutofit/>
          </a:bodyPr>
          <a:lstStyle/>
          <a:p>
            <a:pPr lvl="0"/>
            <a:r>
              <a:rPr lang="en-US" dirty="0">
                <a:solidFill>
                  <a:schemeClr val="bg1"/>
                </a:solidFill>
              </a:rPr>
              <a:t>“raise” is used to intentionally trigger an error</a:t>
            </a:r>
          </a:p>
          <a:p>
            <a:pPr lvl="0"/>
            <a:r>
              <a:rPr lang="en-US" dirty="0">
                <a:solidFill>
                  <a:schemeClr val="bg1"/>
                </a:solidFill>
              </a:rPr>
              <a:t>Helps enforce rules and catch problems early</a:t>
            </a:r>
          </a:p>
          <a:p>
            <a:pPr lvl="0"/>
            <a:r>
              <a:rPr lang="en-US" dirty="0">
                <a:solidFill>
                  <a:schemeClr val="bg1"/>
                </a:solidFill>
              </a:rPr>
              <a:t>Make your code more predictable and safe</a:t>
            </a:r>
          </a:p>
          <a:p>
            <a:pPr lvl="0"/>
            <a:r>
              <a:rPr lang="en-US" dirty="0">
                <a:solidFill>
                  <a:schemeClr val="bg1"/>
                </a:solidFill>
              </a:rPr>
              <a:t>Useful for custom error messages or defining your own exceptions</a:t>
            </a:r>
          </a:p>
          <a:p>
            <a:pPr lvl="0"/>
            <a:endParaRPr lang="en-US" dirty="0"/>
          </a:p>
          <a:p>
            <a:pPr lvl="0"/>
            <a:endParaRPr lang="en-US" dirty="0"/>
          </a:p>
          <a:p>
            <a:pPr lvl="0"/>
            <a:endParaRPr lang="en-US" dirty="0"/>
          </a:p>
        </p:txBody>
      </p:sp>
      <p:sp>
        <p:nvSpPr>
          <p:cNvPr id="3" name="TextBox 2">
            <a:extLst>
              <a:ext uri="{FF2B5EF4-FFF2-40B4-BE49-F238E27FC236}">
                <a16:creationId xmlns:a16="http://schemas.microsoft.com/office/drawing/2014/main" id="{5B996DBA-7DE9-0229-30AC-41536D9BD04E}"/>
              </a:ext>
            </a:extLst>
          </p:cNvPr>
          <p:cNvSpPr txBox="1"/>
          <p:nvPr/>
        </p:nvSpPr>
        <p:spPr>
          <a:xfrm>
            <a:off x="539982" y="2278104"/>
            <a:ext cx="8064036" cy="2462213"/>
          </a:xfrm>
          <a:prstGeom prst="rect">
            <a:avLst/>
          </a:prstGeom>
          <a:noFill/>
        </p:spPr>
        <p:txBody>
          <a:bodyPr wrap="square">
            <a:spAutoFit/>
          </a:bodyPr>
          <a:lstStyle/>
          <a:p>
            <a:pPr lvl="0"/>
            <a:endParaRPr lang="en-US" dirty="0">
              <a:solidFill>
                <a:schemeClr val="bg1"/>
              </a:solidFill>
              <a:sym typeface="Consolas"/>
            </a:endParaRPr>
          </a:p>
          <a:p>
            <a:pPr lvl="0"/>
            <a:r>
              <a:rPr lang="en-US" dirty="0">
                <a:solidFill>
                  <a:schemeClr val="bg1"/>
                </a:solidFill>
                <a:sym typeface="Consolas"/>
              </a:rPr>
              <a:t>if age &lt; 0:</a:t>
            </a:r>
          </a:p>
          <a:p>
            <a:pPr lvl="0"/>
            <a:r>
              <a:rPr lang="en-US" dirty="0">
                <a:solidFill>
                  <a:schemeClr val="bg1"/>
                </a:solidFill>
                <a:sym typeface="Consolas"/>
              </a:rPr>
              <a:t>raise </a:t>
            </a:r>
            <a:r>
              <a:rPr lang="en-US" dirty="0" err="1">
                <a:solidFill>
                  <a:schemeClr val="bg1"/>
                </a:solidFill>
                <a:sym typeface="Consolas"/>
              </a:rPr>
              <a:t>ValueError</a:t>
            </a:r>
            <a:r>
              <a:rPr lang="en-US" dirty="0">
                <a:solidFill>
                  <a:schemeClr val="bg1"/>
                </a:solidFill>
                <a:sym typeface="Consolas"/>
              </a:rPr>
              <a:t>("Age cannot be negative.")</a:t>
            </a:r>
          </a:p>
          <a:p>
            <a:pPr lvl="0"/>
            <a:endParaRPr lang="en-US" dirty="0">
              <a:solidFill>
                <a:schemeClr val="bg1"/>
              </a:solidFill>
              <a:sym typeface="Consolas"/>
            </a:endParaRPr>
          </a:p>
          <a:p>
            <a:pPr lvl="0"/>
            <a:r>
              <a:rPr lang="en-US" dirty="0">
                <a:solidFill>
                  <a:schemeClr val="bg1"/>
                </a:solidFill>
              </a:rPr>
              <a:t>Built-in Exceptions</a:t>
            </a:r>
          </a:p>
          <a:p>
            <a:pPr lvl="0"/>
            <a:r>
              <a:rPr lang="en-US" dirty="0">
                <a:solidFill>
                  <a:schemeClr val="bg1"/>
                </a:solidFill>
                <a:sym typeface="Consolas"/>
              </a:rPr>
              <a:t>raise </a:t>
            </a:r>
            <a:r>
              <a:rPr lang="en-US" dirty="0" err="1">
                <a:solidFill>
                  <a:schemeClr val="bg1"/>
                </a:solidFill>
                <a:sym typeface="Consolas"/>
              </a:rPr>
              <a:t>TypeError</a:t>
            </a:r>
            <a:r>
              <a:rPr lang="en-US" dirty="0">
                <a:solidFill>
                  <a:schemeClr val="bg1"/>
                </a:solidFill>
                <a:sym typeface="Consolas"/>
              </a:rPr>
              <a:t>("This function only accepts strings.")</a:t>
            </a:r>
          </a:p>
          <a:p>
            <a:pPr lvl="0"/>
            <a:r>
              <a:rPr lang="en-US" dirty="0">
                <a:solidFill>
                  <a:schemeClr val="bg1"/>
                </a:solidFill>
                <a:sym typeface="Consolas"/>
              </a:rPr>
              <a:t>raise ZeroDivisionError("Cannot divide by zero.")</a:t>
            </a:r>
          </a:p>
          <a:p>
            <a:pPr lvl="0"/>
            <a:endParaRPr lang="en-US" dirty="0">
              <a:solidFill>
                <a:schemeClr val="bg1"/>
              </a:solidFill>
              <a:sym typeface="Consolas"/>
            </a:endParaRPr>
          </a:p>
          <a:p>
            <a:pPr lvl="0"/>
            <a:endParaRPr lang="en-US" dirty="0">
              <a:solidFill>
                <a:schemeClr val="bg1"/>
              </a:solidFill>
            </a:endParaRPr>
          </a:p>
          <a:p>
            <a:pPr lvl="0"/>
            <a:r>
              <a:rPr lang="en-US" dirty="0">
                <a:solidFill>
                  <a:schemeClr val="bg1"/>
                </a:solidFill>
              </a:rPr>
              <a:t>Raised errors can be caught and handled with try / except</a:t>
            </a:r>
          </a:p>
          <a:p>
            <a:pPr lvl="0"/>
            <a:r>
              <a:rPr lang="en-US" dirty="0">
                <a:solidFill>
                  <a:schemeClr val="bg1"/>
                </a:solidFill>
              </a:rPr>
              <a:t>If not caught, they will be passed to the output and stop the program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11">
          <a:extLst>
            <a:ext uri="{FF2B5EF4-FFF2-40B4-BE49-F238E27FC236}">
              <a16:creationId xmlns:a16="http://schemas.microsoft.com/office/drawing/2014/main" id="{6B2C2EEC-5410-B106-F604-7BC328C4FA19}"/>
            </a:ext>
          </a:extLst>
        </p:cNvPr>
        <p:cNvGrpSpPr/>
        <p:nvPr/>
      </p:nvGrpSpPr>
      <p:grpSpPr>
        <a:xfrm>
          <a:off x="0" y="0"/>
          <a:ext cx="0" cy="0"/>
          <a:chOff x="0" y="0"/>
          <a:chExt cx="0" cy="0"/>
        </a:xfrm>
      </p:grpSpPr>
      <p:sp>
        <p:nvSpPr>
          <p:cNvPr id="512" name="Google Shape;512;p62">
            <a:extLst>
              <a:ext uri="{FF2B5EF4-FFF2-40B4-BE49-F238E27FC236}">
                <a16:creationId xmlns:a16="http://schemas.microsoft.com/office/drawing/2014/main" id="{1357D0BB-7E77-0CF9-EAE9-D2FEDE99C148}"/>
              </a:ext>
            </a:extLst>
          </p:cNvPr>
          <p:cNvSpPr txBox="1">
            <a:spLocks noGrp="1"/>
          </p:cNvSpPr>
          <p:nvPr>
            <p:ph type="title"/>
          </p:nvPr>
        </p:nvSpPr>
        <p:spPr>
          <a:xfrm>
            <a:off x="411480" y="308611"/>
            <a:ext cx="6173470" cy="891778"/>
          </a:xfrm>
          <a:noFill/>
          <a:ln>
            <a:noFill/>
          </a:ln>
        </p:spPr>
        <p:txBody>
          <a:bodyPr spcFirstLastPara="1" wrap="square" lIns="91425" tIns="91425" rIns="91425" bIns="91425" anchor="t" anchorCtr="0">
            <a:normAutofit/>
          </a:bodyPr>
          <a:lstStyle/>
          <a:p>
            <a:pPr lvl="0"/>
            <a:r>
              <a:rPr lang="en-US" dirty="0"/>
              <a:t>Exercise 1 (15 min)</a:t>
            </a:r>
          </a:p>
        </p:txBody>
      </p:sp>
      <p:sp>
        <p:nvSpPr>
          <p:cNvPr id="3" name="Google Shape;513;p62">
            <a:extLst>
              <a:ext uri="{FF2B5EF4-FFF2-40B4-BE49-F238E27FC236}">
                <a16:creationId xmlns:a16="http://schemas.microsoft.com/office/drawing/2014/main" id="{027B582E-4378-7CDA-7512-00D64A51374B}"/>
              </a:ext>
            </a:extLst>
          </p:cNvPr>
          <p:cNvSpPr txBox="1">
            <a:spLocks noGrp="1"/>
          </p:cNvSpPr>
          <p:nvPr>
            <p:ph type="body" idx="1"/>
          </p:nvPr>
        </p:nvSpPr>
        <p:spPr>
          <a:xfrm>
            <a:off x="411480" y="1611630"/>
            <a:ext cx="7847857" cy="3017520"/>
          </a:xfrm>
          <a:noFill/>
          <a:ln>
            <a:noFill/>
          </a:ln>
        </p:spPr>
        <p:txBody>
          <a:bodyPr spcFirstLastPara="1" wrap="square" lIns="91425" tIns="91425" rIns="91425" bIns="91425" anchor="t" anchorCtr="0">
            <a:normAutofit/>
          </a:bodyPr>
          <a:lstStyle/>
          <a:p>
            <a:pPr lvl="0"/>
            <a:r>
              <a:rPr lang="en-US" dirty="0">
                <a:solidFill>
                  <a:schemeClr val="bg1"/>
                </a:solidFill>
              </a:rPr>
              <a:t>What kind of errors can occur in pre-class Problem 2?</a:t>
            </a:r>
          </a:p>
          <a:p>
            <a:pPr lvl="0"/>
            <a:endParaRPr lang="en-US" dirty="0">
              <a:solidFill>
                <a:schemeClr val="bg1"/>
              </a:solidFill>
            </a:endParaRPr>
          </a:p>
          <a:p>
            <a:pPr lvl="0"/>
            <a:r>
              <a:rPr lang="en-US" dirty="0">
                <a:solidFill>
                  <a:schemeClr val="bg1"/>
                </a:solidFill>
              </a:rPr>
              <a:t>Add in try-except blocks to catch errors and allow the program to continue gracefully after these errors occur. </a:t>
            </a:r>
          </a:p>
        </p:txBody>
      </p:sp>
    </p:spTree>
    <p:extLst>
      <p:ext uri="{BB962C8B-B14F-4D97-AF65-F5344CB8AC3E}">
        <p14:creationId xmlns:p14="http://schemas.microsoft.com/office/powerpoint/2010/main" val="13764242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11"/>
        <p:cNvGrpSpPr/>
        <p:nvPr/>
      </p:nvGrpSpPr>
      <p:grpSpPr>
        <a:xfrm>
          <a:off x="0" y="0"/>
          <a:ext cx="0" cy="0"/>
          <a:chOff x="0" y="0"/>
          <a:chExt cx="0" cy="0"/>
        </a:xfrm>
      </p:grpSpPr>
      <p:sp>
        <p:nvSpPr>
          <p:cNvPr id="512" name="Google Shape;512;p62"/>
          <p:cNvSpPr txBox="1">
            <a:spLocks noGrp="1"/>
          </p:cNvSpPr>
          <p:nvPr>
            <p:ph type="title"/>
          </p:nvPr>
        </p:nvSpPr>
        <p:spPr>
          <a:xfrm>
            <a:off x="411480" y="308611"/>
            <a:ext cx="6173470" cy="891778"/>
          </a:xfrm>
          <a:noFill/>
          <a:ln>
            <a:noFill/>
          </a:ln>
        </p:spPr>
        <p:txBody>
          <a:bodyPr spcFirstLastPara="1" wrap="square" lIns="91425" tIns="91425" rIns="91425" bIns="91425" anchor="t" anchorCtr="0">
            <a:normAutofit/>
          </a:bodyPr>
          <a:lstStyle/>
          <a:p>
            <a:pPr lvl="0"/>
            <a:r>
              <a:rPr lang="en-US" dirty="0"/>
              <a:t>Exercise 2 (20 min)</a:t>
            </a:r>
          </a:p>
        </p:txBody>
      </p:sp>
      <p:sp>
        <p:nvSpPr>
          <p:cNvPr id="513" name="Google Shape;513;p62"/>
          <p:cNvSpPr txBox="1">
            <a:spLocks noGrp="1"/>
          </p:cNvSpPr>
          <p:nvPr>
            <p:ph type="body" idx="1"/>
          </p:nvPr>
        </p:nvSpPr>
        <p:spPr>
          <a:xfrm>
            <a:off x="411480" y="1611630"/>
            <a:ext cx="7847857" cy="3017520"/>
          </a:xfrm>
          <a:noFill/>
          <a:ln>
            <a:noFill/>
          </a:ln>
        </p:spPr>
        <p:txBody>
          <a:bodyPr spcFirstLastPara="1" wrap="square" lIns="91425" tIns="91425" rIns="91425" bIns="91425" anchor="t" anchorCtr="0">
            <a:normAutofit/>
          </a:bodyPr>
          <a:lstStyle/>
          <a:p>
            <a:pPr lvl="0"/>
            <a:r>
              <a:rPr lang="en-US" dirty="0">
                <a:solidFill>
                  <a:schemeClr val="bg1"/>
                </a:solidFill>
              </a:rPr>
              <a:t>Write a block of code that takes in user input until they guess the random number</a:t>
            </a:r>
          </a:p>
          <a:p>
            <a:pPr lvl="0"/>
            <a:r>
              <a:rPr lang="en-US" dirty="0">
                <a:solidFill>
                  <a:schemeClr val="bg1"/>
                </a:solidFill>
              </a:rPr>
              <a:t>Prompt the user to help them with their guess</a:t>
            </a:r>
          </a:p>
          <a:p>
            <a:pPr lvl="0"/>
            <a:r>
              <a:rPr lang="en-US" dirty="0">
                <a:solidFill>
                  <a:schemeClr val="bg1"/>
                </a:solidFill>
              </a:rPr>
              <a:t>Handle the following situations:</a:t>
            </a:r>
          </a:p>
          <a:p>
            <a:pPr lvl="1"/>
            <a:r>
              <a:rPr lang="en-US" dirty="0">
                <a:solidFill>
                  <a:schemeClr val="bg1"/>
                </a:solidFill>
              </a:rPr>
              <a:t>User does not input the right python data type</a:t>
            </a:r>
          </a:p>
          <a:p>
            <a:pPr lvl="1"/>
            <a:r>
              <a:rPr lang="en-US" dirty="0">
                <a:solidFill>
                  <a:schemeClr val="bg1"/>
                </a:solidFill>
              </a:rPr>
              <a:t>User inputs a negative number</a:t>
            </a:r>
          </a:p>
          <a:p>
            <a:pPr lvl="1"/>
            <a:r>
              <a:rPr lang="en-US" dirty="0">
                <a:solidFill>
                  <a:schemeClr val="bg1"/>
                </a:solidFill>
              </a:rPr>
              <a:t>User inputs a number outside the guess range</a:t>
            </a:r>
          </a:p>
          <a:p>
            <a:pPr marL="604838" lvl="1" indent="0">
              <a:buNone/>
            </a:pPr>
            <a:r>
              <a:rPr lang="en-US" dirty="0">
                <a:solidFill>
                  <a:schemeClr val="bg1"/>
                </a:solidFill>
              </a:rPr>
              <a:t>Hint: use </a:t>
            </a:r>
            <a:r>
              <a:rPr lang="en-US" dirty="0" err="1">
                <a:solidFill>
                  <a:schemeClr val="bg1"/>
                </a:solidFill>
              </a:rPr>
              <a:t>random.randomint</a:t>
            </a:r>
            <a:r>
              <a:rPr lang="en-US" dirty="0">
                <a:solidFill>
                  <a:schemeClr val="bg1"/>
                </a:solidFill>
              </a:rPr>
              <a:t>() to generate a random number</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17"/>
        <p:cNvGrpSpPr/>
        <p:nvPr/>
      </p:nvGrpSpPr>
      <p:grpSpPr>
        <a:xfrm>
          <a:off x="0" y="0"/>
          <a:ext cx="0" cy="0"/>
          <a:chOff x="0" y="0"/>
          <a:chExt cx="0" cy="0"/>
        </a:xfrm>
      </p:grpSpPr>
      <p:sp>
        <p:nvSpPr>
          <p:cNvPr id="518" name="Google Shape;518;p63"/>
          <p:cNvSpPr txBox="1">
            <a:spLocks noGrp="1"/>
          </p:cNvSpPr>
          <p:nvPr>
            <p:ph type="title"/>
          </p:nvPr>
        </p:nvSpPr>
        <p:spPr>
          <a:xfrm>
            <a:off x="411480" y="308611"/>
            <a:ext cx="6173470" cy="891778"/>
          </a:xfrm>
          <a:noFill/>
          <a:ln>
            <a:noFill/>
          </a:ln>
        </p:spPr>
        <p:txBody>
          <a:bodyPr spcFirstLastPara="1" wrap="square" lIns="91425" tIns="91425" rIns="91425" bIns="91425" anchor="t" anchorCtr="0">
            <a:normAutofit/>
          </a:bodyPr>
          <a:lstStyle/>
          <a:p>
            <a:pPr lvl="0"/>
            <a:r>
              <a:rPr lang="en-US" dirty="0"/>
              <a:t>Exercise 3 (20 min)</a:t>
            </a:r>
          </a:p>
        </p:txBody>
      </p:sp>
      <p:sp>
        <p:nvSpPr>
          <p:cNvPr id="519" name="Google Shape;519;p63"/>
          <p:cNvSpPr txBox="1">
            <a:spLocks noGrp="1"/>
          </p:cNvSpPr>
          <p:nvPr>
            <p:ph type="body" idx="1"/>
          </p:nvPr>
        </p:nvSpPr>
        <p:spPr>
          <a:xfrm>
            <a:off x="411479" y="1200389"/>
            <a:ext cx="8390549" cy="3634500"/>
          </a:xfrm>
          <a:noFill/>
          <a:ln>
            <a:noFill/>
          </a:ln>
        </p:spPr>
        <p:txBody>
          <a:bodyPr spcFirstLastPara="1" wrap="square" lIns="91425" tIns="91425" rIns="91425" bIns="91425" anchor="t" anchorCtr="0">
            <a:normAutofit/>
          </a:bodyPr>
          <a:lstStyle/>
          <a:p>
            <a:pPr lvl="0"/>
            <a:r>
              <a:rPr lang="en-US" sz="1400" dirty="0">
                <a:solidFill>
                  <a:schemeClr val="bg1"/>
                </a:solidFill>
              </a:rPr>
              <a:t>Given a list of numbers, write a program that:</a:t>
            </a:r>
          </a:p>
          <a:p>
            <a:pPr lvl="0"/>
            <a:endParaRPr lang="en-US" sz="1400" dirty="0">
              <a:solidFill>
                <a:schemeClr val="bg1"/>
              </a:solidFill>
            </a:endParaRPr>
          </a:p>
          <a:p>
            <a:pPr lvl="0"/>
            <a:r>
              <a:rPr lang="en-US" sz="1400" dirty="0">
                <a:solidFill>
                  <a:schemeClr val="bg1"/>
                </a:solidFill>
              </a:rPr>
              <a:t>Loops through the List: </a:t>
            </a:r>
            <a:r>
              <a:rPr lang="en-US" sz="1400" dirty="0">
                <a:solidFill>
                  <a:schemeClr val="bg1"/>
                </a:solidFill>
                <a:sym typeface="Consolas"/>
              </a:rPr>
              <a:t>[10, -5, 20, ‘hello’, 5.2, 15, None, 30]</a:t>
            </a:r>
          </a:p>
          <a:p>
            <a:pPr lvl="0"/>
            <a:endParaRPr lang="en-US" sz="1400" dirty="0">
              <a:solidFill>
                <a:schemeClr val="bg1"/>
              </a:solidFill>
              <a:sym typeface="Consolas"/>
            </a:endParaRPr>
          </a:p>
          <a:p>
            <a:pPr lvl="0"/>
            <a:r>
              <a:rPr lang="en-US" sz="1400" dirty="0">
                <a:solidFill>
                  <a:schemeClr val="bg1"/>
                </a:solidFill>
              </a:rPr>
              <a:t>Skips any None values or non-integer types with an error message using try/except</a:t>
            </a:r>
          </a:p>
          <a:p>
            <a:pPr lvl="0"/>
            <a:r>
              <a:rPr lang="en-US" sz="1400" dirty="0">
                <a:solidFill>
                  <a:schemeClr val="bg1"/>
                </a:solidFill>
              </a:rPr>
              <a:t>Raises a </a:t>
            </a:r>
            <a:r>
              <a:rPr lang="en-US" sz="1400" dirty="0" err="1">
                <a:solidFill>
                  <a:schemeClr val="bg1"/>
                </a:solidFill>
              </a:rPr>
              <a:t>ValueError</a:t>
            </a:r>
            <a:r>
              <a:rPr lang="en-US" sz="1400" dirty="0">
                <a:solidFill>
                  <a:schemeClr val="bg1"/>
                </a:solidFill>
              </a:rPr>
              <a:t> if it finds a negative number (stops the program)</a:t>
            </a:r>
          </a:p>
          <a:p>
            <a:pPr lvl="0"/>
            <a:endParaRPr lang="en-US" sz="1400" dirty="0">
              <a:solidFill>
                <a:schemeClr val="bg1"/>
              </a:solidFill>
            </a:endParaRPr>
          </a:p>
          <a:p>
            <a:pPr lvl="0"/>
            <a:r>
              <a:rPr lang="en-US" sz="1400" dirty="0">
                <a:solidFill>
                  <a:schemeClr val="bg1"/>
                </a:solidFill>
              </a:rPr>
              <a:t>Collects all valid positive integers into a new list</a:t>
            </a:r>
          </a:p>
          <a:p>
            <a:pPr lvl="0"/>
            <a:endParaRPr lang="en-US" sz="1400" dirty="0">
              <a:solidFill>
                <a:schemeClr val="bg1"/>
              </a:solidFill>
            </a:endParaRPr>
          </a:p>
          <a:p>
            <a:pPr lvl="0"/>
            <a:r>
              <a:rPr lang="en-US" sz="1400" dirty="0">
                <a:solidFill>
                  <a:schemeClr val="bg1"/>
                </a:solidFill>
              </a:rPr>
              <a:t>Prints the new list and the sum of its numbers</a:t>
            </a:r>
          </a:p>
          <a:p>
            <a:pPr lvl="0"/>
            <a:endParaRPr lang="en-US" sz="1400" dirty="0">
              <a:solidFill>
                <a:schemeClr val="bg1"/>
              </a:solidFill>
            </a:endParaRPr>
          </a:p>
          <a:p>
            <a:pPr lvl="0"/>
            <a:r>
              <a:rPr lang="en-US" sz="1400" dirty="0">
                <a:solidFill>
                  <a:schemeClr val="bg1"/>
                </a:solidFill>
              </a:rPr>
              <a:t>Once you have a solution, remove -5 from the list and run it again.</a:t>
            </a:r>
          </a:p>
          <a:p>
            <a:pPr lvl="0"/>
            <a:endParaRPr lang="en-US" sz="1400" dirty="0">
              <a:solidFill>
                <a:schemeClr val="bg1"/>
              </a:solidFill>
            </a:endParaRPr>
          </a:p>
          <a:p>
            <a:pPr lvl="0"/>
            <a:r>
              <a:rPr lang="en-US" sz="1400" dirty="0">
                <a:solidFill>
                  <a:schemeClr val="bg1"/>
                </a:solidFill>
              </a:rPr>
              <a:t>Hints:  </a:t>
            </a:r>
          </a:p>
          <a:p>
            <a:pPr lvl="0"/>
            <a:r>
              <a:rPr lang="en-US" sz="1400" dirty="0">
                <a:solidFill>
                  <a:schemeClr val="bg1"/>
                </a:solidFill>
              </a:rPr>
              <a:t>Use </a:t>
            </a:r>
            <a:r>
              <a:rPr lang="en-US" sz="1400" dirty="0" err="1">
                <a:solidFill>
                  <a:schemeClr val="bg1"/>
                </a:solidFill>
                <a:sym typeface="Consolas"/>
              </a:rPr>
              <a:t>isinstance</a:t>
            </a:r>
            <a:r>
              <a:rPr lang="en-US" sz="1400" dirty="0">
                <a:solidFill>
                  <a:schemeClr val="bg1"/>
                </a:solidFill>
                <a:sym typeface="Consolas"/>
              </a:rPr>
              <a:t>(item, int) </a:t>
            </a:r>
            <a:r>
              <a:rPr lang="en-US" sz="1400" dirty="0">
                <a:solidFill>
                  <a:schemeClr val="bg1"/>
                </a:solidFill>
              </a:rPr>
              <a:t>to check types</a:t>
            </a:r>
          </a:p>
          <a:p>
            <a:pPr lvl="0"/>
            <a:r>
              <a:rPr lang="en-US" sz="1400" dirty="0">
                <a:solidFill>
                  <a:schemeClr val="bg1"/>
                </a:solidFill>
              </a:rPr>
              <a:t>Build the valid list as you go</a:t>
            </a:r>
            <a:endParaRPr lang="en-US" sz="1400" dirty="0">
              <a:solidFill>
                <a:schemeClr val="bg1"/>
              </a:solidFill>
              <a:sym typeface="Consolas"/>
            </a:endParaRPr>
          </a:p>
        </p:txBody>
      </p:sp>
    </p:spTree>
  </p:cSld>
  <p:clrMapOvr>
    <a:masterClrMapping/>
  </p:clrMapOvr>
</p:sld>
</file>

<file path=ppt/theme/theme1.xml><?xml version="1.0" encoding="utf-8"?>
<a:theme xmlns:a="http://schemas.openxmlformats.org/drawingml/2006/main" name="US Army 2023 AFC DEVCOM Logo">
  <a:themeElements>
    <a:clrScheme name="US Army Color Palette">
      <a:dk1>
        <a:srgbClr val="000000"/>
      </a:dk1>
      <a:lt1>
        <a:srgbClr val="FFFFFF"/>
      </a:lt1>
      <a:dk2>
        <a:srgbClr val="221F20"/>
      </a:dk2>
      <a:lt2>
        <a:srgbClr val="FFCC01"/>
      </a:lt2>
      <a:accent1>
        <a:srgbClr val="221F20"/>
      </a:accent1>
      <a:accent2>
        <a:srgbClr val="FFCC01"/>
      </a:accent2>
      <a:accent3>
        <a:srgbClr val="727365"/>
      </a:accent3>
      <a:accent4>
        <a:srgbClr val="D5D5D7"/>
      </a:accent4>
      <a:accent5>
        <a:srgbClr val="565557"/>
      </a:accent5>
      <a:accent6>
        <a:srgbClr val="BFB8A6"/>
      </a:accent6>
      <a:hlink>
        <a:srgbClr val="565557"/>
      </a:hlink>
      <a:folHlink>
        <a:srgbClr val="305B6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82</TotalTime>
  <Words>831</Words>
  <Application>Microsoft Office PowerPoint</Application>
  <PresentationFormat>On-screen Show (16:9)</PresentationFormat>
  <Paragraphs>153</Paragraphs>
  <Slides>17</Slides>
  <Notes>17</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Roboto</vt:lpstr>
      <vt:lpstr>Arial</vt:lpstr>
      <vt:lpstr>Consolas</vt:lpstr>
      <vt:lpstr>US Army 2023 AFC DEVCOM Logo</vt:lpstr>
      <vt:lpstr>Error Handling</vt:lpstr>
      <vt:lpstr> Course Schedule</vt:lpstr>
      <vt:lpstr>Review</vt:lpstr>
      <vt:lpstr>What did we do last lesson?</vt:lpstr>
      <vt:lpstr>Pre Class Problem 1</vt:lpstr>
      <vt:lpstr>Pre Class Problem 2</vt:lpstr>
      <vt:lpstr>PYTHON ERRORS</vt:lpstr>
      <vt:lpstr>EXERCISE - PYTHON ERRORS</vt:lpstr>
      <vt:lpstr>PowerPoint Presentation</vt:lpstr>
      <vt:lpstr>ERROR HANDLING</vt:lpstr>
      <vt:lpstr>TRY - EXCEPT</vt:lpstr>
      <vt:lpstr>TRY - EXCEPT CONTINUED</vt:lpstr>
      <vt:lpstr>TRY - EXCEPT CONTINUED</vt:lpstr>
      <vt:lpstr>RAISE</vt:lpstr>
      <vt:lpstr>Exercise 1 (15 min)</vt:lpstr>
      <vt:lpstr>Exercise 2 (20 min)</vt:lpstr>
      <vt:lpstr>Exercise 3 (20 min)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Ryan Neville</cp:lastModifiedBy>
  <cp:revision>27</cp:revision>
  <dcterms:modified xsi:type="dcterms:W3CDTF">2026-06-22T23:53:16Z</dcterms:modified>
</cp:coreProperties>
</file>